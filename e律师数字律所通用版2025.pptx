
<file path=[Content_Types].xml><?xml version="1.0" encoding="utf-8"?>
<Types xmlns="http://schemas.openxmlformats.org/package/2006/content-types">
  <Default Extension="jpeg" ContentType="image/jpeg"/>
  <Default Extension="JPG" ContentType="image/.jpg"/>
  <Default Extension="emf" ContentType="image/x-e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Override1.xml" ContentType="application/vnd.openxmlformats-officedocument.themeOverride+xml"/>
  <Override PartName="/ppt/theme/themeOverride10.xml" ContentType="application/vnd.openxmlformats-officedocument.themeOverride+xml"/>
  <Override PartName="/ppt/theme/themeOverride11.xml" ContentType="application/vnd.openxmlformats-officedocument.themeOverride+xml"/>
  <Override PartName="/ppt/theme/themeOverride12.xml" ContentType="application/vnd.openxmlformats-officedocument.themeOverride+xml"/>
  <Override PartName="/ppt/theme/themeOverride13.xml" ContentType="application/vnd.openxmlformats-officedocument.themeOverride+xml"/>
  <Override PartName="/ppt/theme/themeOverride14.xml" ContentType="application/vnd.openxmlformats-officedocument.themeOverride+xml"/>
  <Override PartName="/ppt/theme/themeOverride15.xml" ContentType="application/vnd.openxmlformats-officedocument.themeOverride+xml"/>
  <Override PartName="/ppt/theme/themeOverride16.xml" ContentType="application/vnd.openxmlformats-officedocument.themeOverride+xml"/>
  <Override PartName="/ppt/theme/themeOverride17.xml" ContentType="application/vnd.openxmlformats-officedocument.themeOverride+xml"/>
  <Override PartName="/ppt/theme/themeOverride18.xml" ContentType="application/vnd.openxmlformats-officedocument.themeOverride+xml"/>
  <Override PartName="/ppt/theme/themeOverride19.xml" ContentType="application/vnd.openxmlformats-officedocument.themeOverride+xml"/>
  <Override PartName="/ppt/theme/themeOverride2.xml" ContentType="application/vnd.openxmlformats-officedocument.themeOverride+xml"/>
  <Override PartName="/ppt/theme/themeOverride20.xml" ContentType="application/vnd.openxmlformats-officedocument.themeOverride+xml"/>
  <Override PartName="/ppt/theme/themeOverride21.xml" ContentType="application/vnd.openxmlformats-officedocument.themeOverride+xml"/>
  <Override PartName="/ppt/theme/themeOverride22.xml" ContentType="application/vnd.openxmlformats-officedocument.themeOverride+xml"/>
  <Override PartName="/ppt/theme/themeOverride23.xml" ContentType="application/vnd.openxmlformats-officedocument.themeOverride+xml"/>
  <Override PartName="/ppt/theme/themeOverride24.xml" ContentType="application/vnd.openxmlformats-officedocument.themeOverride+xml"/>
  <Override PartName="/ppt/theme/themeOverride25.xml" ContentType="application/vnd.openxmlformats-officedocument.themeOverride+xml"/>
  <Override PartName="/ppt/theme/themeOverride26.xml" ContentType="application/vnd.openxmlformats-officedocument.themeOverride+xml"/>
  <Override PartName="/ppt/theme/themeOverride27.xml" ContentType="application/vnd.openxmlformats-officedocument.themeOverride+xml"/>
  <Override PartName="/ppt/theme/themeOverride28.xml" ContentType="application/vnd.openxmlformats-officedocument.themeOverride+xml"/>
  <Override PartName="/ppt/theme/themeOverride29.xml" ContentType="application/vnd.openxmlformats-officedocument.themeOverride+xml"/>
  <Override PartName="/ppt/theme/themeOverride3.xml" ContentType="application/vnd.openxmlformats-officedocument.themeOverride+xml"/>
  <Override PartName="/ppt/theme/themeOverride30.xml" ContentType="application/vnd.openxmlformats-officedocument.themeOverride+xml"/>
  <Override PartName="/ppt/theme/themeOverride31.xml" ContentType="application/vnd.openxmlformats-officedocument.themeOverride+xml"/>
  <Override PartName="/ppt/theme/themeOverride32.xml" ContentType="application/vnd.openxmlformats-officedocument.themeOverride+xml"/>
  <Override PartName="/ppt/theme/themeOverride33.xml" ContentType="application/vnd.openxmlformats-officedocument.themeOverride+xml"/>
  <Override PartName="/ppt/theme/themeOverride34.xml" ContentType="application/vnd.openxmlformats-officedocument.themeOverride+xml"/>
  <Override PartName="/ppt/theme/themeOverride35.xml" ContentType="application/vnd.openxmlformats-officedocument.themeOverride+xml"/>
  <Override PartName="/ppt/theme/themeOverride36.xml" ContentType="application/vnd.openxmlformats-officedocument.themeOverride+xml"/>
  <Override PartName="/ppt/theme/themeOverride37.xml" ContentType="application/vnd.openxmlformats-officedocument.themeOverride+xml"/>
  <Override PartName="/ppt/theme/themeOverride38.xml" ContentType="application/vnd.openxmlformats-officedocument.themeOverride+xml"/>
  <Override PartName="/ppt/theme/themeOverride39.xml" ContentType="application/vnd.openxmlformats-officedocument.themeOverride+xml"/>
  <Override PartName="/ppt/theme/themeOverride4.xml" ContentType="application/vnd.openxmlformats-officedocument.themeOverride+xml"/>
  <Override PartName="/ppt/theme/themeOverride40.xml" ContentType="application/vnd.openxmlformats-officedocument.themeOverride+xml"/>
  <Override PartName="/ppt/theme/themeOverride41.xml" ContentType="application/vnd.openxmlformats-officedocument.themeOverride+xml"/>
  <Override PartName="/ppt/theme/themeOverride42.xml" ContentType="application/vnd.openxmlformats-officedocument.themeOverride+xml"/>
  <Override PartName="/ppt/theme/themeOverride43.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theme/themeOverride7.xml" ContentType="application/vnd.openxmlformats-officedocument.themeOverride+xml"/>
  <Override PartName="/ppt/theme/themeOverride8.xml" ContentType="application/vnd.openxmlformats-officedocument.themeOverride+xml"/>
  <Override PartName="/ppt/theme/themeOverride9.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8" r:id="rId6"/>
    <p:sldId id="290" r:id="rId7"/>
    <p:sldId id="291" r:id="rId8"/>
    <p:sldId id="292" r:id="rId9"/>
    <p:sldId id="293" r:id="rId10"/>
    <p:sldId id="294" r:id="rId11"/>
    <p:sldId id="300" r:id="rId12"/>
    <p:sldId id="264" r:id="rId13"/>
    <p:sldId id="295" r:id="rId14"/>
    <p:sldId id="296" r:id="rId15"/>
    <p:sldId id="310" r:id="rId16"/>
    <p:sldId id="297" r:id="rId17"/>
    <p:sldId id="298" r:id="rId18"/>
    <p:sldId id="299" r:id="rId19"/>
    <p:sldId id="301" r:id="rId20"/>
    <p:sldId id="302" r:id="rId21"/>
    <p:sldId id="303" r:id="rId22"/>
    <p:sldId id="304" r:id="rId23"/>
    <p:sldId id="305" r:id="rId24"/>
    <p:sldId id="306" r:id="rId25"/>
    <p:sldId id="307" r:id="rId26"/>
    <p:sldId id="308" r:id="rId27"/>
    <p:sldId id="309" r:id="rId28"/>
    <p:sldId id="265" r:id="rId29"/>
    <p:sldId id="270" r:id="rId30"/>
    <p:sldId id="311" r:id="rId31"/>
    <p:sldId id="312" r:id="rId32"/>
    <p:sldId id="313" r:id="rId33"/>
    <p:sldId id="314" r:id="rId34"/>
    <p:sldId id="316" r:id="rId35"/>
    <p:sldId id="317" r:id="rId36"/>
    <p:sldId id="318" r:id="rId37"/>
    <p:sldId id="319" r:id="rId38"/>
    <p:sldId id="354" r:id="rId39"/>
    <p:sldId id="353" r:id="rId40"/>
    <p:sldId id="357" r:id="rId41"/>
    <p:sldId id="358" r:id="rId42"/>
    <p:sldId id="359" r:id="rId43"/>
    <p:sldId id="361" r:id="rId44"/>
    <p:sldId id="360" r:id="rId45"/>
    <p:sldId id="400" r:id="rId46"/>
    <p:sldId id="261" r:id="rId47"/>
  </p:sldIdLst>
  <p:sldSz cx="12192000" cy="6858000"/>
  <p:notesSz cx="6858000" cy="9144000"/>
  <p:custDataLst>
    <p:tags r:id="rId51"/>
  </p:custDataLst>
  <p:defaultTextStyle>
    <a:defPPr>
      <a:defRPr lang="zh-CN"/>
    </a:defPPr>
    <a:lvl1pPr marL="0" lvl="0" indent="0" algn="l" defTabSz="914400" rtl="0" eaLnBrk="1" fontAlgn="base" latinLnBrk="0" hangingPunct="1">
      <a:lnSpc>
        <a:spcPct val="100000"/>
      </a:lnSpc>
      <a:spcBef>
        <a:spcPct val="0"/>
      </a:spcBef>
      <a:spcAft>
        <a:spcPct val="0"/>
      </a:spcAft>
      <a:buNone/>
      <a:defRPr kern="1200">
        <a:solidFill>
          <a:schemeClr val="tx1"/>
        </a:solidFill>
        <a:latin typeface="Arial" panose="020B0604020202020204" pitchFamily="34" charset="0"/>
        <a:ea typeface="微软雅黑" panose="020B0503020204020204" pitchFamily="34" charset="-122"/>
        <a:cs typeface="+mn-cs"/>
      </a:defRPr>
    </a:lvl1pPr>
    <a:lvl2pPr marL="457200" lvl="1" indent="0" algn="l" defTabSz="914400" rtl="0" eaLnBrk="1" fontAlgn="base" latinLnBrk="0" hangingPunct="1">
      <a:lnSpc>
        <a:spcPct val="100000"/>
      </a:lnSpc>
      <a:spcBef>
        <a:spcPct val="0"/>
      </a:spcBef>
      <a:spcAft>
        <a:spcPct val="0"/>
      </a:spcAft>
      <a:buNone/>
      <a:defRPr kern="1200">
        <a:solidFill>
          <a:schemeClr val="tx1"/>
        </a:solidFill>
        <a:latin typeface="Arial" panose="020B0604020202020204" pitchFamily="34" charset="0"/>
        <a:ea typeface="微软雅黑" panose="020B0503020204020204" pitchFamily="34" charset="-122"/>
        <a:cs typeface="+mn-cs"/>
      </a:defRPr>
    </a:lvl2pPr>
    <a:lvl3pPr marL="914400" lvl="2" indent="0" algn="l" defTabSz="914400" rtl="0" eaLnBrk="1" fontAlgn="base" latinLnBrk="0" hangingPunct="1">
      <a:lnSpc>
        <a:spcPct val="100000"/>
      </a:lnSpc>
      <a:spcBef>
        <a:spcPct val="0"/>
      </a:spcBef>
      <a:spcAft>
        <a:spcPct val="0"/>
      </a:spcAft>
      <a:buNone/>
      <a:defRPr kern="1200">
        <a:solidFill>
          <a:schemeClr val="tx1"/>
        </a:solidFill>
        <a:latin typeface="Arial" panose="020B0604020202020204" pitchFamily="34" charset="0"/>
        <a:ea typeface="微软雅黑" panose="020B0503020204020204" pitchFamily="34" charset="-122"/>
        <a:cs typeface="+mn-cs"/>
      </a:defRPr>
    </a:lvl3pPr>
    <a:lvl4pPr marL="1371600" lvl="3" indent="0" algn="l" defTabSz="914400" rtl="0" eaLnBrk="1" fontAlgn="base" latinLnBrk="0" hangingPunct="1">
      <a:lnSpc>
        <a:spcPct val="100000"/>
      </a:lnSpc>
      <a:spcBef>
        <a:spcPct val="0"/>
      </a:spcBef>
      <a:spcAft>
        <a:spcPct val="0"/>
      </a:spcAft>
      <a:buNone/>
      <a:defRPr kern="1200">
        <a:solidFill>
          <a:schemeClr val="tx1"/>
        </a:solidFill>
        <a:latin typeface="Arial" panose="020B0604020202020204" pitchFamily="34" charset="0"/>
        <a:ea typeface="微软雅黑" panose="020B0503020204020204" pitchFamily="34" charset="-122"/>
        <a:cs typeface="+mn-cs"/>
      </a:defRPr>
    </a:lvl4pPr>
    <a:lvl5pPr marL="1828800" lvl="4" indent="0" algn="l" defTabSz="914400" rtl="0" eaLnBrk="1" fontAlgn="base" latinLnBrk="0" hangingPunct="1">
      <a:lnSpc>
        <a:spcPct val="100000"/>
      </a:lnSpc>
      <a:spcBef>
        <a:spcPct val="0"/>
      </a:spcBef>
      <a:spcAft>
        <a:spcPct val="0"/>
      </a:spcAft>
      <a:buNone/>
      <a:defRPr kern="1200">
        <a:solidFill>
          <a:schemeClr val="tx1"/>
        </a:solidFill>
        <a:latin typeface="Arial" panose="020B0604020202020204" pitchFamily="34" charset="0"/>
        <a:ea typeface="微软雅黑" panose="020B0503020204020204" pitchFamily="34" charset="-122"/>
        <a:cs typeface="+mn-cs"/>
      </a:defRPr>
    </a:lvl5pPr>
    <a:lvl6pPr marL="2286000" lvl="5" indent="0" algn="l" defTabSz="914400" rtl="0" eaLnBrk="1" fontAlgn="base" latinLnBrk="0" hangingPunct="1">
      <a:lnSpc>
        <a:spcPct val="100000"/>
      </a:lnSpc>
      <a:spcBef>
        <a:spcPct val="0"/>
      </a:spcBef>
      <a:spcAft>
        <a:spcPct val="0"/>
      </a:spcAft>
      <a:buNone/>
      <a:defRPr kern="1200">
        <a:solidFill>
          <a:schemeClr val="tx1"/>
        </a:solidFill>
        <a:latin typeface="Arial" panose="020B0604020202020204" pitchFamily="34" charset="0"/>
        <a:ea typeface="微软雅黑" panose="020B0503020204020204" pitchFamily="34" charset="-122"/>
        <a:cs typeface="+mn-cs"/>
      </a:defRPr>
    </a:lvl6pPr>
    <a:lvl7pPr marL="2743200" lvl="6" indent="0" algn="l" defTabSz="914400" rtl="0" eaLnBrk="1" fontAlgn="base" latinLnBrk="0" hangingPunct="1">
      <a:lnSpc>
        <a:spcPct val="100000"/>
      </a:lnSpc>
      <a:spcBef>
        <a:spcPct val="0"/>
      </a:spcBef>
      <a:spcAft>
        <a:spcPct val="0"/>
      </a:spcAft>
      <a:buNone/>
      <a:defRPr kern="1200">
        <a:solidFill>
          <a:schemeClr val="tx1"/>
        </a:solidFill>
        <a:latin typeface="Arial" panose="020B0604020202020204" pitchFamily="34" charset="0"/>
        <a:ea typeface="微软雅黑" panose="020B0503020204020204" pitchFamily="34" charset="-122"/>
        <a:cs typeface="+mn-cs"/>
      </a:defRPr>
    </a:lvl7pPr>
    <a:lvl8pPr marL="3200400" lvl="7" indent="0" algn="l" defTabSz="914400" rtl="0" eaLnBrk="1" fontAlgn="base" latinLnBrk="0" hangingPunct="1">
      <a:lnSpc>
        <a:spcPct val="100000"/>
      </a:lnSpc>
      <a:spcBef>
        <a:spcPct val="0"/>
      </a:spcBef>
      <a:spcAft>
        <a:spcPct val="0"/>
      </a:spcAft>
      <a:buNone/>
      <a:defRPr kern="1200">
        <a:solidFill>
          <a:schemeClr val="tx1"/>
        </a:solidFill>
        <a:latin typeface="Arial" panose="020B0604020202020204" pitchFamily="34" charset="0"/>
        <a:ea typeface="微软雅黑" panose="020B0503020204020204" pitchFamily="34" charset="-122"/>
        <a:cs typeface="+mn-cs"/>
      </a:defRPr>
    </a:lvl8pPr>
    <a:lvl9pPr marL="3657600" lvl="8" indent="0" algn="l" defTabSz="914400" rtl="0" eaLnBrk="1" fontAlgn="base" latinLnBrk="0" hangingPunct="1">
      <a:lnSpc>
        <a:spcPct val="100000"/>
      </a:lnSpc>
      <a:spcBef>
        <a:spcPct val="0"/>
      </a:spcBef>
      <a:spcAft>
        <a:spcPct val="0"/>
      </a:spcAft>
      <a:buNone/>
      <a:defRPr kern="1200">
        <a:solidFill>
          <a:schemeClr val="tx1"/>
        </a:solidFill>
        <a:latin typeface="Arial" panose="020B0604020202020204" pitchFamily="34" charset="0"/>
        <a:ea typeface="微软雅黑" panose="020B0503020204020204" pitchFamily="34" charset="-122"/>
        <a:cs typeface="+mn-cs"/>
      </a:defRPr>
    </a:lvl9pPr>
  </p:defaultTextStyle>
  <p:extLst>
    <p:ext uri="{EFAFB233-063F-42B5-8137-9DF3F51BA10A}">
      <p15:sldGuideLst xmlns:p15="http://schemas.microsoft.com/office/powerpoint/2012/main">
        <p15:guide id="1" orient="horz" pos="116" userDrawn="1">
          <p15:clr>
            <a:srgbClr val="A4A3A4"/>
          </p15:clr>
        </p15:guide>
        <p15:guide id="2" orient="horz" pos="4190" userDrawn="1">
          <p15:clr>
            <a:srgbClr val="A4A3A4"/>
          </p15:clr>
        </p15:guide>
        <p15:guide id="4" orient="horz" pos="562" userDrawn="1">
          <p15:clr>
            <a:srgbClr val="A4A3A4"/>
          </p15:clr>
        </p15:guide>
        <p15:guide id="5" orient="horz" pos="4026" userDrawn="1">
          <p15:clr>
            <a:srgbClr val="A4A3A4"/>
          </p15:clr>
        </p15:guide>
        <p15:guide id="6" orient="horz" pos="3833" userDrawn="1">
          <p15:clr>
            <a:srgbClr val="A4A3A4"/>
          </p15:clr>
        </p15:guide>
        <p15:guide id="7" pos="237" userDrawn="1">
          <p15:clr>
            <a:srgbClr val="A4A3A4"/>
          </p15:clr>
        </p15:guide>
        <p15:guide id="8" pos="745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3B6D85"/>
    <a:srgbClr val="E6E6E6"/>
    <a:srgbClr val="FFFFFC"/>
    <a:srgbClr val="F7FCFE"/>
    <a:srgbClr val="F3F3F3"/>
    <a:srgbClr val="44BE9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4995"/>
    <p:restoredTop sz="95317"/>
  </p:normalViewPr>
  <p:slideViewPr>
    <p:cSldViewPr snapToGrid="0" showGuides="1">
      <p:cViewPr>
        <p:scale>
          <a:sx n="66" d="100"/>
          <a:sy n="66" d="100"/>
        </p:scale>
        <p:origin x="180" y="-1242"/>
      </p:cViewPr>
      <p:guideLst>
        <p:guide orient="horz" pos="116"/>
        <p:guide orient="horz" pos="4190"/>
        <p:guide orient="horz" pos="562"/>
        <p:guide orient="horz" pos="4026"/>
        <p:guide orient="horz" pos="3833"/>
        <p:guide pos="237"/>
        <p:guide pos="7454"/>
      </p:guideLst>
    </p:cSldViewPr>
  </p:slideViewPr>
  <p:notesTextViewPr>
    <p:cViewPr>
      <p:scale>
        <a:sx n="1" d="1"/>
        <a:sy n="1" d="1"/>
      </p:scale>
      <p:origin x="0" y="0"/>
    </p:cViewPr>
  </p:notesTextViewPr>
  <p:sorterViewPr>
    <p:cViewPr>
      <p:scale>
        <a:sx n="139" d="100"/>
        <a:sy n="139" d="100"/>
      </p:scale>
      <p:origin x="0" y="0"/>
    </p:cViewPr>
  </p:sorterViewPr>
  <p:gridSpacing cx="72005" cy="72005"/>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1" Type="http://schemas.openxmlformats.org/officeDocument/2006/relationships/tags" Target="tags/tag65.xml"/><Relationship Id="rId50" Type="http://schemas.openxmlformats.org/officeDocument/2006/relationships/tableStyles" Target="tableStyles.xml"/><Relationship Id="rId5" Type="http://schemas.openxmlformats.org/officeDocument/2006/relationships/slide" Target="slides/slide2.xml"/><Relationship Id="rId49" Type="http://schemas.openxmlformats.org/officeDocument/2006/relationships/viewProps" Target="viewProps.xml"/><Relationship Id="rId48" Type="http://schemas.openxmlformats.org/officeDocument/2006/relationships/presProps" Target="presProps.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fontAlgn="auto"/>
            <a:endParaRPr lang="zh-CN" altLang="en-US" strike="noStrike" noProof="1"/>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fontAlgn="auto"/>
            <a:fld id="{141743F9-9B08-422F-9ECE-BE7148BC7DDC}" type="datetimeFigureOut">
              <a:rPr lang="zh-CN" altLang="en-US" strike="noStrike" noProof="1" smtClean="0">
                <a:latin typeface="+mn-lt"/>
                <a:ea typeface="+mn-ea"/>
                <a:cs typeface="+mn-cs"/>
              </a:rPr>
            </a:fld>
            <a:endParaRPr lang="zh-CN" altLang="en-US" strike="noStrike" noProof="1"/>
          </a:p>
        </p:txBody>
      </p:sp>
      <p:sp>
        <p:nvSpPr>
          <p:cNvPr id="3076" name="幻灯片图像占位符 3"/>
          <p:cNvSpPr>
            <a:spLocks noGrp="1" noRot="1" noChangeAspect="1"/>
          </p:cNvSpPr>
          <p:nvPr>
            <p:ph type="sldImg"/>
          </p:nvPr>
        </p:nvSpPr>
        <p:spPr>
          <a:xfrm>
            <a:off x="685800" y="1143000"/>
            <a:ext cx="5486400" cy="3086100"/>
          </a:xfrm>
          <a:prstGeom prst="rect">
            <a:avLst/>
          </a:prstGeom>
          <a:noFill/>
          <a:ln w="12700" cap="flat" cmpd="sng">
            <a:solidFill>
              <a:srgbClr val="000000"/>
            </a:solidFill>
            <a:prstDash val="solid"/>
            <a:round/>
            <a:headEnd type="none" w="med" len="med"/>
            <a:tailEnd type="none" w="med" len="med"/>
          </a:ln>
        </p:spPr>
      </p:sp>
      <p:sp>
        <p:nvSpPr>
          <p:cNvPr id="3077" name="备注占位符 4"/>
          <p:cNvSpPr>
            <a:spLocks noGrp="1"/>
          </p:cNvSpPr>
          <p:nvPr>
            <p:ph type="body" sz="quarter"/>
          </p:nvPr>
        </p:nvSpPr>
        <p:spPr>
          <a:xfrm>
            <a:off x="685800" y="4400550"/>
            <a:ext cx="5486400" cy="3600450"/>
          </a:xfrm>
          <a:prstGeom prst="rect">
            <a:avLst/>
          </a:prstGeom>
          <a:noFill/>
          <a:ln w="9525">
            <a:noFill/>
          </a:ln>
        </p:spPr>
        <p:txBody>
          <a:bodyPr vert="horz" lIns="91440" tIns="45720" rIns="91440" bIns="45720" anchor="t" anchorCtr="0"/>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8"/>
          </a:xfrm>
          <a:prstGeom prst="rect">
            <a:avLst/>
          </a:prstGeom>
        </p:spPr>
        <p:txBody>
          <a:bodyPr vert="horz" lIns="91440" tIns="45720" rIns="91440" bIns="45720" rtlCol="0" anchor="b"/>
          <a:lstStyle>
            <a:lvl1pPr algn="l">
              <a:defRPr sz="1200"/>
            </a:lvl1pPr>
          </a:lstStyle>
          <a:p>
            <a:pPr fontAlgn="auto"/>
            <a:endParaRPr lang="zh-CN" altLang="en-US" strike="noStrike" noProof="1"/>
          </a:p>
        </p:txBody>
      </p:sp>
      <p:sp>
        <p:nvSpPr>
          <p:cNvPr id="7" name="灯片编号占位符 6"/>
          <p:cNvSpPr>
            <a:spLocks noGrp="1"/>
          </p:cNvSpPr>
          <p:nvPr>
            <p:ph type="sldNum" sz="quarter" idx="5"/>
          </p:nvPr>
        </p:nvSpPr>
        <p:spPr>
          <a:xfrm>
            <a:off x="3884613" y="8685213"/>
            <a:ext cx="2971800" cy="458788"/>
          </a:xfrm>
          <a:prstGeom prst="rect">
            <a:avLst/>
          </a:prstGeom>
        </p:spPr>
        <p:txBody>
          <a:bodyPr vert="horz" lIns="91440" tIns="45720" rIns="91440" bIns="45720" rtlCol="0" anchor="b"/>
          <a:lstStyle>
            <a:lvl1pPr algn="r">
              <a:defRPr sz="1200"/>
            </a:lvl1pPr>
          </a:lstStyle>
          <a:p>
            <a:pPr fontAlgn="auto"/>
            <a:fld id="{D34C0232-94FA-4EBE-BB9B-79FBE486032D}" type="slidenum">
              <a:rPr lang="zh-CN" altLang="en-US" strike="noStrike" noProof="1" smtClean="0">
                <a:latin typeface="+mn-lt"/>
                <a:ea typeface="+mn-ea"/>
                <a:cs typeface="+mn-cs"/>
              </a:rPr>
            </a:fld>
            <a:endParaRPr lang="zh-CN" altLang="en-US" strike="noStrike" noProof="1"/>
          </a:p>
        </p:txBody>
      </p:sp>
    </p:spTree>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121" name="幻灯片图像占位符 1"/>
          <p:cNvSpPr>
            <a:spLocks noGrp="1" noRot="1" noChangeAspect="1"/>
          </p:cNvSpPr>
          <p:nvPr>
            <p:ph type="sldImg"/>
          </p:nvPr>
        </p:nvSpPr>
        <p:spPr/>
      </p:sp>
      <p:sp>
        <p:nvSpPr>
          <p:cNvPr id="5122" name="备注占位符 2"/>
          <p:cNvSpPr>
            <a:spLocks noGrp="1"/>
          </p:cNvSpPr>
          <p:nvPr>
            <p:ph type="body"/>
          </p:nvPr>
        </p:nvSpPr>
        <p:spPr/>
        <p:txBody>
          <a:bodyPr lIns="91440" tIns="45720" rIns="91440" bIns="45720" anchor="t" anchorCtr="0"/>
          <a:p>
            <a:pPr lvl="0"/>
            <a:endParaRPr lang="zh-CN" altLang="en-US" dirty="0"/>
          </a:p>
        </p:txBody>
      </p:sp>
      <p:sp>
        <p:nvSpPr>
          <p:cNvPr id="5123" name="灯片编号占位符 3"/>
          <p:cNvSpPr>
            <a:spLocks noGrp="1"/>
          </p:cNvSpPr>
          <p:nvPr>
            <p:ph type="sldNum" sz="quarter"/>
          </p:nvPr>
        </p:nvSpPr>
        <p:spPr>
          <a:xfrm>
            <a:off x="3884613" y="8685213"/>
            <a:ext cx="2971800" cy="458787"/>
          </a:xfrm>
          <a:prstGeom prst="rect">
            <a:avLst/>
          </a:prstGeom>
          <a:noFill/>
          <a:ln w="9525">
            <a:noFill/>
          </a:ln>
        </p:spPr>
        <p:txBody>
          <a:bodyPr vert="horz" lIns="91440" tIns="45720" rIns="91440" bIns="45720" anchor="b" anchorCtr="0"/>
          <a:p>
            <a:pPr lvl="0" algn="r"/>
            <a:fld id="{9A0DB2DC-4C9A-4742-B13C-FB6460FD3503}" type="slidenum">
              <a:rPr lang="zh-CN" altLang="en-US" sz="1200"/>
            </a:fld>
            <a:endParaRPr lang="zh-CN" alt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5" name="幻灯片图像占位符 1"/>
          <p:cNvSpPr>
            <a:spLocks noGrp="1" noRot="1"/>
          </p:cNvSpPr>
          <p:nvPr>
            <p:ph type="sldImg"/>
          </p:nvPr>
        </p:nvSpPr>
        <p:spPr/>
      </p:sp>
      <p:sp>
        <p:nvSpPr>
          <p:cNvPr id="36866" name="文本占位符 2"/>
          <p:cNvSpPr>
            <a:spLocks noGrp="1"/>
          </p:cNvSpPr>
          <p:nvPr>
            <p:ph type="body"/>
          </p:nvPr>
        </p:nvSpPr>
        <p:spPr/>
        <p:txBody>
          <a:bodyPr lIns="91440" tIns="45720" rIns="91440" bIns="45720" anchor="t" anchorCtr="0"/>
          <a:p>
            <a:pPr lvl="0"/>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首页">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900" advClick="0" advTm="5000">
        <p14:warp dir="in"/>
      </p:transition>
    </mc:Choice>
    <mc:Fallback>
      <p:transition spd="slow" advClick="0" advTm="5000">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页">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600" advClick="0" advTm="5000">
        <p14:prism dir="u" isInverted="1"/>
      </p:transition>
    </mc:Choice>
    <mc:Fallback>
      <p:transition spd="slow" advClick="0" advTm="5000">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过度页1">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2000" advClick="0" advTm="5000">
        <p15:prstTrans prst="prestige"/>
      </p:transition>
    </mc:Choice>
    <mc:Fallback>
      <p:transition spd="slow" advClick="0" advTm="5000">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自定义版式">
    <p:bg>
      <p:bgPr>
        <a:solidFill>
          <a:srgbClr val="FFFFFF"/>
        </a:solidFill>
        <a:effectLst/>
      </p:bgPr>
    </p:bg>
    <p:spTree>
      <p:nvGrpSpPr>
        <p:cNvPr id="1" name=""/>
        <p:cNvGrpSpPr/>
        <p:nvPr/>
      </p:nvGrpSpPr>
      <p:grpSpPr>
        <a:xfrm>
          <a:off x="0" y="0"/>
          <a:ext cx="0" cy="0"/>
          <a:chOff x="0" y="0"/>
          <a:chExt cx="0" cy="0"/>
        </a:xfrm>
      </p:grpSpPr>
      <p:sp>
        <p:nvSpPr>
          <p:cNvPr id="2050" name="矩形 3"/>
          <p:cNvSpPr/>
          <p:nvPr userDrawn="1"/>
        </p:nvSpPr>
        <p:spPr>
          <a:xfrm>
            <a:off x="8324850" y="6545263"/>
            <a:ext cx="776288" cy="246062"/>
          </a:xfrm>
          <a:prstGeom prst="rect">
            <a:avLst/>
          </a:prstGeom>
          <a:noFill/>
          <a:ln w="9525">
            <a:noFill/>
          </a:ln>
        </p:spPr>
        <p:txBody>
          <a:bodyPr wrap="square" anchor="t" anchorCtr="0">
            <a:spAutoFit/>
          </a:bodyPr>
          <a:p>
            <a:pPr lvl="0"/>
            <a:r>
              <a:rPr lang="en-US" altLang="zh-CN" sz="100" dirty="0">
                <a:solidFill>
                  <a:srgbClr val="FFFFFF"/>
                </a:solidFill>
                <a:latin typeface="Calibri" panose="020F0502020204030204"/>
                <a:ea typeface="宋体" panose="02010600030101010101" pitchFamily="2" charset="-122"/>
              </a:rPr>
              <a:t>PPT</a:t>
            </a:r>
            <a:r>
              <a:rPr lang="zh-CN" altLang="en-US" sz="100" dirty="0">
                <a:solidFill>
                  <a:srgbClr val="FFFFFF"/>
                </a:solidFill>
                <a:latin typeface="Calibri" panose="020F0502020204030204"/>
                <a:ea typeface="宋体" panose="02010600030101010101" pitchFamily="2" charset="-122"/>
              </a:rPr>
              <a:t>模板下载：</a:t>
            </a:r>
            <a:r>
              <a:rPr lang="en-US" altLang="zh-CN" sz="100" dirty="0">
                <a:solidFill>
                  <a:srgbClr val="FFFFFF"/>
                </a:solidFill>
                <a:latin typeface="Calibri" panose="020F0502020204030204"/>
                <a:ea typeface="宋体" panose="02010600030101010101" pitchFamily="2" charset="-122"/>
              </a:rPr>
              <a:t>www.1ppt.com/moban/     </a:t>
            </a:r>
            <a:r>
              <a:rPr lang="zh-CN" altLang="en-US" sz="100" dirty="0">
                <a:solidFill>
                  <a:srgbClr val="FFFFFF"/>
                </a:solidFill>
                <a:latin typeface="Calibri" panose="020F0502020204030204"/>
                <a:ea typeface="宋体" panose="02010600030101010101" pitchFamily="2" charset="-122"/>
              </a:rPr>
              <a:t>行业</a:t>
            </a:r>
            <a:r>
              <a:rPr lang="en-US" altLang="zh-CN" sz="100" dirty="0">
                <a:solidFill>
                  <a:srgbClr val="FFFFFF"/>
                </a:solidFill>
                <a:latin typeface="Calibri" panose="020F0502020204030204"/>
                <a:ea typeface="宋体" panose="02010600030101010101" pitchFamily="2" charset="-122"/>
              </a:rPr>
              <a:t>PPT</a:t>
            </a:r>
            <a:r>
              <a:rPr lang="zh-CN" altLang="en-US" sz="100" dirty="0">
                <a:solidFill>
                  <a:srgbClr val="FFFFFF"/>
                </a:solidFill>
                <a:latin typeface="Calibri" panose="020F0502020204030204"/>
                <a:ea typeface="宋体" panose="02010600030101010101" pitchFamily="2" charset="-122"/>
              </a:rPr>
              <a:t>模板：</a:t>
            </a:r>
            <a:r>
              <a:rPr lang="en-US" altLang="zh-CN" sz="100" dirty="0">
                <a:solidFill>
                  <a:srgbClr val="FFFFFF"/>
                </a:solidFill>
                <a:latin typeface="Calibri" panose="020F0502020204030204"/>
                <a:ea typeface="宋体" panose="02010600030101010101" pitchFamily="2" charset="-122"/>
              </a:rPr>
              <a:t>www.1ppt.com/hangye/ </a:t>
            </a:r>
            <a:endParaRPr lang="en-US" altLang="zh-CN" sz="100" dirty="0">
              <a:solidFill>
                <a:srgbClr val="FFFFFF"/>
              </a:solidFill>
              <a:latin typeface="Calibri" panose="020F0502020204030204"/>
              <a:ea typeface="宋体" panose="02010600030101010101" pitchFamily="2" charset="-122"/>
            </a:endParaRPr>
          </a:p>
          <a:p>
            <a:pPr lvl="0"/>
            <a:r>
              <a:rPr lang="zh-CN" altLang="en-US" sz="100" dirty="0">
                <a:solidFill>
                  <a:srgbClr val="FFFFFF"/>
                </a:solidFill>
                <a:latin typeface="Calibri" panose="020F0502020204030204"/>
                <a:ea typeface="宋体" panose="02010600030101010101" pitchFamily="2" charset="-122"/>
              </a:rPr>
              <a:t>节日</a:t>
            </a:r>
            <a:r>
              <a:rPr lang="en-US" altLang="zh-CN" sz="100" dirty="0">
                <a:solidFill>
                  <a:srgbClr val="FFFFFF"/>
                </a:solidFill>
                <a:latin typeface="Calibri" panose="020F0502020204030204"/>
                <a:ea typeface="宋体" panose="02010600030101010101" pitchFamily="2" charset="-122"/>
              </a:rPr>
              <a:t>PPT</a:t>
            </a:r>
            <a:r>
              <a:rPr lang="zh-CN" altLang="en-US" sz="100" dirty="0">
                <a:solidFill>
                  <a:srgbClr val="FFFFFF"/>
                </a:solidFill>
                <a:latin typeface="Calibri" panose="020F0502020204030204"/>
                <a:ea typeface="宋体" panose="02010600030101010101" pitchFamily="2" charset="-122"/>
              </a:rPr>
              <a:t>模板：</a:t>
            </a:r>
            <a:r>
              <a:rPr lang="en-US" altLang="zh-CN" sz="100" dirty="0">
                <a:solidFill>
                  <a:srgbClr val="FFFFFF"/>
                </a:solidFill>
                <a:latin typeface="Calibri" panose="020F0502020204030204"/>
                <a:ea typeface="宋体" panose="02010600030101010101" pitchFamily="2" charset="-122"/>
              </a:rPr>
              <a:t>www.1ppt.com/jieri/           PPT</a:t>
            </a:r>
            <a:r>
              <a:rPr lang="zh-CN" altLang="en-US" sz="100" dirty="0">
                <a:solidFill>
                  <a:srgbClr val="FFFFFF"/>
                </a:solidFill>
                <a:latin typeface="Calibri" panose="020F0502020204030204"/>
                <a:ea typeface="宋体" panose="02010600030101010101" pitchFamily="2" charset="-122"/>
              </a:rPr>
              <a:t>素材下载：</a:t>
            </a:r>
            <a:r>
              <a:rPr lang="en-US" altLang="zh-CN" sz="100" dirty="0">
                <a:solidFill>
                  <a:srgbClr val="FFFFFF"/>
                </a:solidFill>
                <a:latin typeface="Calibri" panose="020F0502020204030204"/>
                <a:ea typeface="宋体" panose="02010600030101010101" pitchFamily="2" charset="-122"/>
              </a:rPr>
              <a:t>www.1ppt.com/sucai/</a:t>
            </a:r>
            <a:endParaRPr lang="en-US" altLang="zh-CN" sz="100" dirty="0">
              <a:solidFill>
                <a:srgbClr val="FFFFFF"/>
              </a:solidFill>
              <a:latin typeface="Calibri" panose="020F0502020204030204"/>
              <a:ea typeface="宋体" panose="02010600030101010101" pitchFamily="2" charset="-122"/>
            </a:endParaRPr>
          </a:p>
          <a:p>
            <a:pPr lvl="0"/>
            <a:r>
              <a:rPr lang="en-US" altLang="zh-CN" sz="100" dirty="0">
                <a:solidFill>
                  <a:srgbClr val="FFFFFF"/>
                </a:solidFill>
                <a:latin typeface="Calibri" panose="020F0502020204030204"/>
                <a:ea typeface="宋体" panose="02010600030101010101" pitchFamily="2" charset="-122"/>
              </a:rPr>
              <a:t>PPT</a:t>
            </a:r>
            <a:r>
              <a:rPr lang="zh-CN" altLang="en-US" sz="100" dirty="0">
                <a:solidFill>
                  <a:srgbClr val="FFFFFF"/>
                </a:solidFill>
                <a:latin typeface="Calibri" panose="020F0502020204030204"/>
                <a:ea typeface="宋体" panose="02010600030101010101" pitchFamily="2" charset="-122"/>
              </a:rPr>
              <a:t>背景图片：</a:t>
            </a:r>
            <a:r>
              <a:rPr lang="en-US" altLang="zh-CN" sz="100" dirty="0">
                <a:solidFill>
                  <a:srgbClr val="FFFFFF"/>
                </a:solidFill>
                <a:latin typeface="Calibri" panose="020F0502020204030204"/>
                <a:ea typeface="宋体" panose="02010600030101010101" pitchFamily="2" charset="-122"/>
              </a:rPr>
              <a:t>www.1ppt.com/beijing/      PPT</a:t>
            </a:r>
            <a:r>
              <a:rPr lang="zh-CN" altLang="en-US" sz="100" dirty="0">
                <a:solidFill>
                  <a:srgbClr val="FFFFFF"/>
                </a:solidFill>
                <a:latin typeface="Calibri" panose="020F0502020204030204"/>
                <a:ea typeface="宋体" panose="02010600030101010101" pitchFamily="2" charset="-122"/>
              </a:rPr>
              <a:t>图表下载：</a:t>
            </a:r>
            <a:r>
              <a:rPr lang="en-US" altLang="zh-CN" sz="100" dirty="0">
                <a:solidFill>
                  <a:srgbClr val="FFFFFF"/>
                </a:solidFill>
                <a:latin typeface="Calibri" panose="020F0502020204030204"/>
                <a:ea typeface="宋体" panose="02010600030101010101" pitchFamily="2" charset="-122"/>
              </a:rPr>
              <a:t>www.1ppt.com/tubiao/      </a:t>
            </a:r>
            <a:endParaRPr lang="en-US" altLang="zh-CN" sz="100" dirty="0">
              <a:solidFill>
                <a:srgbClr val="FFFFFF"/>
              </a:solidFill>
              <a:latin typeface="Calibri" panose="020F0502020204030204"/>
              <a:ea typeface="宋体" panose="02010600030101010101" pitchFamily="2" charset="-122"/>
            </a:endParaRPr>
          </a:p>
          <a:p>
            <a:pPr lvl="0"/>
            <a:r>
              <a:rPr lang="zh-CN" altLang="en-US" sz="100" dirty="0">
                <a:solidFill>
                  <a:srgbClr val="FFFFFF"/>
                </a:solidFill>
                <a:latin typeface="Calibri" panose="020F0502020204030204"/>
                <a:ea typeface="宋体" panose="02010600030101010101" pitchFamily="2" charset="-122"/>
              </a:rPr>
              <a:t>优秀</a:t>
            </a:r>
            <a:r>
              <a:rPr lang="en-US" altLang="zh-CN" sz="100" dirty="0">
                <a:solidFill>
                  <a:srgbClr val="FFFFFF"/>
                </a:solidFill>
                <a:latin typeface="Calibri" panose="020F0502020204030204"/>
                <a:ea typeface="宋体" panose="02010600030101010101" pitchFamily="2" charset="-122"/>
              </a:rPr>
              <a:t>PPT</a:t>
            </a:r>
            <a:r>
              <a:rPr lang="zh-CN" altLang="en-US" sz="100" dirty="0">
                <a:solidFill>
                  <a:srgbClr val="FFFFFF"/>
                </a:solidFill>
                <a:latin typeface="Calibri" panose="020F0502020204030204"/>
                <a:ea typeface="宋体" panose="02010600030101010101" pitchFamily="2" charset="-122"/>
              </a:rPr>
              <a:t>下载：</a:t>
            </a:r>
            <a:r>
              <a:rPr lang="en-US" altLang="zh-CN" sz="100" dirty="0">
                <a:solidFill>
                  <a:srgbClr val="FFFFFF"/>
                </a:solidFill>
                <a:latin typeface="Calibri" panose="020F0502020204030204"/>
                <a:ea typeface="宋体" panose="02010600030101010101" pitchFamily="2" charset="-122"/>
              </a:rPr>
              <a:t>www.1ppt.com/xiazai/        PPT</a:t>
            </a:r>
            <a:r>
              <a:rPr lang="zh-CN" altLang="en-US" sz="100" dirty="0">
                <a:solidFill>
                  <a:srgbClr val="FFFFFF"/>
                </a:solidFill>
                <a:latin typeface="Calibri" panose="020F0502020204030204"/>
                <a:ea typeface="宋体" panose="02010600030101010101" pitchFamily="2" charset="-122"/>
              </a:rPr>
              <a:t>教程： </a:t>
            </a:r>
            <a:r>
              <a:rPr lang="en-US" altLang="zh-CN" sz="100" dirty="0">
                <a:solidFill>
                  <a:srgbClr val="FFFFFF"/>
                </a:solidFill>
                <a:latin typeface="Calibri" panose="020F0502020204030204"/>
                <a:ea typeface="宋体" panose="02010600030101010101" pitchFamily="2" charset="-122"/>
              </a:rPr>
              <a:t>www.1ppt.com/powerpoint/      </a:t>
            </a:r>
            <a:endParaRPr lang="en-US" altLang="zh-CN" sz="100" dirty="0">
              <a:solidFill>
                <a:srgbClr val="FFFFFF"/>
              </a:solidFill>
              <a:latin typeface="Calibri" panose="020F0502020204030204"/>
              <a:ea typeface="宋体" panose="02010600030101010101" pitchFamily="2" charset="-122"/>
            </a:endParaRPr>
          </a:p>
          <a:p>
            <a:pPr lvl="0"/>
            <a:r>
              <a:rPr lang="en-US" altLang="zh-CN" sz="100" dirty="0">
                <a:solidFill>
                  <a:srgbClr val="FFFFFF"/>
                </a:solidFill>
                <a:latin typeface="Calibri" panose="020F0502020204030204"/>
                <a:ea typeface="宋体" panose="02010600030101010101" pitchFamily="2" charset="-122"/>
              </a:rPr>
              <a:t>Word</a:t>
            </a:r>
            <a:r>
              <a:rPr lang="zh-CN" altLang="en-US" sz="100" dirty="0">
                <a:solidFill>
                  <a:srgbClr val="FFFFFF"/>
                </a:solidFill>
                <a:latin typeface="Calibri" panose="020F0502020204030204"/>
                <a:ea typeface="宋体" panose="02010600030101010101" pitchFamily="2" charset="-122"/>
              </a:rPr>
              <a:t>教程： </a:t>
            </a:r>
            <a:r>
              <a:rPr lang="en-US" altLang="zh-CN" sz="100" dirty="0">
                <a:solidFill>
                  <a:srgbClr val="FFFFFF"/>
                </a:solidFill>
                <a:latin typeface="Calibri" panose="020F0502020204030204"/>
                <a:ea typeface="宋体" panose="02010600030101010101" pitchFamily="2" charset="-122"/>
              </a:rPr>
              <a:t>www.1ppt.com/word/              Excel</a:t>
            </a:r>
            <a:r>
              <a:rPr lang="zh-CN" altLang="en-US" sz="100" dirty="0">
                <a:solidFill>
                  <a:srgbClr val="FFFFFF"/>
                </a:solidFill>
                <a:latin typeface="Calibri" panose="020F0502020204030204"/>
                <a:ea typeface="宋体" panose="02010600030101010101" pitchFamily="2" charset="-122"/>
              </a:rPr>
              <a:t>教程：</a:t>
            </a:r>
            <a:r>
              <a:rPr lang="en-US" altLang="zh-CN" sz="100" dirty="0">
                <a:solidFill>
                  <a:srgbClr val="FFFFFF"/>
                </a:solidFill>
                <a:latin typeface="Calibri" panose="020F0502020204030204"/>
                <a:ea typeface="宋体" panose="02010600030101010101" pitchFamily="2" charset="-122"/>
              </a:rPr>
              <a:t>www.1ppt.com/excel/  </a:t>
            </a:r>
            <a:endParaRPr lang="en-US" altLang="zh-CN" sz="100" dirty="0">
              <a:solidFill>
                <a:srgbClr val="FFFFFF"/>
              </a:solidFill>
              <a:latin typeface="Calibri" panose="020F0502020204030204"/>
              <a:ea typeface="宋体" panose="02010600030101010101" pitchFamily="2" charset="-122"/>
            </a:endParaRPr>
          </a:p>
          <a:p>
            <a:pPr lvl="0"/>
            <a:r>
              <a:rPr lang="zh-CN" altLang="en-US" sz="100" dirty="0">
                <a:solidFill>
                  <a:srgbClr val="FFFFFF"/>
                </a:solidFill>
                <a:latin typeface="Calibri" panose="020F0502020204030204"/>
                <a:ea typeface="宋体" panose="02010600030101010101" pitchFamily="2" charset="-122"/>
              </a:rPr>
              <a:t>资料下载：</a:t>
            </a:r>
            <a:r>
              <a:rPr lang="en-US" altLang="zh-CN" sz="100" dirty="0">
                <a:solidFill>
                  <a:srgbClr val="FFFFFF"/>
                </a:solidFill>
                <a:latin typeface="Calibri" panose="020F0502020204030204"/>
                <a:ea typeface="宋体" panose="02010600030101010101" pitchFamily="2" charset="-122"/>
              </a:rPr>
              <a:t>www.1ppt.com/ziliao/                PPT</a:t>
            </a:r>
            <a:r>
              <a:rPr lang="zh-CN" altLang="en-US" sz="100" dirty="0">
                <a:solidFill>
                  <a:srgbClr val="FFFFFF"/>
                </a:solidFill>
                <a:latin typeface="Calibri" panose="020F0502020204030204"/>
                <a:ea typeface="宋体" panose="02010600030101010101" pitchFamily="2" charset="-122"/>
              </a:rPr>
              <a:t>课件下载：</a:t>
            </a:r>
            <a:r>
              <a:rPr lang="en-US" altLang="zh-CN" sz="100" dirty="0">
                <a:solidFill>
                  <a:srgbClr val="FFFFFF"/>
                </a:solidFill>
                <a:latin typeface="Calibri" panose="020F0502020204030204"/>
                <a:ea typeface="宋体" panose="02010600030101010101" pitchFamily="2" charset="-122"/>
              </a:rPr>
              <a:t>www.1ppt.com/kejian/ </a:t>
            </a:r>
            <a:endParaRPr lang="en-US" altLang="zh-CN" sz="100" dirty="0">
              <a:solidFill>
                <a:srgbClr val="FFFFFF"/>
              </a:solidFill>
              <a:latin typeface="Calibri" panose="020F0502020204030204"/>
              <a:ea typeface="宋体" panose="02010600030101010101" pitchFamily="2" charset="-122"/>
            </a:endParaRPr>
          </a:p>
          <a:p>
            <a:pPr lvl="0"/>
            <a:r>
              <a:rPr lang="zh-CN" altLang="en-US" sz="100" dirty="0">
                <a:solidFill>
                  <a:srgbClr val="FFFFFF"/>
                </a:solidFill>
                <a:latin typeface="Calibri" panose="020F0502020204030204"/>
                <a:ea typeface="宋体" panose="02010600030101010101" pitchFamily="2" charset="-122"/>
              </a:rPr>
              <a:t>范文下载：</a:t>
            </a:r>
            <a:r>
              <a:rPr lang="en-US" altLang="zh-CN" sz="100" dirty="0">
                <a:solidFill>
                  <a:srgbClr val="FFFFFF"/>
                </a:solidFill>
                <a:latin typeface="Calibri" panose="020F0502020204030204"/>
                <a:ea typeface="宋体" panose="02010600030101010101" pitchFamily="2" charset="-122"/>
              </a:rPr>
              <a:t>www.1ppt.com/fanwen/             </a:t>
            </a:r>
            <a:r>
              <a:rPr lang="zh-CN" altLang="en-US" sz="100" dirty="0">
                <a:solidFill>
                  <a:srgbClr val="FFFFFF"/>
                </a:solidFill>
                <a:latin typeface="Calibri" panose="020F0502020204030204"/>
                <a:ea typeface="宋体" panose="02010600030101010101" pitchFamily="2" charset="-122"/>
              </a:rPr>
              <a:t>试卷下载：</a:t>
            </a:r>
            <a:r>
              <a:rPr lang="en-US" altLang="zh-CN" sz="100" dirty="0">
                <a:solidFill>
                  <a:srgbClr val="FFFFFF"/>
                </a:solidFill>
                <a:latin typeface="Calibri" panose="020F0502020204030204"/>
                <a:ea typeface="宋体" panose="02010600030101010101" pitchFamily="2" charset="-122"/>
              </a:rPr>
              <a:t>www.1ppt.com/shiti/  </a:t>
            </a:r>
            <a:endParaRPr lang="en-US" altLang="zh-CN" sz="100" dirty="0">
              <a:solidFill>
                <a:srgbClr val="FFFFFF"/>
              </a:solidFill>
              <a:latin typeface="Calibri" panose="020F0502020204030204"/>
              <a:ea typeface="宋体" panose="02010600030101010101" pitchFamily="2" charset="-122"/>
            </a:endParaRPr>
          </a:p>
          <a:p>
            <a:pPr lvl="0"/>
            <a:r>
              <a:rPr lang="zh-CN" altLang="en-US" sz="100" dirty="0">
                <a:solidFill>
                  <a:srgbClr val="FFFFFF"/>
                </a:solidFill>
                <a:latin typeface="Calibri" panose="020F0502020204030204"/>
                <a:ea typeface="宋体" panose="02010600030101010101" pitchFamily="2" charset="-122"/>
              </a:rPr>
              <a:t>教案下载：</a:t>
            </a:r>
            <a:r>
              <a:rPr lang="en-US" altLang="zh-CN" sz="100" dirty="0">
                <a:solidFill>
                  <a:srgbClr val="FFFFFF"/>
                </a:solidFill>
                <a:latin typeface="Calibri" panose="020F0502020204030204"/>
                <a:ea typeface="宋体" panose="02010600030101010101" pitchFamily="2" charset="-122"/>
              </a:rPr>
              <a:t>www.1ppt.com/jiaoan/        </a:t>
            </a:r>
            <a:endParaRPr lang="en-US" altLang="zh-CN" sz="100" dirty="0">
              <a:solidFill>
                <a:srgbClr val="FFFFFF"/>
              </a:solidFill>
              <a:latin typeface="Calibri" panose="020F0502020204030204"/>
              <a:ea typeface="宋体" panose="02010600030101010101" pitchFamily="2" charset="-122"/>
            </a:endParaRPr>
          </a:p>
          <a:p>
            <a:pPr lvl="0"/>
            <a:r>
              <a:rPr lang="zh-CN" altLang="en-US" sz="100" dirty="0">
                <a:solidFill>
                  <a:srgbClr val="FFFFFF"/>
                </a:solidFill>
                <a:latin typeface="Calibri" panose="020F0502020204030204"/>
                <a:ea typeface="宋体" panose="02010600030101010101" pitchFamily="2" charset="-122"/>
              </a:rPr>
              <a:t>字体下载：</a:t>
            </a:r>
            <a:r>
              <a:rPr lang="en-US" altLang="zh-CN" sz="100" dirty="0">
                <a:solidFill>
                  <a:srgbClr val="FFFFFF"/>
                </a:solidFill>
                <a:latin typeface="Calibri" panose="020F0502020204030204"/>
                <a:ea typeface="宋体" panose="02010600030101010101" pitchFamily="2" charset="-122"/>
              </a:rPr>
              <a:t>www.1ppt.com/ziti/</a:t>
            </a:r>
            <a:endParaRPr lang="en-US" altLang="zh-CN" sz="100" dirty="0">
              <a:solidFill>
                <a:srgbClr val="FFFFFF"/>
              </a:solidFill>
              <a:latin typeface="Calibri" panose="020F0502020204030204"/>
              <a:ea typeface="宋体" panose="02010600030101010101" pitchFamily="2" charset="-122"/>
            </a:endParaRPr>
          </a:p>
          <a:p>
            <a:pPr lvl="0"/>
            <a:r>
              <a:rPr lang="en-US" altLang="zh-CN" sz="100" dirty="0">
                <a:solidFill>
                  <a:srgbClr val="FFFFFF"/>
                </a:solidFill>
                <a:latin typeface="Calibri" panose="020F0502020204030204"/>
                <a:ea typeface="宋体" panose="02010600030101010101" pitchFamily="2" charset="-122"/>
              </a:rPr>
              <a:t> </a:t>
            </a:r>
            <a:endParaRPr lang="zh-CN" altLang="en-US" sz="100" dirty="0">
              <a:solidFill>
                <a:srgbClr val="FFFFFF"/>
              </a:solidFill>
              <a:latin typeface="Calibri" panose="020F0502020204030204"/>
              <a:ea typeface="宋体" panose="02010600030101010101" pitchFamily="2" charset="-122"/>
            </a:endParaRPr>
          </a:p>
        </p:txBody>
      </p:sp>
      <p:sp>
        <p:nvSpPr>
          <p:cNvPr id="2" name="标题 1"/>
          <p:cNvSpPr>
            <a:spLocks noGrp="1"/>
          </p:cNvSpPr>
          <p:nvPr>
            <p:ph type="title"/>
          </p:nvPr>
        </p:nvSpPr>
        <p:spPr>
          <a:xfrm>
            <a:off x="609600" y="274638"/>
            <a:ext cx="10972800" cy="1143000"/>
          </a:xfrm>
          <a:prstGeom prst="rect">
            <a:avLst/>
          </a:prstGeom>
        </p:spPr>
        <p:txBody>
          <a:bodyPr/>
          <a:lstStyle/>
          <a:p>
            <a:pPr fontAlgn="auto"/>
            <a:r>
              <a:rPr lang="zh-CN" altLang="en-US" strike="noStrike" noProof="1" smtClean="0"/>
              <a:t>单击此处编辑母版标题样式</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10" advClick="0" advTm="5000"/>
    </mc:Choice>
    <mc:Fallback>
      <p:transition advClick="0" advTm="5000"/>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内页-1">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900" advClick="0" advTm="5000">
        <p14:warp dir="in"/>
      </p:transition>
    </mc:Choice>
    <mc:Fallback>
      <p:transition spd="slow" advClick="0" advTm="5000">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内页-2">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900" advClick="0" advTm="5000">
        <p14:warp dir="in"/>
      </p:transition>
    </mc:Choice>
    <mc:Fallback>
      <p:transition spd="slow" advClick="0" advTm="5000">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内页-3">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900" advClick="0" advTm="5000">
        <p14:warp dir="in"/>
      </p:transition>
    </mc:Choice>
    <mc:Fallback>
      <p:transition spd="slow" advClick="0" advTm="5000">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内页-4">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900" advClick="0" advTm="5000">
        <p14:warp dir="in"/>
      </p:transition>
    </mc:Choice>
    <mc:Fallback>
      <p:transition spd="slow" advClick="0" advTm="5000">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内页-5">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900" advClick="0" advTm="5000">
        <p14:warp dir="in"/>
      </p:transition>
    </mc:Choice>
    <mc:Fallback>
      <p:transition spd="slow" advClick="0" advTm="5000">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结束页">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900" advClick="0" advTm="5000">
        <p14:warp dir="in"/>
      </p:transition>
    </mc:Choice>
    <mc:Fallback>
      <p:transition spd="slow" advClick="0" advTm="5000">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版权页">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600" advClick="0" advTm="5000">
        <p:blinds dir="vert"/>
      </p:transition>
    </mc:Choice>
    <mc:Fallback>
      <p:transition spd="slow" advClick="0" advTm="5000">
        <p:blinds dir="vert"/>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advClick="0" advTm="5000"/>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1.xml"/><Relationship Id="rId4" Type="http://schemas.openxmlformats.org/officeDocument/2006/relationships/themeOverride" Target="../theme/themeOverride1.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emf"/></Relationships>
</file>

<file path=ppt/slides/_rels/slide2.xml.rels><?xml version="1.0" encoding="UTF-8" standalone="yes"?>
<Relationships xmlns="http://schemas.openxmlformats.org/package/2006/relationships"><Relationship Id="rId9" Type="http://schemas.openxmlformats.org/officeDocument/2006/relationships/themeOverride" Target="../theme/themeOverride2.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0" Type="http://schemas.openxmlformats.org/officeDocument/2006/relationships/slideLayout" Target="../slideLayouts/slideLayout2.xml"/><Relationship Id="rId1" Type="http://schemas.openxmlformats.org/officeDocument/2006/relationships/image" Target="../media/image1.emf"/></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hemeOverride" Target="../theme/themeOverride3.xml"/><Relationship Id="rId1" Type="http://schemas.openxmlformats.org/officeDocument/2006/relationships/image" Target="../media/image1.emf"/></Relationships>
</file>

<file path=ppt/slides/_rels/slide4.xml.rels><?xml version="1.0" encoding="UTF-8" standalone="yes"?>
<Relationships xmlns="http://schemas.openxmlformats.org/package/2006/relationships"><Relationship Id="rId6" Type="http://schemas.openxmlformats.org/officeDocument/2006/relationships/slideLayout" Target="../slideLayouts/slideLayout5.xml"/><Relationship Id="rId5" Type="http://schemas.openxmlformats.org/officeDocument/2006/relationships/themeOverride" Target="../theme/themeOverride4.xml"/><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1.emf"/><Relationship Id="rId1" Type="http://schemas.openxmlformats.org/officeDocument/2006/relationships/tags" Target="../tags/tag8.xml"/></Relationships>
</file>

<file path=ppt/slides/_rels/slide5.xml.rels><?xml version="1.0" encoding="UTF-8" standalone="yes"?>
<Relationships xmlns="http://schemas.openxmlformats.org/package/2006/relationships"><Relationship Id="rId9" Type="http://schemas.openxmlformats.org/officeDocument/2006/relationships/slideLayout" Target="../slideLayouts/slideLayout5.xml"/><Relationship Id="rId8" Type="http://schemas.openxmlformats.org/officeDocument/2006/relationships/themeOverride" Target="../theme/themeOverride5.xml"/><Relationship Id="rId7" Type="http://schemas.openxmlformats.org/officeDocument/2006/relationships/image" Target="../media/image2.png"/><Relationship Id="rId6" Type="http://schemas.openxmlformats.org/officeDocument/2006/relationships/image" Target="../media/image9.jpeg"/><Relationship Id="rId5" Type="http://schemas.openxmlformats.org/officeDocument/2006/relationships/image" Target="../media/image8.jpeg"/><Relationship Id="rId4" Type="http://schemas.openxmlformats.org/officeDocument/2006/relationships/image" Target="../media/image7.jpeg"/><Relationship Id="rId3" Type="http://schemas.openxmlformats.org/officeDocument/2006/relationships/image" Target="../media/image6.jpeg"/><Relationship Id="rId2" Type="http://schemas.openxmlformats.org/officeDocument/2006/relationships/image" Target="../media/image1.emf"/><Relationship Id="rId1" Type="http://schemas.openxmlformats.org/officeDocument/2006/relationships/tags" Target="../tags/tag9.xml"/></Relationships>
</file>

<file path=ppt/slides/_rels/slide6.xml.rels><?xml version="1.0" encoding="UTF-8" standalone="yes"?>
<Relationships xmlns="http://schemas.openxmlformats.org/package/2006/relationships"><Relationship Id="rId9" Type="http://schemas.openxmlformats.org/officeDocument/2006/relationships/themeOverride" Target="../theme/themeOverride6.xml"/><Relationship Id="rId8" Type="http://schemas.openxmlformats.org/officeDocument/2006/relationships/image" Target="../media/image15.png"/><Relationship Id="rId7" Type="http://schemas.openxmlformats.org/officeDocument/2006/relationships/image" Target="../media/image14.png"/><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 Id="rId3" Type="http://schemas.openxmlformats.org/officeDocument/2006/relationships/image" Target="../media/image10.png"/><Relationship Id="rId2" Type="http://schemas.openxmlformats.org/officeDocument/2006/relationships/image" Target="../media/image1.emf"/><Relationship Id="rId10" Type="http://schemas.openxmlformats.org/officeDocument/2006/relationships/slideLayout" Target="../slideLayouts/slideLayout5.xml"/><Relationship Id="rId1" Type="http://schemas.openxmlformats.org/officeDocument/2006/relationships/tags" Target="../tags/tag10.xml"/></Relationships>
</file>

<file path=ppt/slides/_rels/slide7.xml.rels><?xml version="1.0" encoding="UTF-8" standalone="yes"?>
<Relationships xmlns="http://schemas.openxmlformats.org/package/2006/relationships"><Relationship Id="rId6" Type="http://schemas.openxmlformats.org/officeDocument/2006/relationships/slideLayout" Target="../slideLayouts/slideLayout5.xml"/><Relationship Id="rId5" Type="http://schemas.openxmlformats.org/officeDocument/2006/relationships/themeOverride" Target="../theme/themeOverride7.xml"/><Relationship Id="rId4" Type="http://schemas.openxmlformats.org/officeDocument/2006/relationships/image" Target="../media/image17.png"/><Relationship Id="rId3" Type="http://schemas.openxmlformats.org/officeDocument/2006/relationships/image" Target="../media/image16.png"/><Relationship Id="rId2" Type="http://schemas.openxmlformats.org/officeDocument/2006/relationships/image" Target="../media/image1.emf"/><Relationship Id="rId1" Type="http://schemas.openxmlformats.org/officeDocument/2006/relationships/tags" Target="../tags/tag11.xml"/></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5.xml"/><Relationship Id="rId3" Type="http://schemas.openxmlformats.org/officeDocument/2006/relationships/themeOverride" Target="../theme/themeOverride8.xml"/><Relationship Id="rId2" Type="http://schemas.openxmlformats.org/officeDocument/2006/relationships/image" Target="../media/image1.emf"/><Relationship Id="rId1" Type="http://schemas.openxmlformats.org/officeDocument/2006/relationships/tags" Target="../tags/tag12.xml"/></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5.xml"/><Relationship Id="rId3" Type="http://schemas.openxmlformats.org/officeDocument/2006/relationships/themeOverride" Target="../theme/themeOverride9.xml"/><Relationship Id="rId2" Type="http://schemas.openxmlformats.org/officeDocument/2006/relationships/tags" Target="../tags/tag13.xml"/><Relationship Id="rId1" Type="http://schemas.openxmlformats.org/officeDocument/2006/relationships/image" Target="../media/image1.emf"/></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hemeOverride" Target="../theme/themeOverride10.xml"/><Relationship Id="rId1" Type="http://schemas.openxmlformats.org/officeDocument/2006/relationships/image" Target="../media/image1.emf"/></Relationships>
</file>

<file path=ppt/slides/_rels/slide11.xml.rels><?xml version="1.0" encoding="UTF-8" standalone="yes"?>
<Relationships xmlns="http://schemas.openxmlformats.org/package/2006/relationships"><Relationship Id="rId5" Type="http://schemas.openxmlformats.org/officeDocument/2006/relationships/slideLayout" Target="../slideLayouts/slideLayout5.xml"/><Relationship Id="rId4" Type="http://schemas.openxmlformats.org/officeDocument/2006/relationships/themeOverride" Target="../theme/themeOverride11.xml"/><Relationship Id="rId3" Type="http://schemas.openxmlformats.org/officeDocument/2006/relationships/image" Target="../media/image18.png"/><Relationship Id="rId2" Type="http://schemas.openxmlformats.org/officeDocument/2006/relationships/image" Target="../media/image1.emf"/><Relationship Id="rId1" Type="http://schemas.openxmlformats.org/officeDocument/2006/relationships/tags" Target="../tags/tag14.xml"/></Relationships>
</file>

<file path=ppt/slides/_rels/slide12.xml.rels><?xml version="1.0" encoding="UTF-8" standalone="yes"?>
<Relationships xmlns="http://schemas.openxmlformats.org/package/2006/relationships"><Relationship Id="rId5" Type="http://schemas.openxmlformats.org/officeDocument/2006/relationships/slideLayout" Target="../slideLayouts/slideLayout5.xml"/><Relationship Id="rId4" Type="http://schemas.openxmlformats.org/officeDocument/2006/relationships/themeOverride" Target="../theme/themeOverride12.xml"/><Relationship Id="rId3" Type="http://schemas.openxmlformats.org/officeDocument/2006/relationships/image" Target="../media/image19.png"/><Relationship Id="rId2" Type="http://schemas.openxmlformats.org/officeDocument/2006/relationships/image" Target="../media/image1.emf"/><Relationship Id="rId1" Type="http://schemas.openxmlformats.org/officeDocument/2006/relationships/tags" Target="../tags/tag15.xml"/></Relationships>
</file>

<file path=ppt/slides/_rels/slide13.xml.rels><?xml version="1.0" encoding="UTF-8" standalone="yes"?>
<Relationships xmlns="http://schemas.openxmlformats.org/package/2006/relationships"><Relationship Id="rId6" Type="http://schemas.openxmlformats.org/officeDocument/2006/relationships/slideLayout" Target="../slideLayouts/slideLayout5.xml"/><Relationship Id="rId5" Type="http://schemas.openxmlformats.org/officeDocument/2006/relationships/themeOverride" Target="../theme/themeOverride13.xml"/><Relationship Id="rId4" Type="http://schemas.openxmlformats.org/officeDocument/2006/relationships/image" Target="../media/image21.png"/><Relationship Id="rId3" Type="http://schemas.openxmlformats.org/officeDocument/2006/relationships/image" Target="../media/image20.png"/><Relationship Id="rId2" Type="http://schemas.openxmlformats.org/officeDocument/2006/relationships/image" Target="../media/image1.emf"/><Relationship Id="rId1" Type="http://schemas.openxmlformats.org/officeDocument/2006/relationships/tags" Target="../tags/tag16.xml"/></Relationships>
</file>

<file path=ppt/slides/_rels/slide14.xml.rels><?xml version="1.0" encoding="UTF-8" standalone="yes"?>
<Relationships xmlns="http://schemas.openxmlformats.org/package/2006/relationships"><Relationship Id="rId5" Type="http://schemas.openxmlformats.org/officeDocument/2006/relationships/slideLayout" Target="../slideLayouts/slideLayout5.xml"/><Relationship Id="rId4" Type="http://schemas.openxmlformats.org/officeDocument/2006/relationships/themeOverride" Target="../theme/themeOverride14.xml"/><Relationship Id="rId3" Type="http://schemas.openxmlformats.org/officeDocument/2006/relationships/image" Target="../media/image22.png"/><Relationship Id="rId2" Type="http://schemas.openxmlformats.org/officeDocument/2006/relationships/image" Target="../media/image1.emf"/><Relationship Id="rId1" Type="http://schemas.openxmlformats.org/officeDocument/2006/relationships/tags" Target="../tags/tag17.xml"/></Relationships>
</file>

<file path=ppt/slides/_rels/slide15.xml.rels><?xml version="1.0" encoding="UTF-8" standalone="yes"?>
<Relationships xmlns="http://schemas.openxmlformats.org/package/2006/relationships"><Relationship Id="rId5" Type="http://schemas.openxmlformats.org/officeDocument/2006/relationships/slideLayout" Target="../slideLayouts/slideLayout5.xml"/><Relationship Id="rId4" Type="http://schemas.openxmlformats.org/officeDocument/2006/relationships/themeOverride" Target="../theme/themeOverride15.xml"/><Relationship Id="rId3" Type="http://schemas.openxmlformats.org/officeDocument/2006/relationships/image" Target="../media/image23.png"/><Relationship Id="rId2" Type="http://schemas.openxmlformats.org/officeDocument/2006/relationships/image" Target="../media/image1.emf"/><Relationship Id="rId1" Type="http://schemas.openxmlformats.org/officeDocument/2006/relationships/tags" Target="../tags/tag18.xml"/></Relationships>
</file>

<file path=ppt/slides/_rels/slide16.xml.rels><?xml version="1.0" encoding="UTF-8" standalone="yes"?>
<Relationships xmlns="http://schemas.openxmlformats.org/package/2006/relationships"><Relationship Id="rId5" Type="http://schemas.openxmlformats.org/officeDocument/2006/relationships/slideLayout" Target="../slideLayouts/slideLayout5.xml"/><Relationship Id="rId4" Type="http://schemas.openxmlformats.org/officeDocument/2006/relationships/themeOverride" Target="../theme/themeOverride16.xml"/><Relationship Id="rId3" Type="http://schemas.openxmlformats.org/officeDocument/2006/relationships/image" Target="../media/image24.png"/><Relationship Id="rId2" Type="http://schemas.openxmlformats.org/officeDocument/2006/relationships/image" Target="../media/image1.emf"/><Relationship Id="rId1" Type="http://schemas.openxmlformats.org/officeDocument/2006/relationships/tags" Target="../tags/tag19.xml"/></Relationships>
</file>

<file path=ppt/slides/_rels/slide17.xml.rels><?xml version="1.0" encoding="UTF-8" standalone="yes"?>
<Relationships xmlns="http://schemas.openxmlformats.org/package/2006/relationships"><Relationship Id="rId5" Type="http://schemas.openxmlformats.org/officeDocument/2006/relationships/slideLayout" Target="../slideLayouts/slideLayout5.xml"/><Relationship Id="rId4" Type="http://schemas.openxmlformats.org/officeDocument/2006/relationships/themeOverride" Target="../theme/themeOverride17.xml"/><Relationship Id="rId3" Type="http://schemas.openxmlformats.org/officeDocument/2006/relationships/image" Target="../media/image25.png"/><Relationship Id="rId2" Type="http://schemas.openxmlformats.org/officeDocument/2006/relationships/image" Target="../media/image1.emf"/><Relationship Id="rId1" Type="http://schemas.openxmlformats.org/officeDocument/2006/relationships/tags" Target="../tags/tag20.xml"/></Relationships>
</file>

<file path=ppt/slides/_rels/slide18.xml.rels><?xml version="1.0" encoding="UTF-8" standalone="yes"?>
<Relationships xmlns="http://schemas.openxmlformats.org/package/2006/relationships"><Relationship Id="rId5" Type="http://schemas.openxmlformats.org/officeDocument/2006/relationships/slideLayout" Target="../slideLayouts/slideLayout5.xml"/><Relationship Id="rId4" Type="http://schemas.openxmlformats.org/officeDocument/2006/relationships/themeOverride" Target="../theme/themeOverride18.xml"/><Relationship Id="rId3" Type="http://schemas.openxmlformats.org/officeDocument/2006/relationships/image" Target="../media/image26.png"/><Relationship Id="rId2" Type="http://schemas.openxmlformats.org/officeDocument/2006/relationships/image" Target="../media/image1.emf"/><Relationship Id="rId1" Type="http://schemas.openxmlformats.org/officeDocument/2006/relationships/tags" Target="../tags/tag21.xml"/></Relationships>
</file>

<file path=ppt/slides/_rels/slide19.xml.rels><?xml version="1.0" encoding="UTF-8" standalone="yes"?>
<Relationships xmlns="http://schemas.openxmlformats.org/package/2006/relationships"><Relationship Id="rId6" Type="http://schemas.openxmlformats.org/officeDocument/2006/relationships/slideLayout" Target="../slideLayouts/slideLayout5.xml"/><Relationship Id="rId5" Type="http://schemas.openxmlformats.org/officeDocument/2006/relationships/themeOverride" Target="../theme/themeOverride19.xml"/><Relationship Id="rId4" Type="http://schemas.openxmlformats.org/officeDocument/2006/relationships/image" Target="../media/image28.png"/><Relationship Id="rId3" Type="http://schemas.openxmlformats.org/officeDocument/2006/relationships/image" Target="../media/image27.png"/><Relationship Id="rId2" Type="http://schemas.openxmlformats.org/officeDocument/2006/relationships/image" Target="../media/image1.emf"/><Relationship Id="rId1" Type="http://schemas.openxmlformats.org/officeDocument/2006/relationships/tags" Target="../tags/tag22.xml"/></Relationships>
</file>

<file path=ppt/slides/_rels/slide20.xml.rels><?xml version="1.0" encoding="UTF-8" standalone="yes"?>
<Relationships xmlns="http://schemas.openxmlformats.org/package/2006/relationships"><Relationship Id="rId5" Type="http://schemas.openxmlformats.org/officeDocument/2006/relationships/slideLayout" Target="../slideLayouts/slideLayout5.xml"/><Relationship Id="rId4" Type="http://schemas.openxmlformats.org/officeDocument/2006/relationships/themeOverride" Target="../theme/themeOverride20.xml"/><Relationship Id="rId3" Type="http://schemas.openxmlformats.org/officeDocument/2006/relationships/image" Target="../media/image29.png"/><Relationship Id="rId2" Type="http://schemas.openxmlformats.org/officeDocument/2006/relationships/image" Target="../media/image1.emf"/><Relationship Id="rId1" Type="http://schemas.openxmlformats.org/officeDocument/2006/relationships/tags" Target="../tags/tag23.xml"/></Relationships>
</file>

<file path=ppt/slides/_rels/slide21.xml.rels><?xml version="1.0" encoding="UTF-8" standalone="yes"?>
<Relationships xmlns="http://schemas.openxmlformats.org/package/2006/relationships"><Relationship Id="rId5" Type="http://schemas.openxmlformats.org/officeDocument/2006/relationships/slideLayout" Target="../slideLayouts/slideLayout5.xml"/><Relationship Id="rId4" Type="http://schemas.openxmlformats.org/officeDocument/2006/relationships/themeOverride" Target="../theme/themeOverride21.xml"/><Relationship Id="rId3" Type="http://schemas.openxmlformats.org/officeDocument/2006/relationships/image" Target="../media/image30.png"/><Relationship Id="rId2" Type="http://schemas.openxmlformats.org/officeDocument/2006/relationships/image" Target="../media/image1.emf"/><Relationship Id="rId1" Type="http://schemas.openxmlformats.org/officeDocument/2006/relationships/tags" Target="../tags/tag24.xml"/></Relationships>
</file>

<file path=ppt/slides/_rels/slide22.xml.rels><?xml version="1.0" encoding="UTF-8" standalone="yes"?>
<Relationships xmlns="http://schemas.openxmlformats.org/package/2006/relationships"><Relationship Id="rId5" Type="http://schemas.openxmlformats.org/officeDocument/2006/relationships/slideLayout" Target="../slideLayouts/slideLayout5.xml"/><Relationship Id="rId4" Type="http://schemas.openxmlformats.org/officeDocument/2006/relationships/themeOverride" Target="../theme/themeOverride22.xml"/><Relationship Id="rId3" Type="http://schemas.openxmlformats.org/officeDocument/2006/relationships/image" Target="../media/image31.png"/><Relationship Id="rId2" Type="http://schemas.openxmlformats.org/officeDocument/2006/relationships/image" Target="../media/image1.emf"/><Relationship Id="rId1" Type="http://schemas.openxmlformats.org/officeDocument/2006/relationships/tags" Target="../tags/tag25.xml"/></Relationships>
</file>

<file path=ppt/slides/_rels/slide23.xml.rels><?xml version="1.0" encoding="UTF-8" standalone="yes"?>
<Relationships xmlns="http://schemas.openxmlformats.org/package/2006/relationships"><Relationship Id="rId5" Type="http://schemas.openxmlformats.org/officeDocument/2006/relationships/slideLayout" Target="../slideLayouts/slideLayout5.xml"/><Relationship Id="rId4" Type="http://schemas.openxmlformats.org/officeDocument/2006/relationships/themeOverride" Target="../theme/themeOverride23.xml"/><Relationship Id="rId3" Type="http://schemas.openxmlformats.org/officeDocument/2006/relationships/image" Target="../media/image32.png"/><Relationship Id="rId2" Type="http://schemas.openxmlformats.org/officeDocument/2006/relationships/image" Target="../media/image1.emf"/><Relationship Id="rId1" Type="http://schemas.openxmlformats.org/officeDocument/2006/relationships/tags" Target="../tags/tag26.xml"/></Relationships>
</file>

<file path=ppt/slides/_rels/slide24.xml.rels><?xml version="1.0" encoding="UTF-8" standalone="yes"?>
<Relationships xmlns="http://schemas.openxmlformats.org/package/2006/relationships"><Relationship Id="rId5" Type="http://schemas.openxmlformats.org/officeDocument/2006/relationships/slideLayout" Target="../slideLayouts/slideLayout5.xml"/><Relationship Id="rId4" Type="http://schemas.openxmlformats.org/officeDocument/2006/relationships/themeOverride" Target="../theme/themeOverride24.xml"/><Relationship Id="rId3" Type="http://schemas.openxmlformats.org/officeDocument/2006/relationships/image" Target="../media/image33.png"/><Relationship Id="rId2" Type="http://schemas.openxmlformats.org/officeDocument/2006/relationships/image" Target="../media/image1.emf"/><Relationship Id="rId1" Type="http://schemas.openxmlformats.org/officeDocument/2006/relationships/tags" Target="../tags/tag27.xml"/></Relationships>
</file>

<file path=ppt/slides/_rels/slide25.xml.rels><?xml version="1.0" encoding="UTF-8" standalone="yes"?>
<Relationships xmlns="http://schemas.openxmlformats.org/package/2006/relationships"><Relationship Id="rId5" Type="http://schemas.openxmlformats.org/officeDocument/2006/relationships/slideLayout" Target="../slideLayouts/slideLayout5.xml"/><Relationship Id="rId4" Type="http://schemas.openxmlformats.org/officeDocument/2006/relationships/themeOverride" Target="../theme/themeOverride25.xml"/><Relationship Id="rId3" Type="http://schemas.openxmlformats.org/officeDocument/2006/relationships/image" Target="../media/image34.png"/><Relationship Id="rId2" Type="http://schemas.openxmlformats.org/officeDocument/2006/relationships/image" Target="../media/image1.emf"/><Relationship Id="rId1" Type="http://schemas.openxmlformats.org/officeDocument/2006/relationships/tags" Target="../tags/tag28.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hemeOverride" Target="../theme/themeOverride26.xml"/><Relationship Id="rId1" Type="http://schemas.openxmlformats.org/officeDocument/2006/relationships/image" Target="../media/image1.emf"/></Relationships>
</file>

<file path=ppt/slides/_rels/slide27.xml.rels><?xml version="1.0" encoding="UTF-8" standalone="yes"?>
<Relationships xmlns="http://schemas.openxmlformats.org/package/2006/relationships"><Relationship Id="rId5" Type="http://schemas.openxmlformats.org/officeDocument/2006/relationships/slideLayout" Target="../slideLayouts/slideLayout5.xml"/><Relationship Id="rId4" Type="http://schemas.openxmlformats.org/officeDocument/2006/relationships/themeOverride" Target="../theme/themeOverride27.xml"/><Relationship Id="rId3" Type="http://schemas.openxmlformats.org/officeDocument/2006/relationships/image" Target="../media/image35.png"/><Relationship Id="rId2" Type="http://schemas.openxmlformats.org/officeDocument/2006/relationships/image" Target="../media/image1.emf"/><Relationship Id="rId1" Type="http://schemas.openxmlformats.org/officeDocument/2006/relationships/tags" Target="../tags/tag29.xml"/></Relationships>
</file>

<file path=ppt/slides/_rels/slide28.xml.rels><?xml version="1.0" encoding="UTF-8" standalone="yes"?>
<Relationships xmlns="http://schemas.openxmlformats.org/package/2006/relationships"><Relationship Id="rId6" Type="http://schemas.openxmlformats.org/officeDocument/2006/relationships/slideLayout" Target="../slideLayouts/slideLayout5.xml"/><Relationship Id="rId5" Type="http://schemas.openxmlformats.org/officeDocument/2006/relationships/themeOverride" Target="../theme/themeOverride28.xml"/><Relationship Id="rId4" Type="http://schemas.openxmlformats.org/officeDocument/2006/relationships/image" Target="../media/image37.png"/><Relationship Id="rId3" Type="http://schemas.openxmlformats.org/officeDocument/2006/relationships/image" Target="../media/image36.png"/><Relationship Id="rId2" Type="http://schemas.openxmlformats.org/officeDocument/2006/relationships/image" Target="../media/image1.emf"/><Relationship Id="rId1" Type="http://schemas.openxmlformats.org/officeDocument/2006/relationships/tags" Target="../tags/tag30.xml"/></Relationships>
</file>

<file path=ppt/slides/_rels/slide29.xml.rels><?xml version="1.0" encoding="UTF-8" standalone="yes"?>
<Relationships xmlns="http://schemas.openxmlformats.org/package/2006/relationships"><Relationship Id="rId5" Type="http://schemas.openxmlformats.org/officeDocument/2006/relationships/slideLayout" Target="../slideLayouts/slideLayout5.xml"/><Relationship Id="rId4" Type="http://schemas.openxmlformats.org/officeDocument/2006/relationships/themeOverride" Target="../theme/themeOverride29.xml"/><Relationship Id="rId3" Type="http://schemas.openxmlformats.org/officeDocument/2006/relationships/image" Target="../media/image38.png"/><Relationship Id="rId2" Type="http://schemas.openxmlformats.org/officeDocument/2006/relationships/image" Target="../media/image1.emf"/><Relationship Id="rId1" Type="http://schemas.openxmlformats.org/officeDocument/2006/relationships/tags" Target="../tags/tag31.xml"/></Relationships>
</file>

<file path=ppt/slides/_rels/slide30.xml.rels><?xml version="1.0" encoding="UTF-8" standalone="yes"?>
<Relationships xmlns="http://schemas.openxmlformats.org/package/2006/relationships"><Relationship Id="rId5" Type="http://schemas.openxmlformats.org/officeDocument/2006/relationships/slideLayout" Target="../slideLayouts/slideLayout5.xml"/><Relationship Id="rId4" Type="http://schemas.openxmlformats.org/officeDocument/2006/relationships/themeOverride" Target="../theme/themeOverride30.xml"/><Relationship Id="rId3" Type="http://schemas.openxmlformats.org/officeDocument/2006/relationships/image" Target="../media/image39.png"/><Relationship Id="rId2" Type="http://schemas.openxmlformats.org/officeDocument/2006/relationships/image" Target="../media/image1.emf"/><Relationship Id="rId1" Type="http://schemas.openxmlformats.org/officeDocument/2006/relationships/tags" Target="../tags/tag32.xml"/></Relationships>
</file>

<file path=ppt/slides/_rels/slide31.xml.rels><?xml version="1.0" encoding="UTF-8" standalone="yes"?>
<Relationships xmlns="http://schemas.openxmlformats.org/package/2006/relationships"><Relationship Id="rId6" Type="http://schemas.openxmlformats.org/officeDocument/2006/relationships/notesSlide" Target="../notesSlides/notesSlide2.xml"/><Relationship Id="rId5" Type="http://schemas.openxmlformats.org/officeDocument/2006/relationships/slideLayout" Target="../slideLayouts/slideLayout5.xml"/><Relationship Id="rId4" Type="http://schemas.openxmlformats.org/officeDocument/2006/relationships/themeOverride" Target="../theme/themeOverride31.xml"/><Relationship Id="rId3" Type="http://schemas.openxmlformats.org/officeDocument/2006/relationships/image" Target="../media/image40.png"/><Relationship Id="rId2" Type="http://schemas.openxmlformats.org/officeDocument/2006/relationships/image" Target="../media/image1.emf"/><Relationship Id="rId1" Type="http://schemas.openxmlformats.org/officeDocument/2006/relationships/tags" Target="../tags/tag33.xml"/></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hemeOverride" Target="../theme/themeOverride32.xml"/><Relationship Id="rId1" Type="http://schemas.openxmlformats.org/officeDocument/2006/relationships/image" Target="../media/image1.emf"/></Relationships>
</file>

<file path=ppt/slides/_rels/slide33.xml.rels><?xml version="1.0" encoding="UTF-8" standalone="yes"?>
<Relationships xmlns="http://schemas.openxmlformats.org/package/2006/relationships"><Relationship Id="rId7" Type="http://schemas.openxmlformats.org/officeDocument/2006/relationships/slideLayout" Target="../slideLayouts/slideLayout5.xml"/><Relationship Id="rId6" Type="http://schemas.openxmlformats.org/officeDocument/2006/relationships/themeOverride" Target="../theme/themeOverride33.xml"/><Relationship Id="rId5" Type="http://schemas.openxmlformats.org/officeDocument/2006/relationships/image" Target="../media/image43.png"/><Relationship Id="rId4" Type="http://schemas.openxmlformats.org/officeDocument/2006/relationships/image" Target="../media/image42.png"/><Relationship Id="rId3" Type="http://schemas.openxmlformats.org/officeDocument/2006/relationships/image" Target="../media/image41.png"/><Relationship Id="rId2" Type="http://schemas.openxmlformats.org/officeDocument/2006/relationships/image" Target="../media/image1.emf"/><Relationship Id="rId1" Type="http://schemas.openxmlformats.org/officeDocument/2006/relationships/tags" Target="../tags/tag34.xml"/></Relationships>
</file>

<file path=ppt/slides/_rels/slide34.xml.rels><?xml version="1.0" encoding="UTF-8" standalone="yes"?>
<Relationships xmlns="http://schemas.openxmlformats.org/package/2006/relationships"><Relationship Id="rId9" Type="http://schemas.openxmlformats.org/officeDocument/2006/relationships/image" Target="../media/image49.png"/><Relationship Id="rId8" Type="http://schemas.openxmlformats.org/officeDocument/2006/relationships/image" Target="../media/image48.png"/><Relationship Id="rId7" Type="http://schemas.openxmlformats.org/officeDocument/2006/relationships/image" Target="../media/image47.png"/><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 Id="rId3" Type="http://schemas.openxmlformats.org/officeDocument/2006/relationships/image" Target="../media/image43.png"/><Relationship Id="rId2" Type="http://schemas.openxmlformats.org/officeDocument/2006/relationships/image" Target="../media/image1.emf"/><Relationship Id="rId14" Type="http://schemas.openxmlformats.org/officeDocument/2006/relationships/slideLayout" Target="../slideLayouts/slideLayout5.xml"/><Relationship Id="rId13" Type="http://schemas.openxmlformats.org/officeDocument/2006/relationships/themeOverride" Target="../theme/themeOverride34.xml"/><Relationship Id="rId12" Type="http://schemas.openxmlformats.org/officeDocument/2006/relationships/image" Target="../media/image52.png"/><Relationship Id="rId11" Type="http://schemas.openxmlformats.org/officeDocument/2006/relationships/image" Target="../media/image51.png"/><Relationship Id="rId10" Type="http://schemas.openxmlformats.org/officeDocument/2006/relationships/image" Target="../media/image50.png"/><Relationship Id="rId1" Type="http://schemas.openxmlformats.org/officeDocument/2006/relationships/tags" Target="../tags/tag35.xml"/></Relationships>
</file>

<file path=ppt/slides/_rels/slide35.xml.rels><?xml version="1.0" encoding="UTF-8" standalone="yes"?>
<Relationships xmlns="http://schemas.openxmlformats.org/package/2006/relationships"><Relationship Id="rId5" Type="http://schemas.openxmlformats.org/officeDocument/2006/relationships/slideLayout" Target="../slideLayouts/slideLayout5.xml"/><Relationship Id="rId4" Type="http://schemas.openxmlformats.org/officeDocument/2006/relationships/themeOverride" Target="../theme/themeOverride35.xml"/><Relationship Id="rId3" Type="http://schemas.openxmlformats.org/officeDocument/2006/relationships/image" Target="../media/image53.png"/><Relationship Id="rId2" Type="http://schemas.openxmlformats.org/officeDocument/2006/relationships/image" Target="../media/image1.emf"/><Relationship Id="rId1" Type="http://schemas.openxmlformats.org/officeDocument/2006/relationships/tags" Target="../tags/tag36.xml"/></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hemeOverride" Target="../theme/themeOverride36.xml"/><Relationship Id="rId1" Type="http://schemas.openxmlformats.org/officeDocument/2006/relationships/image" Target="../media/image1.emf"/></Relationships>
</file>

<file path=ppt/slides/_rels/slide37.xml.rels><?xml version="1.0" encoding="UTF-8" standalone="yes"?>
<Relationships xmlns="http://schemas.openxmlformats.org/package/2006/relationships"><Relationship Id="rId9" Type="http://schemas.openxmlformats.org/officeDocument/2006/relationships/tags" Target="../tags/tag44.xml"/><Relationship Id="rId8" Type="http://schemas.openxmlformats.org/officeDocument/2006/relationships/tags" Target="../tags/tag43.xml"/><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7" Type="http://schemas.openxmlformats.org/officeDocument/2006/relationships/slideLayout" Target="../slideLayouts/slideLayout5.xml"/><Relationship Id="rId26" Type="http://schemas.openxmlformats.org/officeDocument/2006/relationships/themeOverride" Target="../theme/themeOverride37.xml"/><Relationship Id="rId25" Type="http://schemas.openxmlformats.org/officeDocument/2006/relationships/tags" Target="../tags/tag60.xml"/><Relationship Id="rId24" Type="http://schemas.openxmlformats.org/officeDocument/2006/relationships/tags" Target="../tags/tag59.xml"/><Relationship Id="rId23" Type="http://schemas.openxmlformats.org/officeDocument/2006/relationships/tags" Target="../tags/tag58.xml"/><Relationship Id="rId22" Type="http://schemas.openxmlformats.org/officeDocument/2006/relationships/tags" Target="../tags/tag57.xml"/><Relationship Id="rId21" Type="http://schemas.openxmlformats.org/officeDocument/2006/relationships/tags" Target="../tags/tag56.xml"/><Relationship Id="rId20" Type="http://schemas.openxmlformats.org/officeDocument/2006/relationships/tags" Target="../tags/tag55.xml"/><Relationship Id="rId2" Type="http://schemas.openxmlformats.org/officeDocument/2006/relationships/image" Target="../media/image1.emf"/><Relationship Id="rId19" Type="http://schemas.openxmlformats.org/officeDocument/2006/relationships/tags" Target="../tags/tag54.xml"/><Relationship Id="rId18" Type="http://schemas.openxmlformats.org/officeDocument/2006/relationships/tags" Target="../tags/tag53.xml"/><Relationship Id="rId17" Type="http://schemas.openxmlformats.org/officeDocument/2006/relationships/tags" Target="../tags/tag52.xml"/><Relationship Id="rId16" Type="http://schemas.openxmlformats.org/officeDocument/2006/relationships/tags" Target="../tags/tag51.xml"/><Relationship Id="rId15" Type="http://schemas.openxmlformats.org/officeDocument/2006/relationships/tags" Target="../tags/tag50.xml"/><Relationship Id="rId14" Type="http://schemas.openxmlformats.org/officeDocument/2006/relationships/tags" Target="../tags/tag49.xml"/><Relationship Id="rId13" Type="http://schemas.openxmlformats.org/officeDocument/2006/relationships/tags" Target="../tags/tag48.xml"/><Relationship Id="rId12" Type="http://schemas.openxmlformats.org/officeDocument/2006/relationships/tags" Target="../tags/tag47.xml"/><Relationship Id="rId11" Type="http://schemas.openxmlformats.org/officeDocument/2006/relationships/tags" Target="../tags/tag46.xml"/><Relationship Id="rId10" Type="http://schemas.openxmlformats.org/officeDocument/2006/relationships/tags" Target="../tags/tag45.xml"/><Relationship Id="rId1" Type="http://schemas.openxmlformats.org/officeDocument/2006/relationships/tags" Target="../tags/tag37.xml"/></Relationships>
</file>

<file path=ppt/slides/_rels/slide38.xml.rels><?xml version="1.0" encoding="UTF-8" standalone="yes"?>
<Relationships xmlns="http://schemas.openxmlformats.org/package/2006/relationships"><Relationship Id="rId5" Type="http://schemas.openxmlformats.org/officeDocument/2006/relationships/slideLayout" Target="../slideLayouts/slideLayout5.xml"/><Relationship Id="rId4" Type="http://schemas.openxmlformats.org/officeDocument/2006/relationships/themeOverride" Target="../theme/themeOverride38.xml"/><Relationship Id="rId3" Type="http://schemas.openxmlformats.org/officeDocument/2006/relationships/image" Target="../media/image54.png"/><Relationship Id="rId2" Type="http://schemas.openxmlformats.org/officeDocument/2006/relationships/image" Target="../media/image1.emf"/><Relationship Id="rId1" Type="http://schemas.openxmlformats.org/officeDocument/2006/relationships/tags" Target="../tags/tag61.xml"/></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hemeOverride" Target="../theme/themeOverride39.xml"/><Relationship Id="rId1" Type="http://schemas.openxmlformats.org/officeDocument/2006/relationships/image" Target="../media/image1.emf"/></Relationships>
</file>

<file path=ppt/slides/_rels/slide40.xml.rels><?xml version="1.0" encoding="UTF-8" standalone="yes"?>
<Relationships xmlns="http://schemas.openxmlformats.org/package/2006/relationships"><Relationship Id="rId6" Type="http://schemas.openxmlformats.org/officeDocument/2006/relationships/slideLayout" Target="../slideLayouts/slideLayout5.xml"/><Relationship Id="rId5" Type="http://schemas.openxmlformats.org/officeDocument/2006/relationships/themeOverride" Target="../theme/themeOverride40.xml"/><Relationship Id="rId4" Type="http://schemas.openxmlformats.org/officeDocument/2006/relationships/image" Target="../media/image56.png"/><Relationship Id="rId3" Type="http://schemas.openxmlformats.org/officeDocument/2006/relationships/image" Target="../media/image55.jpeg"/><Relationship Id="rId2" Type="http://schemas.openxmlformats.org/officeDocument/2006/relationships/image" Target="../media/image1.emf"/><Relationship Id="rId1" Type="http://schemas.openxmlformats.org/officeDocument/2006/relationships/tags" Target="../tags/tag62.xml"/></Relationships>
</file>

<file path=ppt/slides/_rels/slide4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hemeOverride" Target="../theme/themeOverride41.xml"/><Relationship Id="rId1" Type="http://schemas.openxmlformats.org/officeDocument/2006/relationships/image" Target="../media/image1.emf"/></Relationships>
</file>

<file path=ppt/slides/_rels/slide42.xml.rels><?xml version="1.0" encoding="UTF-8" standalone="yes"?>
<Relationships xmlns="http://schemas.openxmlformats.org/package/2006/relationships"><Relationship Id="rId5" Type="http://schemas.openxmlformats.org/officeDocument/2006/relationships/slideLayout" Target="../slideLayouts/slideLayout5.xml"/><Relationship Id="rId4" Type="http://schemas.openxmlformats.org/officeDocument/2006/relationships/themeOverride" Target="../theme/themeOverride42.xml"/><Relationship Id="rId3" Type="http://schemas.openxmlformats.org/officeDocument/2006/relationships/image" Target="../media/image57.png"/><Relationship Id="rId2" Type="http://schemas.openxmlformats.org/officeDocument/2006/relationships/image" Target="../media/image1.emf"/><Relationship Id="rId1" Type="http://schemas.openxmlformats.org/officeDocument/2006/relationships/tags" Target="../tags/tag63.xml"/></Relationships>
</file>

<file path=ppt/slides/_rels/slide43.xml.rels><?xml version="1.0" encoding="UTF-8" standalone="yes"?>
<Relationships xmlns="http://schemas.openxmlformats.org/package/2006/relationships"><Relationship Id="rId4" Type="http://schemas.openxmlformats.org/officeDocument/2006/relationships/slideLayout" Target="../slideLayouts/slideLayout5.xml"/><Relationship Id="rId3" Type="http://schemas.openxmlformats.org/officeDocument/2006/relationships/image" Target="../media/image58.png"/><Relationship Id="rId2" Type="http://schemas.openxmlformats.org/officeDocument/2006/relationships/image" Target="../media/image1.emf"/><Relationship Id="rId1" Type="http://schemas.openxmlformats.org/officeDocument/2006/relationships/tags" Target="../tags/tag64.xml"/></Relationships>
</file>

<file path=ppt/slides/_rels/slide44.xml.rels><?xml version="1.0" encoding="UTF-8" standalone="yes"?>
<Relationships xmlns="http://schemas.openxmlformats.org/package/2006/relationships"><Relationship Id="rId8" Type="http://schemas.openxmlformats.org/officeDocument/2006/relationships/slideLayout" Target="../slideLayouts/slideLayout10.xml"/><Relationship Id="rId7" Type="http://schemas.openxmlformats.org/officeDocument/2006/relationships/themeOverride" Target="../theme/themeOverride43.xml"/><Relationship Id="rId6" Type="http://schemas.openxmlformats.org/officeDocument/2006/relationships/image" Target="../media/image58.png"/><Relationship Id="rId5" Type="http://schemas.openxmlformats.org/officeDocument/2006/relationships/image" Target="../media/image2.png"/><Relationship Id="rId4" Type="http://schemas.openxmlformats.org/officeDocument/2006/relationships/image" Target="../media/image3.png"/><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image" Target="../media/image1.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7" name="图片 6"/>
          <p:cNvPicPr>
            <a:picLocks noChangeAspect="1"/>
          </p:cNvPicPr>
          <p:nvPr/>
        </p:nvPicPr>
        <p:blipFill>
          <a:blip r:embed="rId1" cstate="screen"/>
          <a:srcRect l="35490" b="47335"/>
          <a:stretch>
            <a:fillRect/>
          </a:stretch>
        </p:blipFill>
        <p:spPr>
          <a:xfrm>
            <a:off x="0" y="3102832"/>
            <a:ext cx="5036457" cy="3755170"/>
          </a:xfrm>
          <a:custGeom>
            <a:avLst/>
            <a:gdLst>
              <a:gd name="connsiteX0" fmla="*/ 0 w 6539008"/>
              <a:gd name="connsiteY0" fmla="*/ 0 h 4875469"/>
              <a:gd name="connsiteX1" fmla="*/ 6539008 w 6539008"/>
              <a:gd name="connsiteY1" fmla="*/ 0 h 4875469"/>
              <a:gd name="connsiteX2" fmla="*/ 6539008 w 6539008"/>
              <a:gd name="connsiteY2" fmla="*/ 4875469 h 4875469"/>
              <a:gd name="connsiteX3" fmla="*/ 0 w 6539008"/>
              <a:gd name="connsiteY3" fmla="*/ 4875469 h 4875469"/>
            </a:gdLst>
            <a:ahLst/>
            <a:cxnLst>
              <a:cxn ang="0">
                <a:pos x="connsiteX0" y="connsiteY0"/>
              </a:cxn>
              <a:cxn ang="0">
                <a:pos x="connsiteX1" y="connsiteY1"/>
              </a:cxn>
              <a:cxn ang="0">
                <a:pos x="connsiteX2" y="connsiteY2"/>
              </a:cxn>
              <a:cxn ang="0">
                <a:pos x="connsiteX3" y="connsiteY3"/>
              </a:cxn>
            </a:cxnLst>
            <a:rect l="l" t="t" r="r" b="b"/>
            <a:pathLst>
              <a:path w="6539008" h="4875469">
                <a:moveTo>
                  <a:pt x="0" y="0"/>
                </a:moveTo>
                <a:lnTo>
                  <a:pt x="6539008" y="0"/>
                </a:lnTo>
                <a:lnTo>
                  <a:pt x="6539008" y="4875469"/>
                </a:lnTo>
                <a:lnTo>
                  <a:pt x="0" y="4875469"/>
                </a:lnTo>
                <a:close/>
              </a:path>
            </a:pathLst>
          </a:custGeom>
        </p:spPr>
      </p:pic>
      <p:pic>
        <p:nvPicPr>
          <p:cNvPr id="8" name="图片 7"/>
          <p:cNvPicPr>
            <a:picLocks noChangeAspect="1"/>
          </p:cNvPicPr>
          <p:nvPr/>
        </p:nvPicPr>
        <p:blipFill>
          <a:blip r:embed="rId1" cstate="screen"/>
          <a:srcRect l="35490" b="47335"/>
          <a:stretch>
            <a:fillRect/>
          </a:stretch>
        </p:blipFill>
        <p:spPr>
          <a:xfrm rot="10800000">
            <a:off x="7881256" y="0"/>
            <a:ext cx="4310743" cy="3214079"/>
          </a:xfrm>
          <a:custGeom>
            <a:avLst/>
            <a:gdLst>
              <a:gd name="connsiteX0" fmla="*/ 0 w 6539008"/>
              <a:gd name="connsiteY0" fmla="*/ 0 h 4875469"/>
              <a:gd name="connsiteX1" fmla="*/ 6539008 w 6539008"/>
              <a:gd name="connsiteY1" fmla="*/ 0 h 4875469"/>
              <a:gd name="connsiteX2" fmla="*/ 6539008 w 6539008"/>
              <a:gd name="connsiteY2" fmla="*/ 4875469 h 4875469"/>
              <a:gd name="connsiteX3" fmla="*/ 0 w 6539008"/>
              <a:gd name="connsiteY3" fmla="*/ 4875469 h 4875469"/>
            </a:gdLst>
            <a:ahLst/>
            <a:cxnLst>
              <a:cxn ang="0">
                <a:pos x="connsiteX0" y="connsiteY0"/>
              </a:cxn>
              <a:cxn ang="0">
                <a:pos x="connsiteX1" y="connsiteY1"/>
              </a:cxn>
              <a:cxn ang="0">
                <a:pos x="connsiteX2" y="connsiteY2"/>
              </a:cxn>
              <a:cxn ang="0">
                <a:pos x="connsiteX3" y="connsiteY3"/>
              </a:cxn>
            </a:cxnLst>
            <a:rect l="l" t="t" r="r" b="b"/>
            <a:pathLst>
              <a:path w="6539008" h="4875469">
                <a:moveTo>
                  <a:pt x="0" y="0"/>
                </a:moveTo>
                <a:lnTo>
                  <a:pt x="6539008" y="0"/>
                </a:lnTo>
                <a:lnTo>
                  <a:pt x="6539008" y="4875469"/>
                </a:lnTo>
                <a:lnTo>
                  <a:pt x="0" y="4875469"/>
                </a:lnTo>
                <a:close/>
              </a:path>
            </a:pathLst>
          </a:custGeom>
        </p:spPr>
      </p:pic>
      <p:sp>
        <p:nvSpPr>
          <p:cNvPr id="9" name="矩形 8"/>
          <p:cNvSpPr/>
          <p:nvPr/>
        </p:nvSpPr>
        <p:spPr>
          <a:xfrm>
            <a:off x="2039938" y="3889375"/>
            <a:ext cx="8112125" cy="260350"/>
          </a:xfrm>
          <a:prstGeom prst="rect">
            <a:avLst/>
          </a:prstGeom>
        </p:spPr>
        <p:txBody>
          <a:bodyPr wrap="square">
            <a:spAutoFit/>
          </a:bodyPr>
          <a:lstStyle/>
          <a:p>
            <a:pPr algn="ctr" fontAlgn="auto"/>
            <a:r>
              <a:rPr lang="zh-CN" altLang="en-US" sz="1100" strike="noStrike" cap="all" spc="788" noProof="1" dirty="0">
                <a:latin typeface="+mn-lt"/>
                <a:ea typeface="+mn-ea"/>
                <a:cs typeface="+mn-ea"/>
                <a:sym typeface="+mn-ea"/>
              </a:rPr>
              <a:t>互联网+提升律所整体运营管理能力</a:t>
            </a:r>
            <a:endParaRPr lang="zh-CN" altLang="en-US" sz="1100" strike="noStrike" noProof="1" dirty="0">
              <a:solidFill>
                <a:schemeClr val="tx1">
                  <a:lumMod val="85000"/>
                  <a:lumOff val="15000"/>
                </a:schemeClr>
              </a:solidFill>
            </a:endParaRPr>
          </a:p>
        </p:txBody>
      </p:sp>
      <p:sp>
        <p:nvSpPr>
          <p:cNvPr id="10" name="文本框 9"/>
          <p:cNvSpPr txBox="1"/>
          <p:nvPr/>
        </p:nvSpPr>
        <p:spPr>
          <a:xfrm>
            <a:off x="947738" y="2967196"/>
            <a:ext cx="10296525" cy="922020"/>
          </a:xfrm>
          <a:prstGeom prst="rect">
            <a:avLst/>
          </a:prstGeom>
          <a:noFill/>
          <a:ln w="9525">
            <a:noFill/>
          </a:ln>
        </p:spPr>
        <p:txBody>
          <a:bodyPr wrap="square" anchor="ctr" anchorCtr="0">
            <a:spAutoFit/>
          </a:bodyPr>
          <a:p>
            <a:pPr algn="ctr"/>
            <a:r>
              <a:rPr lang="en-US" altLang="zh-CN" sz="5400" b="1" dirty="0">
                <a:latin typeface="微软雅黑" panose="020B0503020204020204" pitchFamily="34" charset="-122"/>
                <a:sym typeface="+mn-ea"/>
              </a:rPr>
              <a:t>e</a:t>
            </a:r>
            <a:r>
              <a:rPr lang="zh-CN" altLang="en-US" sz="5400" b="1" dirty="0">
                <a:latin typeface="微软雅黑" panose="020B0503020204020204" pitchFamily="34" charset="-122"/>
                <a:sym typeface="+mn-ea"/>
              </a:rPr>
              <a:t>律师•数字律所</a:t>
            </a:r>
            <a:r>
              <a:rPr lang="en-US" altLang="zh-CN" sz="5400" b="1" dirty="0">
                <a:latin typeface="微软雅黑" panose="020B0503020204020204" pitchFamily="34" charset="-122"/>
                <a:sym typeface="+mn-ea"/>
              </a:rPr>
              <a:t>(</a:t>
            </a:r>
            <a:r>
              <a:rPr lang="zh-CN" altLang="zh-CN" sz="5400" b="1" dirty="0">
                <a:latin typeface="微软雅黑" panose="020B0503020204020204" pitchFamily="34" charset="-122"/>
                <a:sym typeface="+mn-ea"/>
              </a:rPr>
              <a:t>通用版</a:t>
            </a:r>
            <a:r>
              <a:rPr lang="en-US" altLang="zh-CN" sz="5400" b="1" dirty="0">
                <a:latin typeface="微软雅黑" panose="020B0503020204020204" pitchFamily="34" charset="-122"/>
                <a:sym typeface="+mn-ea"/>
              </a:rPr>
              <a:t>)</a:t>
            </a:r>
            <a:endParaRPr lang="zh-CN" altLang="en-US" sz="5400" b="1" dirty="0">
              <a:latin typeface="微软雅黑" panose="020B0503020204020204" pitchFamily="34" charset="-122"/>
              <a:ea typeface="微软雅黑" panose="020B0503020204020204" pitchFamily="34" charset="-122"/>
            </a:endParaRPr>
          </a:p>
        </p:txBody>
      </p:sp>
      <p:sp>
        <p:nvSpPr>
          <p:cNvPr id="11" name="矩形: 圆角 10"/>
          <p:cNvSpPr/>
          <p:nvPr/>
        </p:nvSpPr>
        <p:spPr>
          <a:xfrm>
            <a:off x="4703763" y="4619625"/>
            <a:ext cx="2784475" cy="488950"/>
          </a:xfrm>
          <a:prstGeom prst="roundRect">
            <a:avLst>
              <a:gd name="adj" fmla="val 50000"/>
            </a:avLst>
          </a:prstGeom>
          <a:gradFill flip="none" rotWithShape="1">
            <a:gsLst>
              <a:gs pos="0">
                <a:schemeClr val="accent2">
                  <a:lumMod val="70000"/>
                  <a:lumOff val="30000"/>
                </a:schemeClr>
              </a:gs>
              <a:gs pos="100000">
                <a:schemeClr val="accent2"/>
              </a:gs>
            </a:gsLst>
            <a:path path="rect">
              <a:fillToRect r="100000" b="100000"/>
            </a:path>
            <a:tileRect l="-100000" t="-100000"/>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1400" strike="noStrike" noProof="1" dirty="0">
                <a:latin typeface="Calibri" panose="020F0502020204030204" pitchFamily="34" charset="0"/>
                <a:cs typeface="Calibri" panose="020F0502020204030204" pitchFamily="34" charset="0"/>
              </a:rPr>
              <a:t>浙江律联信息科技有限公司</a:t>
            </a:r>
            <a:endParaRPr lang="zh-CN" altLang="en-US" sz="1400" strike="noStrike" noProof="1" dirty="0">
              <a:latin typeface="Calibri" panose="020F0502020204030204" pitchFamily="34" charset="0"/>
              <a:cs typeface="Calibri" panose="020F0502020204030204" pitchFamily="34" charset="0"/>
            </a:endParaRPr>
          </a:p>
        </p:txBody>
      </p:sp>
      <p:sp>
        <p:nvSpPr>
          <p:cNvPr id="13" name="椭圆 12"/>
          <p:cNvSpPr/>
          <p:nvPr/>
        </p:nvSpPr>
        <p:spPr>
          <a:xfrm>
            <a:off x="4437063" y="1568450"/>
            <a:ext cx="855663" cy="855663"/>
          </a:xfrm>
          <a:prstGeom prst="ellipse">
            <a:avLst/>
          </a:prstGeom>
          <a:gradFill>
            <a:gsLst>
              <a:gs pos="0">
                <a:schemeClr val="accent1">
                  <a:lumMod val="70000"/>
                  <a:lumOff val="30000"/>
                </a:schemeClr>
              </a:gs>
              <a:gs pos="100000">
                <a:schemeClr val="accent1"/>
              </a:gs>
            </a:gsLst>
            <a:path path="rect">
              <a:fillToRect r="100000" b="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en-US" altLang="zh-CN" sz="3200" strike="noStrike" noProof="1" dirty="0">
                <a:effectLst>
                  <a:outerShdw blurRad="50800" dist="38100" dir="2700000" algn="tl" rotWithShape="0">
                    <a:prstClr val="black">
                      <a:alpha val="40000"/>
                    </a:prstClr>
                  </a:outerShdw>
                </a:effectLst>
                <a:latin typeface="Impact" panose="020B0806030902050204" pitchFamily="34" charset="0"/>
              </a:rPr>
              <a:t>2</a:t>
            </a:r>
            <a:endParaRPr lang="zh-CN" altLang="en-US" sz="3200" strike="noStrike" noProof="1" dirty="0">
              <a:effectLst>
                <a:outerShdw blurRad="50800" dist="38100" dir="2700000" algn="tl" rotWithShape="0">
                  <a:prstClr val="black">
                    <a:alpha val="40000"/>
                  </a:prstClr>
                </a:outerShdw>
              </a:effectLst>
              <a:latin typeface="Impact" panose="020B0806030902050204" pitchFamily="34" charset="0"/>
            </a:endParaRPr>
          </a:p>
        </p:txBody>
      </p:sp>
      <p:sp>
        <p:nvSpPr>
          <p:cNvPr id="14" name="椭圆 13"/>
          <p:cNvSpPr/>
          <p:nvPr/>
        </p:nvSpPr>
        <p:spPr>
          <a:xfrm>
            <a:off x="5249863" y="1568450"/>
            <a:ext cx="855663" cy="855663"/>
          </a:xfrm>
          <a:prstGeom prst="ellipse">
            <a:avLst/>
          </a:prstGeom>
          <a:gradFill>
            <a:gsLst>
              <a:gs pos="0">
                <a:schemeClr val="accent2">
                  <a:lumMod val="70000"/>
                  <a:lumOff val="30000"/>
                </a:schemeClr>
              </a:gs>
              <a:gs pos="100000">
                <a:schemeClr val="accent2"/>
              </a:gs>
            </a:gsLst>
            <a:path path="rect">
              <a:fillToRect r="100000" b="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en-US" altLang="zh-CN" sz="3200" strike="noStrike" noProof="1" dirty="0">
                <a:effectLst>
                  <a:outerShdw blurRad="50800" dist="38100" dir="2700000" algn="tl" rotWithShape="0">
                    <a:prstClr val="black">
                      <a:alpha val="40000"/>
                    </a:prstClr>
                  </a:outerShdw>
                </a:effectLst>
                <a:latin typeface="Impact" panose="020B0806030902050204" pitchFamily="34" charset="0"/>
              </a:rPr>
              <a:t>0</a:t>
            </a:r>
            <a:endParaRPr lang="zh-CN" altLang="en-US" sz="3200" strike="noStrike" noProof="1" dirty="0">
              <a:effectLst>
                <a:outerShdw blurRad="50800" dist="38100" dir="2700000" algn="tl" rotWithShape="0">
                  <a:prstClr val="black">
                    <a:alpha val="40000"/>
                  </a:prstClr>
                </a:outerShdw>
              </a:effectLst>
              <a:latin typeface="Impact" panose="020B0806030902050204" pitchFamily="34" charset="0"/>
            </a:endParaRPr>
          </a:p>
        </p:txBody>
      </p:sp>
      <p:sp>
        <p:nvSpPr>
          <p:cNvPr id="15" name="椭圆 14"/>
          <p:cNvSpPr/>
          <p:nvPr/>
        </p:nvSpPr>
        <p:spPr>
          <a:xfrm>
            <a:off x="6062663" y="1568450"/>
            <a:ext cx="855663" cy="855663"/>
          </a:xfrm>
          <a:prstGeom prst="ellipse">
            <a:avLst/>
          </a:prstGeom>
          <a:gradFill>
            <a:gsLst>
              <a:gs pos="0">
                <a:schemeClr val="accent3">
                  <a:lumMod val="70000"/>
                  <a:lumOff val="30000"/>
                </a:schemeClr>
              </a:gs>
              <a:gs pos="100000">
                <a:schemeClr val="accent3"/>
              </a:gs>
            </a:gsLst>
            <a:path path="rect">
              <a:fillToRect r="100000" b="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en-US" altLang="zh-CN" sz="3200" strike="noStrike" noProof="1" dirty="0">
                <a:effectLst>
                  <a:outerShdw blurRad="50800" dist="38100" dir="2700000" algn="tl" rotWithShape="0">
                    <a:prstClr val="black">
                      <a:alpha val="40000"/>
                    </a:prstClr>
                  </a:outerShdw>
                </a:effectLst>
                <a:latin typeface="Impact" panose="020B0806030902050204" pitchFamily="34" charset="0"/>
              </a:rPr>
              <a:t>2</a:t>
            </a:r>
            <a:endParaRPr lang="en-US" altLang="zh-CN" sz="3200" strike="noStrike" noProof="1" dirty="0">
              <a:effectLst>
                <a:outerShdw blurRad="50800" dist="38100" dir="2700000" algn="tl" rotWithShape="0">
                  <a:prstClr val="black">
                    <a:alpha val="40000"/>
                  </a:prstClr>
                </a:outerShdw>
              </a:effectLst>
              <a:latin typeface="Impact" panose="020B0806030902050204" pitchFamily="34" charset="0"/>
            </a:endParaRPr>
          </a:p>
        </p:txBody>
      </p:sp>
      <p:sp>
        <p:nvSpPr>
          <p:cNvPr id="16" name="椭圆 15"/>
          <p:cNvSpPr/>
          <p:nvPr/>
        </p:nvSpPr>
        <p:spPr>
          <a:xfrm>
            <a:off x="6875463" y="1568450"/>
            <a:ext cx="855663" cy="855663"/>
          </a:xfrm>
          <a:prstGeom prst="ellipse">
            <a:avLst/>
          </a:prstGeom>
          <a:gradFill>
            <a:gsLst>
              <a:gs pos="0">
                <a:schemeClr val="accent4">
                  <a:lumMod val="70000"/>
                  <a:lumOff val="30000"/>
                </a:schemeClr>
              </a:gs>
              <a:gs pos="100000">
                <a:schemeClr val="accent4"/>
              </a:gs>
            </a:gsLst>
            <a:path path="rect">
              <a:fillToRect r="100000" b="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en-US" altLang="zh-CN" sz="3200" strike="noStrike" noProof="1" dirty="0">
                <a:effectLst>
                  <a:outerShdw blurRad="50800" dist="38100" dir="2700000" algn="tl" rotWithShape="0">
                    <a:prstClr val="black">
                      <a:alpha val="40000"/>
                    </a:prstClr>
                  </a:outerShdw>
                </a:effectLst>
                <a:latin typeface="Impact" panose="020B0806030902050204" pitchFamily="34" charset="0"/>
              </a:rPr>
              <a:t>5</a:t>
            </a:r>
            <a:endParaRPr lang="en-US" altLang="zh-CN" sz="3200" strike="noStrike" noProof="1" dirty="0">
              <a:effectLst>
                <a:outerShdw blurRad="50800" dist="38100" dir="2700000" algn="tl" rotWithShape="0">
                  <a:prstClr val="black">
                    <a:alpha val="40000"/>
                  </a:prstClr>
                </a:outerShdw>
              </a:effectLst>
              <a:latin typeface="Impact" panose="020B0806030902050204" pitchFamily="34" charset="0"/>
            </a:endParaRPr>
          </a:p>
        </p:txBody>
      </p:sp>
      <p:pic>
        <p:nvPicPr>
          <p:cNvPr id="4106" name="图片 1" descr="2"/>
          <p:cNvPicPr>
            <a:picLocks noChangeAspect="1"/>
          </p:cNvPicPr>
          <p:nvPr/>
        </p:nvPicPr>
        <p:blipFill>
          <a:blip r:embed="rId2"/>
          <a:stretch>
            <a:fillRect/>
          </a:stretch>
        </p:blipFill>
        <p:spPr>
          <a:xfrm>
            <a:off x="11244263" y="6446838"/>
            <a:ext cx="804862" cy="204787"/>
          </a:xfrm>
          <a:prstGeom prst="rect">
            <a:avLst/>
          </a:prstGeom>
          <a:noFill/>
          <a:ln w="9525">
            <a:noFill/>
          </a:ln>
        </p:spPr>
      </p:pic>
      <p:pic>
        <p:nvPicPr>
          <p:cNvPr id="4107" name="图片 3" descr="E律师logo.png"/>
          <p:cNvPicPr>
            <a:picLocks noChangeAspect="1"/>
          </p:cNvPicPr>
          <p:nvPr/>
        </p:nvPicPr>
        <p:blipFill>
          <a:blip r:embed="rId3"/>
          <a:stretch>
            <a:fillRect/>
          </a:stretch>
        </p:blipFill>
        <p:spPr>
          <a:xfrm>
            <a:off x="0" y="38100"/>
            <a:ext cx="1414463" cy="654050"/>
          </a:xfrm>
          <a:prstGeom prst="rect">
            <a:avLst/>
          </a:prstGeom>
          <a:noFill/>
          <a:ln w="9525">
            <a:noFill/>
          </a:ln>
        </p:spPr>
      </p:pic>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p:cTn id="7" dur="500" fill="hold"/>
                                        <p:tgtEl>
                                          <p:spTgt spid="13"/>
                                        </p:tgtEl>
                                        <p:attrNameLst>
                                          <p:attrName>ppt_w</p:attrName>
                                        </p:attrNameLst>
                                      </p:cBhvr>
                                      <p:tavLst>
                                        <p:tav tm="0">
                                          <p:val>
                                            <p:fltVal val="0.000000"/>
                                          </p:val>
                                        </p:tav>
                                        <p:tav tm="100000">
                                          <p:val>
                                            <p:strVal val="#ppt_w"/>
                                          </p:val>
                                        </p:tav>
                                      </p:tavLst>
                                    </p:anim>
                                    <p:anim calcmode="lin" valueType="num">
                                      <p:cBhvr>
                                        <p:cTn id="8" dur="500" fill="hold"/>
                                        <p:tgtEl>
                                          <p:spTgt spid="13"/>
                                        </p:tgtEl>
                                        <p:attrNameLst>
                                          <p:attrName>ppt_h</p:attrName>
                                        </p:attrNameLst>
                                      </p:cBhvr>
                                      <p:tavLst>
                                        <p:tav tm="0">
                                          <p:val>
                                            <p:fltVal val="0.000000"/>
                                          </p:val>
                                        </p:tav>
                                        <p:tav tm="100000">
                                          <p:val>
                                            <p:strVal val="#ppt_h"/>
                                          </p:val>
                                        </p:tav>
                                      </p:tavLst>
                                    </p:anim>
                                    <p:anim calcmode="lin" valueType="num">
                                      <p:cBhvr>
                                        <p:cTn id="9" dur="500" fill="hold"/>
                                        <p:tgtEl>
                                          <p:spTgt spid="13"/>
                                        </p:tgtEl>
                                        <p:attrNameLst>
                                          <p:attrName>style.rotation</p:attrName>
                                        </p:attrNameLst>
                                      </p:cBhvr>
                                      <p:tavLst>
                                        <p:tav tm="0">
                                          <p:val>
                                            <p:fltVal val="360.000000"/>
                                          </p:val>
                                        </p:tav>
                                        <p:tav tm="100000">
                                          <p:val>
                                            <p:fltVal val="0.000000"/>
                                          </p:val>
                                        </p:tav>
                                      </p:tavLst>
                                    </p:anim>
                                    <p:animEffect transition="in" filter="fade">
                                      <p:cBhvr>
                                        <p:cTn id="10" dur="500"/>
                                        <p:tgtEl>
                                          <p:spTgt spid="13"/>
                                        </p:tgtEl>
                                      </p:cBhvr>
                                    </p:animEffect>
                                  </p:childTnLst>
                                </p:cTn>
                              </p:par>
                            </p:childTnLst>
                          </p:cTn>
                        </p:par>
                        <p:par>
                          <p:cTn id="11" fill="hold">
                            <p:stCondLst>
                              <p:cond delay="500"/>
                            </p:stCondLst>
                            <p:childTnLst>
                              <p:par>
                                <p:cTn id="12" presetID="49" presetClass="entr" presetSubtype="0" decel="100000" fill="hold" grpId="0" nodeType="afterEffect">
                                  <p:stCondLst>
                                    <p:cond delay="0"/>
                                  </p:stCondLst>
                                  <p:childTnLst>
                                    <p:set>
                                      <p:cBhvr>
                                        <p:cTn id="13" dur="1" fill="hold">
                                          <p:stCondLst>
                                            <p:cond delay="0"/>
                                          </p:stCondLst>
                                        </p:cTn>
                                        <p:tgtEl>
                                          <p:spTgt spid="14"/>
                                        </p:tgtEl>
                                        <p:attrNameLst>
                                          <p:attrName>style.visibility</p:attrName>
                                        </p:attrNameLst>
                                      </p:cBhvr>
                                      <p:to>
                                        <p:strVal val="visible"/>
                                      </p:to>
                                    </p:set>
                                    <p:anim calcmode="lin" valueType="num">
                                      <p:cBhvr>
                                        <p:cTn id="14" dur="500" fill="hold"/>
                                        <p:tgtEl>
                                          <p:spTgt spid="14"/>
                                        </p:tgtEl>
                                        <p:attrNameLst>
                                          <p:attrName>ppt_w</p:attrName>
                                        </p:attrNameLst>
                                      </p:cBhvr>
                                      <p:tavLst>
                                        <p:tav tm="0">
                                          <p:val>
                                            <p:fltVal val="0.000000"/>
                                          </p:val>
                                        </p:tav>
                                        <p:tav tm="100000">
                                          <p:val>
                                            <p:strVal val="#ppt_w"/>
                                          </p:val>
                                        </p:tav>
                                      </p:tavLst>
                                    </p:anim>
                                    <p:anim calcmode="lin" valueType="num">
                                      <p:cBhvr>
                                        <p:cTn id="15" dur="500" fill="hold"/>
                                        <p:tgtEl>
                                          <p:spTgt spid="14"/>
                                        </p:tgtEl>
                                        <p:attrNameLst>
                                          <p:attrName>ppt_h</p:attrName>
                                        </p:attrNameLst>
                                      </p:cBhvr>
                                      <p:tavLst>
                                        <p:tav tm="0">
                                          <p:val>
                                            <p:fltVal val="0.000000"/>
                                          </p:val>
                                        </p:tav>
                                        <p:tav tm="100000">
                                          <p:val>
                                            <p:strVal val="#ppt_h"/>
                                          </p:val>
                                        </p:tav>
                                      </p:tavLst>
                                    </p:anim>
                                    <p:anim calcmode="lin" valueType="num">
                                      <p:cBhvr>
                                        <p:cTn id="16" dur="500" fill="hold"/>
                                        <p:tgtEl>
                                          <p:spTgt spid="14"/>
                                        </p:tgtEl>
                                        <p:attrNameLst>
                                          <p:attrName>style.rotation</p:attrName>
                                        </p:attrNameLst>
                                      </p:cBhvr>
                                      <p:tavLst>
                                        <p:tav tm="0">
                                          <p:val>
                                            <p:fltVal val="360.000000"/>
                                          </p:val>
                                        </p:tav>
                                        <p:tav tm="100000">
                                          <p:val>
                                            <p:fltVal val="0.000000"/>
                                          </p:val>
                                        </p:tav>
                                      </p:tavLst>
                                    </p:anim>
                                    <p:animEffect transition="in" filter="fade">
                                      <p:cBhvr>
                                        <p:cTn id="17" dur="500"/>
                                        <p:tgtEl>
                                          <p:spTgt spid="14"/>
                                        </p:tgtEl>
                                      </p:cBhvr>
                                    </p:animEffect>
                                  </p:childTnLst>
                                </p:cTn>
                              </p:par>
                            </p:childTnLst>
                          </p:cTn>
                        </p:par>
                        <p:par>
                          <p:cTn id="18" fill="hold">
                            <p:stCondLst>
                              <p:cond delay="1000"/>
                            </p:stCondLst>
                            <p:childTnLst>
                              <p:par>
                                <p:cTn id="19" presetID="49" presetClass="entr" presetSubtype="0" decel="100000" fill="hold" grpId="0" nodeType="afterEffect">
                                  <p:stCondLst>
                                    <p:cond delay="0"/>
                                  </p:stCondLst>
                                  <p:childTnLst>
                                    <p:set>
                                      <p:cBhvr>
                                        <p:cTn id="20" dur="1" fill="hold">
                                          <p:stCondLst>
                                            <p:cond delay="0"/>
                                          </p:stCondLst>
                                        </p:cTn>
                                        <p:tgtEl>
                                          <p:spTgt spid="15"/>
                                        </p:tgtEl>
                                        <p:attrNameLst>
                                          <p:attrName>style.visibility</p:attrName>
                                        </p:attrNameLst>
                                      </p:cBhvr>
                                      <p:to>
                                        <p:strVal val="visible"/>
                                      </p:to>
                                    </p:set>
                                    <p:anim calcmode="lin" valueType="num">
                                      <p:cBhvr>
                                        <p:cTn id="21" dur="500" fill="hold"/>
                                        <p:tgtEl>
                                          <p:spTgt spid="15"/>
                                        </p:tgtEl>
                                        <p:attrNameLst>
                                          <p:attrName>ppt_w</p:attrName>
                                        </p:attrNameLst>
                                      </p:cBhvr>
                                      <p:tavLst>
                                        <p:tav tm="0">
                                          <p:val>
                                            <p:fltVal val="0.000000"/>
                                          </p:val>
                                        </p:tav>
                                        <p:tav tm="100000">
                                          <p:val>
                                            <p:strVal val="#ppt_w"/>
                                          </p:val>
                                        </p:tav>
                                      </p:tavLst>
                                    </p:anim>
                                    <p:anim calcmode="lin" valueType="num">
                                      <p:cBhvr>
                                        <p:cTn id="22" dur="500" fill="hold"/>
                                        <p:tgtEl>
                                          <p:spTgt spid="15"/>
                                        </p:tgtEl>
                                        <p:attrNameLst>
                                          <p:attrName>ppt_h</p:attrName>
                                        </p:attrNameLst>
                                      </p:cBhvr>
                                      <p:tavLst>
                                        <p:tav tm="0">
                                          <p:val>
                                            <p:fltVal val="0.000000"/>
                                          </p:val>
                                        </p:tav>
                                        <p:tav tm="100000">
                                          <p:val>
                                            <p:strVal val="#ppt_h"/>
                                          </p:val>
                                        </p:tav>
                                      </p:tavLst>
                                    </p:anim>
                                    <p:anim calcmode="lin" valueType="num">
                                      <p:cBhvr>
                                        <p:cTn id="23" dur="500" fill="hold"/>
                                        <p:tgtEl>
                                          <p:spTgt spid="15"/>
                                        </p:tgtEl>
                                        <p:attrNameLst>
                                          <p:attrName>style.rotation</p:attrName>
                                        </p:attrNameLst>
                                      </p:cBhvr>
                                      <p:tavLst>
                                        <p:tav tm="0">
                                          <p:val>
                                            <p:fltVal val="360.000000"/>
                                          </p:val>
                                        </p:tav>
                                        <p:tav tm="100000">
                                          <p:val>
                                            <p:fltVal val="0.000000"/>
                                          </p:val>
                                        </p:tav>
                                      </p:tavLst>
                                    </p:anim>
                                    <p:animEffect transition="in" filter="fade">
                                      <p:cBhvr>
                                        <p:cTn id="24" dur="500"/>
                                        <p:tgtEl>
                                          <p:spTgt spid="15"/>
                                        </p:tgtEl>
                                      </p:cBhvr>
                                    </p:animEffect>
                                  </p:childTnLst>
                                </p:cTn>
                              </p:par>
                            </p:childTnLst>
                          </p:cTn>
                        </p:par>
                        <p:par>
                          <p:cTn id="25" fill="hold">
                            <p:stCondLst>
                              <p:cond delay="1500"/>
                            </p:stCondLst>
                            <p:childTnLst>
                              <p:par>
                                <p:cTn id="26" presetID="49" presetClass="entr" presetSubtype="0" decel="100000" fill="hold" grpId="0" nodeType="afterEffect">
                                  <p:stCondLst>
                                    <p:cond delay="0"/>
                                  </p:stCondLst>
                                  <p:childTnLst>
                                    <p:set>
                                      <p:cBhvr>
                                        <p:cTn id="27" dur="1" fill="hold">
                                          <p:stCondLst>
                                            <p:cond delay="0"/>
                                          </p:stCondLst>
                                        </p:cTn>
                                        <p:tgtEl>
                                          <p:spTgt spid="16"/>
                                        </p:tgtEl>
                                        <p:attrNameLst>
                                          <p:attrName>style.visibility</p:attrName>
                                        </p:attrNameLst>
                                      </p:cBhvr>
                                      <p:to>
                                        <p:strVal val="visible"/>
                                      </p:to>
                                    </p:set>
                                    <p:anim calcmode="lin" valueType="num">
                                      <p:cBhvr>
                                        <p:cTn id="28" dur="500" fill="hold"/>
                                        <p:tgtEl>
                                          <p:spTgt spid="16"/>
                                        </p:tgtEl>
                                        <p:attrNameLst>
                                          <p:attrName>ppt_w</p:attrName>
                                        </p:attrNameLst>
                                      </p:cBhvr>
                                      <p:tavLst>
                                        <p:tav tm="0">
                                          <p:val>
                                            <p:fltVal val="0.000000"/>
                                          </p:val>
                                        </p:tav>
                                        <p:tav tm="100000">
                                          <p:val>
                                            <p:strVal val="#ppt_w"/>
                                          </p:val>
                                        </p:tav>
                                      </p:tavLst>
                                    </p:anim>
                                    <p:anim calcmode="lin" valueType="num">
                                      <p:cBhvr>
                                        <p:cTn id="29" dur="500" fill="hold"/>
                                        <p:tgtEl>
                                          <p:spTgt spid="16"/>
                                        </p:tgtEl>
                                        <p:attrNameLst>
                                          <p:attrName>ppt_h</p:attrName>
                                        </p:attrNameLst>
                                      </p:cBhvr>
                                      <p:tavLst>
                                        <p:tav tm="0">
                                          <p:val>
                                            <p:fltVal val="0.000000"/>
                                          </p:val>
                                        </p:tav>
                                        <p:tav tm="100000">
                                          <p:val>
                                            <p:strVal val="#ppt_h"/>
                                          </p:val>
                                        </p:tav>
                                      </p:tavLst>
                                    </p:anim>
                                    <p:anim calcmode="lin" valueType="num">
                                      <p:cBhvr>
                                        <p:cTn id="30" dur="500" fill="hold"/>
                                        <p:tgtEl>
                                          <p:spTgt spid="16"/>
                                        </p:tgtEl>
                                        <p:attrNameLst>
                                          <p:attrName>style.rotation</p:attrName>
                                        </p:attrNameLst>
                                      </p:cBhvr>
                                      <p:tavLst>
                                        <p:tav tm="0">
                                          <p:val>
                                            <p:fltVal val="360.000000"/>
                                          </p:val>
                                        </p:tav>
                                        <p:tav tm="100000">
                                          <p:val>
                                            <p:fltVal val="0.000000"/>
                                          </p:val>
                                        </p:tav>
                                      </p:tavLst>
                                    </p:anim>
                                    <p:animEffect transition="in" filter="fade">
                                      <p:cBhvr>
                                        <p:cTn id="31" dur="500"/>
                                        <p:tgtEl>
                                          <p:spTgt spid="16"/>
                                        </p:tgtEl>
                                      </p:cBhvr>
                                    </p:animEffect>
                                  </p:childTnLst>
                                </p:cTn>
                              </p:par>
                            </p:childTnLst>
                          </p:cTn>
                        </p:par>
                        <p:par>
                          <p:cTn id="32" fill="hold">
                            <p:stCondLst>
                              <p:cond delay="2000"/>
                            </p:stCondLst>
                            <p:childTnLst>
                              <p:par>
                                <p:cTn id="33" presetID="56" presetClass="entr" presetSubtype="0" fill="hold" grpId="0" nodeType="afterEffect">
                                  <p:stCondLst>
                                    <p:cond delay="0"/>
                                  </p:stCondLst>
                                  <p:iterate type="lt">
                                    <p:tmPct val="10000"/>
                                  </p:iterate>
                                  <p:childTnLst>
                                    <p:set>
                                      <p:cBhvr>
                                        <p:cTn id="34" dur="1" fill="hold">
                                          <p:stCondLst>
                                            <p:cond delay="0"/>
                                          </p:stCondLst>
                                        </p:cTn>
                                        <p:tgtEl>
                                          <p:spTgt spid="10"/>
                                        </p:tgtEl>
                                        <p:attrNameLst>
                                          <p:attrName>style.visibility</p:attrName>
                                        </p:attrNameLst>
                                      </p:cBhvr>
                                      <p:to>
                                        <p:strVal val="visible"/>
                                      </p:to>
                                    </p:set>
                                    <p:anim by="(-#ppt_w*2)" calcmode="lin" valueType="num">
                                      <p:cBhvr rctx="PPT">
                                        <p:cTn id="35" dur="500" autoRev="1" fill="hold">
                                          <p:stCondLst>
                                            <p:cond delay="0"/>
                                          </p:stCondLst>
                                        </p:cTn>
                                        <p:tgtEl>
                                          <p:spTgt spid="10"/>
                                        </p:tgtEl>
                                        <p:attrNameLst>
                                          <p:attrName>ppt_w</p:attrName>
                                        </p:attrNameLst>
                                      </p:cBhvr>
                                    </p:anim>
                                    <p:anim by="(#ppt_w*0.50)" calcmode="lin" valueType="num">
                                      <p:cBhvr>
                                        <p:cTn id="36" dur="500" decel="50000" autoRev="1" fill="hold">
                                          <p:stCondLst>
                                            <p:cond delay="0"/>
                                          </p:stCondLst>
                                        </p:cTn>
                                        <p:tgtEl>
                                          <p:spTgt spid="10"/>
                                        </p:tgtEl>
                                        <p:attrNameLst>
                                          <p:attrName>ppt_x</p:attrName>
                                        </p:attrNameLst>
                                      </p:cBhvr>
                                    </p:anim>
                                    <p:anim from="(-#ppt_h/2)" to="(#ppt_y)" calcmode="lin" valueType="num">
                                      <p:cBhvr>
                                        <p:cTn id="37" dur="1000" fill="hold">
                                          <p:stCondLst>
                                            <p:cond delay="0"/>
                                          </p:stCondLst>
                                        </p:cTn>
                                        <p:tgtEl>
                                          <p:spTgt spid="10"/>
                                        </p:tgtEl>
                                        <p:attrNameLst>
                                          <p:attrName>ppt_y</p:attrName>
                                        </p:attrNameLst>
                                      </p:cBhvr>
                                    </p:anim>
                                    <p:animRot by="21600000">
                                      <p:cBhvr>
                                        <p:cTn id="38" dur="1000" fill="hold">
                                          <p:stCondLst>
                                            <p:cond delay="0"/>
                                          </p:stCondLst>
                                        </p:cTn>
                                        <p:tgtEl>
                                          <p:spTgt spid="10"/>
                                        </p:tgtEl>
                                        <p:attrNameLst>
                                          <p:attrName>r</p:attrName>
                                        </p:attrNameLst>
                                      </p:cBhvr>
                                    </p:animRot>
                                  </p:childTnLst>
                                </p:cTn>
                              </p:par>
                            </p:childTnLst>
                          </p:cTn>
                        </p:par>
                        <p:par>
                          <p:cTn id="39" fill="hold">
                            <p:stCondLst>
                              <p:cond delay="4199"/>
                            </p:stCondLst>
                            <p:childTnLst>
                              <p:par>
                                <p:cTn id="40" presetID="42" presetClass="entr" presetSubtype="0" fill="hold" grpId="0" nodeType="after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fade">
                                      <p:cBhvr>
                                        <p:cTn id="42" dur="1000"/>
                                        <p:tgtEl>
                                          <p:spTgt spid="9"/>
                                        </p:tgtEl>
                                      </p:cBhvr>
                                    </p:animEffect>
                                    <p:anim calcmode="lin" valueType="num">
                                      <p:cBhvr>
                                        <p:cTn id="43" dur="1000" fill="hold"/>
                                        <p:tgtEl>
                                          <p:spTgt spid="9"/>
                                        </p:tgtEl>
                                        <p:attrNameLst>
                                          <p:attrName>ppt_x</p:attrName>
                                        </p:attrNameLst>
                                      </p:cBhvr>
                                      <p:tavLst>
                                        <p:tav tm="0">
                                          <p:val>
                                            <p:strVal val="#ppt_x"/>
                                          </p:val>
                                        </p:tav>
                                        <p:tav tm="100000">
                                          <p:val>
                                            <p:strVal val="#ppt_x"/>
                                          </p:val>
                                        </p:tav>
                                      </p:tavLst>
                                    </p:anim>
                                    <p:anim calcmode="lin" valueType="num">
                                      <p:cBhvr>
                                        <p:cTn id="44" dur="1000" fill="hold"/>
                                        <p:tgtEl>
                                          <p:spTgt spid="9"/>
                                        </p:tgtEl>
                                        <p:attrNameLst>
                                          <p:attrName>ppt_y</p:attrName>
                                        </p:attrNameLst>
                                      </p:cBhvr>
                                      <p:tavLst>
                                        <p:tav tm="0">
                                          <p:val>
                                            <p:strVal val="#ppt_y+.1"/>
                                          </p:val>
                                        </p:tav>
                                        <p:tav tm="100000">
                                          <p:val>
                                            <p:strVal val="#ppt_y"/>
                                          </p:val>
                                        </p:tav>
                                      </p:tavLst>
                                    </p:anim>
                                  </p:childTnLst>
                                </p:cTn>
                              </p:par>
                            </p:childTnLst>
                          </p:cTn>
                        </p:par>
                        <p:par>
                          <p:cTn id="45" fill="hold">
                            <p:stCondLst>
                              <p:cond delay="5199"/>
                            </p:stCondLst>
                            <p:childTnLst>
                              <p:par>
                                <p:cTn id="46" presetID="53" presetClass="entr" presetSubtype="16" fill="hold" grpId="0" nodeType="afterEffect">
                                  <p:stCondLst>
                                    <p:cond delay="0"/>
                                  </p:stCondLst>
                                  <p:childTnLst>
                                    <p:set>
                                      <p:cBhvr>
                                        <p:cTn id="47" dur="1" fill="hold">
                                          <p:stCondLst>
                                            <p:cond delay="0"/>
                                          </p:stCondLst>
                                        </p:cTn>
                                        <p:tgtEl>
                                          <p:spTgt spid="11"/>
                                        </p:tgtEl>
                                        <p:attrNameLst>
                                          <p:attrName>style.visibility</p:attrName>
                                        </p:attrNameLst>
                                      </p:cBhvr>
                                      <p:to>
                                        <p:strVal val="visible"/>
                                      </p:to>
                                    </p:set>
                                    <p:anim calcmode="lin" valueType="num">
                                      <p:cBhvr>
                                        <p:cTn id="48" dur="500" fill="hold"/>
                                        <p:tgtEl>
                                          <p:spTgt spid="11"/>
                                        </p:tgtEl>
                                        <p:attrNameLst>
                                          <p:attrName>ppt_w</p:attrName>
                                        </p:attrNameLst>
                                      </p:cBhvr>
                                      <p:tavLst>
                                        <p:tav tm="0">
                                          <p:val>
                                            <p:fltVal val="0.000000"/>
                                          </p:val>
                                        </p:tav>
                                        <p:tav tm="100000">
                                          <p:val>
                                            <p:strVal val="#ppt_w"/>
                                          </p:val>
                                        </p:tav>
                                      </p:tavLst>
                                    </p:anim>
                                    <p:anim calcmode="lin" valueType="num">
                                      <p:cBhvr>
                                        <p:cTn id="49" dur="500" fill="hold"/>
                                        <p:tgtEl>
                                          <p:spTgt spid="11"/>
                                        </p:tgtEl>
                                        <p:attrNameLst>
                                          <p:attrName>ppt_h</p:attrName>
                                        </p:attrNameLst>
                                      </p:cBhvr>
                                      <p:tavLst>
                                        <p:tav tm="0">
                                          <p:val>
                                            <p:fltVal val="0.000000"/>
                                          </p:val>
                                        </p:tav>
                                        <p:tav tm="100000">
                                          <p:val>
                                            <p:strVal val="#ppt_h"/>
                                          </p:val>
                                        </p:tav>
                                      </p:tavLst>
                                    </p:anim>
                                    <p:animEffect transition="in" filter="fade">
                                      <p:cBhvr>
                                        <p:cTn id="5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bldLvl="0" animBg="1"/>
      <p:bldP spid="13" grpId="0" animBg="1"/>
      <p:bldP spid="14" grpId="0" animBg="1"/>
      <p:bldP spid="15" grpId="0" animBg="1"/>
      <p:bldP spid="16"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cstate="screen"/>
          <a:srcRect l="35490" b="47335"/>
          <a:stretch>
            <a:fillRect/>
          </a:stretch>
        </p:blipFill>
        <p:spPr>
          <a:xfrm>
            <a:off x="0" y="3107912"/>
            <a:ext cx="5036457" cy="3755165"/>
          </a:xfrm>
          <a:custGeom>
            <a:avLst/>
            <a:gdLst>
              <a:gd name="connsiteX0" fmla="*/ 0 w 6539008"/>
              <a:gd name="connsiteY0" fmla="*/ 0 h 4875469"/>
              <a:gd name="connsiteX1" fmla="*/ 6539008 w 6539008"/>
              <a:gd name="connsiteY1" fmla="*/ 0 h 4875469"/>
              <a:gd name="connsiteX2" fmla="*/ 6539008 w 6539008"/>
              <a:gd name="connsiteY2" fmla="*/ 4875469 h 4875469"/>
              <a:gd name="connsiteX3" fmla="*/ 0 w 6539008"/>
              <a:gd name="connsiteY3" fmla="*/ 4875469 h 4875469"/>
            </a:gdLst>
            <a:ahLst/>
            <a:cxnLst>
              <a:cxn ang="0">
                <a:pos x="connsiteX0" y="connsiteY0"/>
              </a:cxn>
              <a:cxn ang="0">
                <a:pos x="connsiteX1" y="connsiteY1"/>
              </a:cxn>
              <a:cxn ang="0">
                <a:pos x="connsiteX2" y="connsiteY2"/>
              </a:cxn>
              <a:cxn ang="0">
                <a:pos x="connsiteX3" y="connsiteY3"/>
              </a:cxn>
            </a:cxnLst>
            <a:rect l="l" t="t" r="r" b="b"/>
            <a:pathLst>
              <a:path w="6539008" h="4875469">
                <a:moveTo>
                  <a:pt x="0" y="0"/>
                </a:moveTo>
                <a:lnTo>
                  <a:pt x="6539008" y="0"/>
                </a:lnTo>
                <a:lnTo>
                  <a:pt x="6539008" y="4875469"/>
                </a:lnTo>
                <a:lnTo>
                  <a:pt x="0" y="4875469"/>
                </a:lnTo>
                <a:close/>
              </a:path>
            </a:pathLst>
          </a:custGeom>
        </p:spPr>
      </p:pic>
      <p:pic>
        <p:nvPicPr>
          <p:cNvPr id="3" name="图片 2"/>
          <p:cNvPicPr>
            <a:picLocks noChangeAspect="1"/>
          </p:cNvPicPr>
          <p:nvPr/>
        </p:nvPicPr>
        <p:blipFill>
          <a:blip r:embed="rId1" cstate="screen"/>
          <a:srcRect l="35490" b="47335"/>
          <a:stretch>
            <a:fillRect/>
          </a:stretch>
        </p:blipFill>
        <p:spPr>
          <a:xfrm rot="10800000">
            <a:off x="7881256" y="0"/>
            <a:ext cx="4310743" cy="3214079"/>
          </a:xfrm>
          <a:custGeom>
            <a:avLst/>
            <a:gdLst>
              <a:gd name="connsiteX0" fmla="*/ 0 w 6539008"/>
              <a:gd name="connsiteY0" fmla="*/ 0 h 4875469"/>
              <a:gd name="connsiteX1" fmla="*/ 6539008 w 6539008"/>
              <a:gd name="connsiteY1" fmla="*/ 0 h 4875469"/>
              <a:gd name="connsiteX2" fmla="*/ 6539008 w 6539008"/>
              <a:gd name="connsiteY2" fmla="*/ 4875469 h 4875469"/>
              <a:gd name="connsiteX3" fmla="*/ 0 w 6539008"/>
              <a:gd name="connsiteY3" fmla="*/ 4875469 h 4875469"/>
            </a:gdLst>
            <a:ahLst/>
            <a:cxnLst>
              <a:cxn ang="0">
                <a:pos x="connsiteX0" y="connsiteY0"/>
              </a:cxn>
              <a:cxn ang="0">
                <a:pos x="connsiteX1" y="connsiteY1"/>
              </a:cxn>
              <a:cxn ang="0">
                <a:pos x="connsiteX2" y="connsiteY2"/>
              </a:cxn>
              <a:cxn ang="0">
                <a:pos x="connsiteX3" y="connsiteY3"/>
              </a:cxn>
            </a:cxnLst>
            <a:rect l="l" t="t" r="r" b="b"/>
            <a:pathLst>
              <a:path w="6539008" h="4875469">
                <a:moveTo>
                  <a:pt x="0" y="0"/>
                </a:moveTo>
                <a:lnTo>
                  <a:pt x="6539008" y="0"/>
                </a:lnTo>
                <a:lnTo>
                  <a:pt x="6539008" y="4875469"/>
                </a:lnTo>
                <a:lnTo>
                  <a:pt x="0" y="4875469"/>
                </a:lnTo>
                <a:close/>
              </a:path>
            </a:pathLst>
          </a:custGeom>
        </p:spPr>
      </p:pic>
      <p:sp>
        <p:nvSpPr>
          <p:cNvPr id="4" name="PA-文本框 10"/>
          <p:cNvSpPr txBox="1"/>
          <p:nvPr>
            <p:custDataLst>
              <p:tags r:id="rId2"/>
            </p:custDataLst>
          </p:nvPr>
        </p:nvSpPr>
        <p:spPr>
          <a:xfrm>
            <a:off x="2732088" y="1381125"/>
            <a:ext cx="2967037" cy="450850"/>
          </a:xfrm>
          <a:prstGeom prst="rect">
            <a:avLst/>
          </a:prstGeom>
          <a:noFill/>
          <a:ln w="9525">
            <a:noFill/>
          </a:ln>
        </p:spPr>
        <p:txBody>
          <a:bodyPr wrap="square" anchor="t" anchorCtr="0">
            <a:spAutoFit/>
          </a:bodyPr>
          <a:p>
            <a:pPr>
              <a:lnSpc>
                <a:spcPct val="130000"/>
              </a:lnSpc>
            </a:pPr>
            <a:r>
              <a:rPr lang="en-US" altLang="zh-CN" b="1" dirty="0">
                <a:latin typeface="微软雅黑" panose="020B0503020204020204" pitchFamily="34" charset="-122"/>
                <a:ea typeface="微软雅黑" panose="020B0503020204020204" pitchFamily="34" charset="-122"/>
              </a:rPr>
              <a:t>e</a:t>
            </a:r>
            <a:r>
              <a:rPr lang="zh-CN" altLang="zh-CN" b="1" dirty="0">
                <a:latin typeface="微软雅黑" panose="020B0503020204020204" pitchFamily="34" charset="-122"/>
                <a:ea typeface="微软雅黑" panose="020B0503020204020204" pitchFamily="34" charset="-122"/>
              </a:rPr>
              <a:t>律师介绍</a:t>
            </a:r>
            <a:endParaRPr lang="zh-CN" altLang="zh-CN" b="1" dirty="0">
              <a:latin typeface="微软雅黑" panose="020B0503020204020204" pitchFamily="34" charset="-122"/>
              <a:ea typeface="微软雅黑" panose="020B0503020204020204" pitchFamily="34" charset="-122"/>
            </a:endParaRPr>
          </a:p>
        </p:txBody>
      </p:sp>
      <p:sp>
        <p:nvSpPr>
          <p:cNvPr id="6148" name="矩形 5"/>
          <p:cNvSpPr/>
          <p:nvPr/>
        </p:nvSpPr>
        <p:spPr>
          <a:xfrm>
            <a:off x="-547687" y="184150"/>
            <a:ext cx="6130925" cy="830263"/>
          </a:xfrm>
          <a:prstGeom prst="rect">
            <a:avLst/>
          </a:prstGeom>
          <a:noFill/>
          <a:ln w="9525">
            <a:noFill/>
          </a:ln>
        </p:spPr>
        <p:txBody>
          <a:bodyPr wrap="square" anchor="t" anchorCtr="0">
            <a:spAutoFit/>
          </a:bodyPr>
          <a:p>
            <a:pPr algn="ctr"/>
            <a:r>
              <a:rPr lang="zh-CN" altLang="en-US" sz="4800" dirty="0">
                <a:solidFill>
                  <a:schemeClr val="accent2"/>
                </a:solidFill>
                <a:latin typeface="微软雅黑" panose="020B0503020204020204" pitchFamily="34" charset="-122"/>
                <a:ea typeface="微软雅黑" panose="020B0503020204020204" pitchFamily="34" charset="-122"/>
              </a:rPr>
              <a:t>目录</a:t>
            </a:r>
            <a:endParaRPr lang="zh-CN" altLang="en-US" sz="4800" dirty="0">
              <a:solidFill>
                <a:schemeClr val="accent2"/>
              </a:solidFill>
              <a:latin typeface="微软雅黑" panose="020B0503020204020204" pitchFamily="34" charset="-122"/>
              <a:ea typeface="微软雅黑" panose="020B0503020204020204" pitchFamily="34" charset="-122"/>
            </a:endParaRPr>
          </a:p>
        </p:txBody>
      </p:sp>
      <p:sp>
        <p:nvSpPr>
          <p:cNvPr id="7" name="椭圆 6"/>
          <p:cNvSpPr/>
          <p:nvPr/>
        </p:nvSpPr>
        <p:spPr>
          <a:xfrm>
            <a:off x="2132013" y="1381125"/>
            <a:ext cx="600075" cy="449263"/>
          </a:xfrm>
          <a:prstGeom prst="ellipse">
            <a:avLst/>
          </a:prstGeom>
          <a:solidFill>
            <a:schemeClr val="accent2"/>
          </a:solidFill>
          <a:ln w="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rmAutofit fontScale="80000"/>
          </a:bodyPr>
          <a:lstStyle/>
          <a:p>
            <a:pPr algn="ctr" fontAlgn="auto"/>
            <a:endParaRPr lang="zh-CN" altLang="en-US" strike="noStrike" noProof="1" dirty="0"/>
          </a:p>
        </p:txBody>
      </p:sp>
      <p:sp>
        <p:nvSpPr>
          <p:cNvPr id="6150" name="文本框 7"/>
          <p:cNvSpPr txBox="1"/>
          <p:nvPr/>
        </p:nvSpPr>
        <p:spPr>
          <a:xfrm>
            <a:off x="2184400" y="1254125"/>
            <a:ext cx="495300" cy="706438"/>
          </a:xfrm>
          <a:prstGeom prst="rect">
            <a:avLst/>
          </a:prstGeom>
          <a:noFill/>
          <a:ln w="9525">
            <a:noFill/>
          </a:ln>
        </p:spPr>
        <p:txBody>
          <a:bodyPr wrap="square" anchor="ctr" anchorCtr="0">
            <a:spAutoFit/>
          </a:bodyPr>
          <a:p>
            <a:pPr algn="ctr"/>
            <a:r>
              <a:rPr lang="en-US" altLang="zh-CN" sz="4000" dirty="0">
                <a:solidFill>
                  <a:schemeClr val="bg1"/>
                </a:solidFill>
                <a:latin typeface="Arial" panose="020B0604020202020204" pitchFamily="34" charset="0"/>
                <a:ea typeface="微软雅黑" panose="020B0503020204020204" pitchFamily="34" charset="-122"/>
              </a:rPr>
              <a:t>1</a:t>
            </a:r>
            <a:endParaRPr lang="zh-CN" altLang="en-US" sz="4000" dirty="0">
              <a:solidFill>
                <a:schemeClr val="bg1"/>
              </a:solidFill>
              <a:latin typeface="Arial" panose="020B0604020202020204" pitchFamily="34" charset="0"/>
              <a:ea typeface="微软雅黑" panose="020B0503020204020204" pitchFamily="34" charset="-122"/>
            </a:endParaRPr>
          </a:p>
        </p:txBody>
      </p:sp>
      <p:cxnSp>
        <p:nvCxnSpPr>
          <p:cNvPr id="9" name="直接连接符 8"/>
          <p:cNvCxnSpPr/>
          <p:nvPr/>
        </p:nvCxnSpPr>
        <p:spPr>
          <a:xfrm>
            <a:off x="381000" y="1014413"/>
            <a:ext cx="4275138"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0" name="PA-文本框 10"/>
          <p:cNvSpPr txBox="1"/>
          <p:nvPr>
            <p:custDataLst>
              <p:tags r:id="rId3"/>
            </p:custDataLst>
          </p:nvPr>
        </p:nvSpPr>
        <p:spPr>
          <a:xfrm>
            <a:off x="3476625" y="2063750"/>
            <a:ext cx="2967038" cy="450850"/>
          </a:xfrm>
          <a:prstGeom prst="rect">
            <a:avLst/>
          </a:prstGeom>
          <a:noFill/>
          <a:ln w="9525">
            <a:noFill/>
          </a:ln>
        </p:spPr>
        <p:txBody>
          <a:bodyPr wrap="square" anchor="t" anchorCtr="0">
            <a:spAutoFit/>
          </a:bodyPr>
          <a:p>
            <a:pPr>
              <a:lnSpc>
                <a:spcPct val="130000"/>
              </a:lnSpc>
            </a:pPr>
            <a:r>
              <a:rPr lang="zh-CN" altLang="zh-CN" b="1" dirty="0">
                <a:latin typeface="微软雅黑" panose="020B0503020204020204" pitchFamily="34" charset="-122"/>
                <a:ea typeface="微软雅黑" panose="020B0503020204020204" pitchFamily="34" charset="-122"/>
                <a:sym typeface="微软雅黑" panose="020B0503020204020204" pitchFamily="34" charset="-122"/>
              </a:rPr>
              <a:t>律所管理应用场景举例</a:t>
            </a:r>
            <a:endParaRPr lang="zh-CN" altLang="zh-CN" b="1" dirty="0">
              <a:latin typeface="微软雅黑" panose="020B0503020204020204" pitchFamily="34" charset="-122"/>
              <a:ea typeface="微软雅黑" panose="020B0503020204020204" pitchFamily="34" charset="-122"/>
            </a:endParaRPr>
          </a:p>
        </p:txBody>
      </p:sp>
      <p:sp>
        <p:nvSpPr>
          <p:cNvPr id="12" name="椭圆 11"/>
          <p:cNvSpPr/>
          <p:nvPr/>
        </p:nvSpPr>
        <p:spPr>
          <a:xfrm>
            <a:off x="2852738" y="2063750"/>
            <a:ext cx="600075" cy="447675"/>
          </a:xfrm>
          <a:prstGeom prst="ellipse">
            <a:avLst/>
          </a:prstGeom>
          <a:solidFill>
            <a:schemeClr val="accent2"/>
          </a:solidFill>
          <a:ln w="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rmAutofit fontScale="80000"/>
          </a:bodyPr>
          <a:lstStyle/>
          <a:p>
            <a:pPr algn="ctr" fontAlgn="auto"/>
            <a:endParaRPr lang="zh-CN" altLang="en-US" strike="noStrike" noProof="1" dirty="0"/>
          </a:p>
        </p:txBody>
      </p:sp>
      <p:sp>
        <p:nvSpPr>
          <p:cNvPr id="6154" name="文本框 12"/>
          <p:cNvSpPr txBox="1"/>
          <p:nvPr/>
        </p:nvSpPr>
        <p:spPr>
          <a:xfrm>
            <a:off x="2905125" y="1933575"/>
            <a:ext cx="495300" cy="706438"/>
          </a:xfrm>
          <a:prstGeom prst="rect">
            <a:avLst/>
          </a:prstGeom>
          <a:noFill/>
          <a:ln w="9525">
            <a:noFill/>
          </a:ln>
        </p:spPr>
        <p:txBody>
          <a:bodyPr wrap="square" anchor="ctr" anchorCtr="0">
            <a:spAutoFit/>
          </a:bodyPr>
          <a:p>
            <a:pPr algn="ctr"/>
            <a:r>
              <a:rPr lang="en-US" altLang="zh-CN" sz="4000" dirty="0">
                <a:solidFill>
                  <a:schemeClr val="bg1"/>
                </a:solidFill>
                <a:latin typeface="Arial" panose="020B0604020202020204" pitchFamily="34" charset="0"/>
                <a:ea typeface="微软雅黑" panose="020B0503020204020204" pitchFamily="34" charset="-122"/>
              </a:rPr>
              <a:t>2</a:t>
            </a:r>
            <a:endParaRPr lang="zh-CN" altLang="en-US" sz="4000" dirty="0">
              <a:solidFill>
                <a:schemeClr val="bg1"/>
              </a:solidFill>
              <a:latin typeface="Arial" panose="020B0604020202020204" pitchFamily="34" charset="0"/>
              <a:ea typeface="微软雅黑" panose="020B0503020204020204" pitchFamily="34" charset="-122"/>
            </a:endParaRPr>
          </a:p>
        </p:txBody>
      </p:sp>
      <p:sp>
        <p:nvSpPr>
          <p:cNvPr id="14" name="PA-文本框 10"/>
          <p:cNvSpPr txBox="1"/>
          <p:nvPr>
            <p:custDataLst>
              <p:tags r:id="rId4"/>
            </p:custDataLst>
          </p:nvPr>
        </p:nvSpPr>
        <p:spPr>
          <a:xfrm>
            <a:off x="4125913" y="2744788"/>
            <a:ext cx="2967037" cy="450850"/>
          </a:xfrm>
          <a:prstGeom prst="rect">
            <a:avLst/>
          </a:prstGeom>
          <a:noFill/>
          <a:ln w="9525">
            <a:noFill/>
          </a:ln>
        </p:spPr>
        <p:txBody>
          <a:bodyPr wrap="square" anchor="t" anchorCtr="0">
            <a:spAutoFit/>
          </a:bodyPr>
          <a:p>
            <a:pPr>
              <a:lnSpc>
                <a:spcPct val="130000"/>
              </a:lnSpc>
            </a:pPr>
            <a:r>
              <a:rPr lang="zh-CN" altLang="en-US" b="1" dirty="0">
                <a:latin typeface="微软雅黑" panose="020B0503020204020204" pitchFamily="34" charset="-122"/>
                <a:ea typeface="微软雅黑" panose="020B0503020204020204" pitchFamily="34" charset="-122"/>
              </a:rPr>
              <a:t>项目与协作</a:t>
            </a:r>
            <a:endParaRPr lang="zh-CN" altLang="en-US" b="1" dirty="0">
              <a:latin typeface="微软雅黑" panose="020B0503020204020204" pitchFamily="34" charset="-122"/>
              <a:ea typeface="微软雅黑" panose="020B0503020204020204" pitchFamily="34" charset="-122"/>
            </a:endParaRPr>
          </a:p>
        </p:txBody>
      </p:sp>
      <p:sp>
        <p:nvSpPr>
          <p:cNvPr id="16" name="椭圆 15"/>
          <p:cNvSpPr/>
          <p:nvPr/>
        </p:nvSpPr>
        <p:spPr>
          <a:xfrm>
            <a:off x="3527425" y="2746375"/>
            <a:ext cx="598488" cy="449263"/>
          </a:xfrm>
          <a:prstGeom prst="ellipse">
            <a:avLst/>
          </a:prstGeom>
          <a:solidFill>
            <a:schemeClr val="accent2"/>
          </a:solidFill>
          <a:ln w="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rmAutofit fontScale="80000"/>
          </a:bodyPr>
          <a:lstStyle/>
          <a:p>
            <a:pPr algn="ctr" fontAlgn="auto"/>
            <a:endParaRPr lang="zh-CN" altLang="en-US" strike="noStrike" noProof="1" dirty="0"/>
          </a:p>
        </p:txBody>
      </p:sp>
      <p:sp>
        <p:nvSpPr>
          <p:cNvPr id="6157" name="文本框 16"/>
          <p:cNvSpPr txBox="1"/>
          <p:nvPr/>
        </p:nvSpPr>
        <p:spPr>
          <a:xfrm>
            <a:off x="3578225" y="2640013"/>
            <a:ext cx="495300" cy="708025"/>
          </a:xfrm>
          <a:prstGeom prst="rect">
            <a:avLst/>
          </a:prstGeom>
          <a:noFill/>
          <a:ln w="9525">
            <a:noFill/>
          </a:ln>
        </p:spPr>
        <p:txBody>
          <a:bodyPr wrap="square" anchor="ctr" anchorCtr="0">
            <a:spAutoFit/>
          </a:bodyPr>
          <a:p>
            <a:pPr algn="ctr"/>
            <a:r>
              <a:rPr lang="en-US" altLang="zh-CN" sz="4000" dirty="0">
                <a:solidFill>
                  <a:schemeClr val="bg1"/>
                </a:solidFill>
                <a:latin typeface="Arial" panose="020B0604020202020204" pitchFamily="34" charset="0"/>
                <a:ea typeface="微软雅黑" panose="020B0503020204020204" pitchFamily="34" charset="-122"/>
              </a:rPr>
              <a:t>3</a:t>
            </a:r>
            <a:endParaRPr lang="zh-CN" altLang="en-US" sz="4000" dirty="0">
              <a:solidFill>
                <a:schemeClr val="bg1"/>
              </a:solidFill>
              <a:latin typeface="Arial" panose="020B0604020202020204" pitchFamily="34" charset="0"/>
              <a:ea typeface="微软雅黑" panose="020B0503020204020204" pitchFamily="34" charset="-122"/>
            </a:endParaRPr>
          </a:p>
        </p:txBody>
      </p:sp>
      <p:sp>
        <p:nvSpPr>
          <p:cNvPr id="18" name="PA-文本框 10"/>
          <p:cNvSpPr txBox="1"/>
          <p:nvPr>
            <p:custDataLst>
              <p:tags r:id="rId5"/>
            </p:custDataLst>
          </p:nvPr>
        </p:nvSpPr>
        <p:spPr>
          <a:xfrm>
            <a:off x="4797425" y="3460750"/>
            <a:ext cx="2967038" cy="450850"/>
          </a:xfrm>
          <a:prstGeom prst="rect">
            <a:avLst/>
          </a:prstGeom>
          <a:noFill/>
          <a:ln w="9525">
            <a:noFill/>
          </a:ln>
        </p:spPr>
        <p:txBody>
          <a:bodyPr wrap="square" anchor="t" anchorCtr="0">
            <a:spAutoFit/>
          </a:bodyPr>
          <a:p>
            <a:pPr>
              <a:lnSpc>
                <a:spcPct val="130000"/>
              </a:lnSpc>
            </a:pPr>
            <a:r>
              <a:rPr lang="zh-CN" altLang="en-US" b="1" dirty="0">
                <a:latin typeface="微软雅黑" panose="020B0503020204020204" pitchFamily="34" charset="-122"/>
                <a:ea typeface="微软雅黑" panose="020B0503020204020204" pitchFamily="34" charset="-122"/>
              </a:rPr>
              <a:t>移动</a:t>
            </a:r>
            <a:endParaRPr lang="zh-CN" altLang="en-US" b="1" dirty="0">
              <a:latin typeface="微软雅黑" panose="020B0503020204020204" pitchFamily="34" charset="-122"/>
              <a:ea typeface="微软雅黑" panose="020B0503020204020204" pitchFamily="34" charset="-122"/>
            </a:endParaRPr>
          </a:p>
        </p:txBody>
      </p:sp>
      <p:sp>
        <p:nvSpPr>
          <p:cNvPr id="20" name="椭圆 19"/>
          <p:cNvSpPr/>
          <p:nvPr/>
        </p:nvSpPr>
        <p:spPr>
          <a:xfrm>
            <a:off x="4198938" y="3468688"/>
            <a:ext cx="598488" cy="449263"/>
          </a:xfrm>
          <a:prstGeom prst="ellipse">
            <a:avLst/>
          </a:prstGeom>
          <a:solidFill>
            <a:schemeClr val="accent2"/>
          </a:solidFill>
          <a:ln w="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rmAutofit fontScale="80000"/>
          </a:bodyPr>
          <a:lstStyle/>
          <a:p>
            <a:pPr algn="ctr" fontAlgn="auto"/>
            <a:endParaRPr lang="zh-CN" altLang="en-US" strike="noStrike" noProof="1" dirty="0"/>
          </a:p>
        </p:txBody>
      </p:sp>
      <p:sp>
        <p:nvSpPr>
          <p:cNvPr id="6160" name="文本框 20"/>
          <p:cNvSpPr txBox="1"/>
          <p:nvPr/>
        </p:nvSpPr>
        <p:spPr>
          <a:xfrm>
            <a:off x="4251325" y="3352800"/>
            <a:ext cx="495300" cy="706438"/>
          </a:xfrm>
          <a:prstGeom prst="rect">
            <a:avLst/>
          </a:prstGeom>
          <a:noFill/>
          <a:ln w="9525">
            <a:noFill/>
          </a:ln>
        </p:spPr>
        <p:txBody>
          <a:bodyPr wrap="square" anchor="ctr" anchorCtr="0">
            <a:spAutoFit/>
          </a:bodyPr>
          <a:p>
            <a:pPr algn="ctr"/>
            <a:r>
              <a:rPr lang="en-US" altLang="zh-CN" sz="4000" dirty="0">
                <a:solidFill>
                  <a:schemeClr val="bg1"/>
                </a:solidFill>
                <a:latin typeface="Arial" panose="020B0604020202020204" pitchFamily="34" charset="0"/>
                <a:ea typeface="微软雅黑" panose="020B0503020204020204" pitchFamily="34" charset="-122"/>
              </a:rPr>
              <a:t>4</a:t>
            </a:r>
            <a:endParaRPr lang="zh-CN" altLang="en-US" sz="4000" dirty="0">
              <a:solidFill>
                <a:schemeClr val="bg1"/>
              </a:solidFill>
              <a:latin typeface="Arial" panose="020B0604020202020204" pitchFamily="34" charset="0"/>
              <a:ea typeface="微软雅黑" panose="020B0503020204020204" pitchFamily="34" charset="-122"/>
            </a:endParaRPr>
          </a:p>
        </p:txBody>
      </p:sp>
      <p:sp>
        <p:nvSpPr>
          <p:cNvPr id="22" name="PA-文本框 10"/>
          <p:cNvSpPr txBox="1"/>
          <p:nvPr>
            <p:custDataLst>
              <p:tags r:id="rId6"/>
            </p:custDataLst>
          </p:nvPr>
        </p:nvSpPr>
        <p:spPr>
          <a:xfrm>
            <a:off x="5565775" y="4176713"/>
            <a:ext cx="2965450" cy="450850"/>
          </a:xfrm>
          <a:prstGeom prst="rect">
            <a:avLst/>
          </a:prstGeom>
          <a:noFill/>
          <a:ln w="9525">
            <a:noFill/>
          </a:ln>
        </p:spPr>
        <p:txBody>
          <a:bodyPr wrap="square" anchor="t" anchorCtr="0">
            <a:spAutoFit/>
          </a:bodyPr>
          <a:p>
            <a:pPr>
              <a:lnSpc>
                <a:spcPct val="130000"/>
              </a:lnSpc>
            </a:pPr>
            <a:r>
              <a:rPr lang="zh-CN" altLang="en-US" b="1" dirty="0">
                <a:latin typeface="微软雅黑" panose="020B0503020204020204" pitchFamily="34" charset="-122"/>
                <a:ea typeface="微软雅黑" panose="020B0503020204020204" pitchFamily="34" charset="-122"/>
              </a:rPr>
              <a:t>安全</a:t>
            </a:r>
            <a:endParaRPr lang="zh-CN" altLang="en-US" b="1" dirty="0">
              <a:latin typeface="微软雅黑" panose="020B0503020204020204" pitchFamily="34" charset="-122"/>
              <a:ea typeface="微软雅黑" panose="020B0503020204020204" pitchFamily="34" charset="-122"/>
            </a:endParaRPr>
          </a:p>
        </p:txBody>
      </p:sp>
      <p:sp>
        <p:nvSpPr>
          <p:cNvPr id="24" name="椭圆 23"/>
          <p:cNvSpPr/>
          <p:nvPr/>
        </p:nvSpPr>
        <p:spPr>
          <a:xfrm>
            <a:off x="4959350" y="4178300"/>
            <a:ext cx="598488" cy="449263"/>
          </a:xfrm>
          <a:prstGeom prst="ellipse">
            <a:avLst/>
          </a:prstGeom>
          <a:solidFill>
            <a:schemeClr val="accent2"/>
          </a:solidFill>
          <a:ln w="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rmAutofit fontScale="80000"/>
          </a:bodyPr>
          <a:p>
            <a:pPr algn="ctr" fontAlgn="auto"/>
            <a:endParaRPr lang="zh-CN" altLang="en-US" strike="noStrike" noProof="1" dirty="0"/>
          </a:p>
        </p:txBody>
      </p:sp>
      <p:sp>
        <p:nvSpPr>
          <p:cNvPr id="6163" name="文本框 24"/>
          <p:cNvSpPr txBox="1"/>
          <p:nvPr/>
        </p:nvSpPr>
        <p:spPr>
          <a:xfrm>
            <a:off x="5010150" y="4059238"/>
            <a:ext cx="495300" cy="708025"/>
          </a:xfrm>
          <a:prstGeom prst="rect">
            <a:avLst/>
          </a:prstGeom>
          <a:noFill/>
          <a:ln w="9525">
            <a:noFill/>
          </a:ln>
        </p:spPr>
        <p:txBody>
          <a:bodyPr wrap="square" anchor="ctr" anchorCtr="0">
            <a:spAutoFit/>
          </a:bodyPr>
          <a:p>
            <a:pPr algn="ctr"/>
            <a:r>
              <a:rPr lang="en-US" altLang="zh-CN" sz="4000" dirty="0">
                <a:solidFill>
                  <a:schemeClr val="bg1"/>
                </a:solidFill>
                <a:latin typeface="Arial" panose="020B0604020202020204" pitchFamily="34" charset="0"/>
                <a:ea typeface="微软雅黑" panose="020B0503020204020204" pitchFamily="34" charset="-122"/>
              </a:rPr>
              <a:t>5</a:t>
            </a:r>
            <a:endParaRPr lang="en-US" altLang="zh-CN" sz="4000" dirty="0">
              <a:solidFill>
                <a:schemeClr val="bg1"/>
              </a:solidFill>
              <a:latin typeface="Arial" panose="020B0604020202020204" pitchFamily="34" charset="0"/>
              <a:ea typeface="微软雅黑" panose="020B0503020204020204" pitchFamily="34" charset="-122"/>
            </a:endParaRPr>
          </a:p>
        </p:txBody>
      </p:sp>
      <p:sp>
        <p:nvSpPr>
          <p:cNvPr id="26" name="PA-文本框 10"/>
          <p:cNvSpPr txBox="1"/>
          <p:nvPr>
            <p:custDataLst>
              <p:tags r:id="rId7"/>
            </p:custDataLst>
          </p:nvPr>
        </p:nvSpPr>
        <p:spPr>
          <a:xfrm>
            <a:off x="6262688" y="4894263"/>
            <a:ext cx="2967037" cy="450850"/>
          </a:xfrm>
          <a:prstGeom prst="rect">
            <a:avLst/>
          </a:prstGeom>
          <a:noFill/>
          <a:ln w="9525">
            <a:noFill/>
          </a:ln>
        </p:spPr>
        <p:txBody>
          <a:bodyPr wrap="square" anchor="t" anchorCtr="0">
            <a:spAutoFit/>
          </a:bodyPr>
          <a:p>
            <a:pPr>
              <a:lnSpc>
                <a:spcPct val="130000"/>
              </a:lnSpc>
            </a:pPr>
            <a:r>
              <a:rPr lang="zh-CN" altLang="en-US" b="1" dirty="0">
                <a:latin typeface="微软雅黑" panose="020B0503020204020204" pitchFamily="34" charset="-122"/>
                <a:ea typeface="微软雅黑" panose="020B0503020204020204" pitchFamily="34" charset="-122"/>
              </a:rPr>
              <a:t>客户</a:t>
            </a:r>
            <a:endParaRPr lang="zh-CN" altLang="en-US" b="1" dirty="0">
              <a:latin typeface="微软雅黑" panose="020B0503020204020204" pitchFamily="34" charset="-122"/>
              <a:ea typeface="微软雅黑" panose="020B0503020204020204" pitchFamily="34" charset="-122"/>
            </a:endParaRPr>
          </a:p>
        </p:txBody>
      </p:sp>
      <p:sp>
        <p:nvSpPr>
          <p:cNvPr id="27" name="椭圆 26"/>
          <p:cNvSpPr/>
          <p:nvPr/>
        </p:nvSpPr>
        <p:spPr>
          <a:xfrm>
            <a:off x="5662613" y="4895850"/>
            <a:ext cx="600075" cy="449263"/>
          </a:xfrm>
          <a:prstGeom prst="ellipse">
            <a:avLst/>
          </a:prstGeom>
          <a:solidFill>
            <a:schemeClr val="accent2"/>
          </a:solidFill>
          <a:ln w="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rmAutofit fontScale="80000"/>
          </a:bodyPr>
          <a:p>
            <a:pPr algn="ctr" fontAlgn="auto"/>
            <a:endParaRPr lang="zh-CN" altLang="en-US" strike="noStrike" noProof="1" dirty="0"/>
          </a:p>
        </p:txBody>
      </p:sp>
      <p:sp>
        <p:nvSpPr>
          <p:cNvPr id="6166" name="文本框 27"/>
          <p:cNvSpPr txBox="1"/>
          <p:nvPr/>
        </p:nvSpPr>
        <p:spPr>
          <a:xfrm>
            <a:off x="5735638" y="4767263"/>
            <a:ext cx="495300" cy="706437"/>
          </a:xfrm>
          <a:prstGeom prst="rect">
            <a:avLst/>
          </a:prstGeom>
          <a:noFill/>
          <a:ln w="9525">
            <a:noFill/>
          </a:ln>
        </p:spPr>
        <p:txBody>
          <a:bodyPr wrap="square" anchor="ctr" anchorCtr="0">
            <a:spAutoFit/>
          </a:bodyPr>
          <a:p>
            <a:pPr algn="ctr"/>
            <a:r>
              <a:rPr lang="en-US" altLang="zh-CN" sz="4000" dirty="0">
                <a:solidFill>
                  <a:schemeClr val="bg1"/>
                </a:solidFill>
                <a:latin typeface="Arial" panose="020B0604020202020204" pitchFamily="34" charset="0"/>
                <a:ea typeface="微软雅黑" panose="020B0503020204020204" pitchFamily="34" charset="-122"/>
              </a:rPr>
              <a:t>6</a:t>
            </a:r>
            <a:endParaRPr lang="en-US" altLang="zh-CN" sz="4000" dirty="0">
              <a:solidFill>
                <a:schemeClr val="bg1"/>
              </a:solidFill>
              <a:latin typeface="Arial" panose="020B0604020202020204" pitchFamily="34" charset="0"/>
              <a:ea typeface="微软雅黑" panose="020B0503020204020204" pitchFamily="34" charset="-122"/>
            </a:endParaRPr>
          </a:p>
        </p:txBody>
      </p:sp>
      <p:sp>
        <p:nvSpPr>
          <p:cNvPr id="30" name="PA-文本框 10"/>
          <p:cNvSpPr txBox="1"/>
          <p:nvPr>
            <p:custDataLst>
              <p:tags r:id="rId8"/>
            </p:custDataLst>
          </p:nvPr>
        </p:nvSpPr>
        <p:spPr>
          <a:xfrm>
            <a:off x="6935788" y="5589588"/>
            <a:ext cx="2967037" cy="450850"/>
          </a:xfrm>
          <a:prstGeom prst="rect">
            <a:avLst/>
          </a:prstGeom>
          <a:noFill/>
          <a:ln w="9525">
            <a:noFill/>
          </a:ln>
        </p:spPr>
        <p:txBody>
          <a:bodyPr wrap="square" anchor="t" anchorCtr="0">
            <a:spAutoFit/>
          </a:bodyPr>
          <a:p>
            <a:pPr>
              <a:lnSpc>
                <a:spcPct val="130000"/>
              </a:lnSpc>
            </a:pPr>
            <a:r>
              <a:rPr lang="zh-CN" altLang="en-US" b="1" dirty="0">
                <a:latin typeface="微软雅黑" panose="020B0503020204020204" pitchFamily="34" charset="-122"/>
                <a:ea typeface="微软雅黑" panose="020B0503020204020204" pitchFamily="34" charset="-122"/>
              </a:rPr>
              <a:t>服务与价格</a:t>
            </a:r>
            <a:endParaRPr lang="zh-CN" altLang="en-US" b="1" dirty="0">
              <a:latin typeface="微软雅黑" panose="020B0503020204020204" pitchFamily="34" charset="-122"/>
              <a:ea typeface="微软雅黑" panose="020B0503020204020204" pitchFamily="34" charset="-122"/>
            </a:endParaRPr>
          </a:p>
        </p:txBody>
      </p:sp>
      <p:sp>
        <p:nvSpPr>
          <p:cNvPr id="31" name="椭圆 30"/>
          <p:cNvSpPr/>
          <p:nvPr/>
        </p:nvSpPr>
        <p:spPr>
          <a:xfrm>
            <a:off x="6337300" y="5589588"/>
            <a:ext cx="598488" cy="449263"/>
          </a:xfrm>
          <a:prstGeom prst="ellipse">
            <a:avLst/>
          </a:prstGeom>
          <a:solidFill>
            <a:schemeClr val="accent2"/>
          </a:solidFill>
          <a:ln w="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rmAutofit fontScale="80000"/>
          </a:bodyPr>
          <a:p>
            <a:pPr algn="ctr" fontAlgn="auto"/>
            <a:endParaRPr lang="zh-CN" altLang="en-US" strike="noStrike" noProof="1" dirty="0"/>
          </a:p>
        </p:txBody>
      </p:sp>
      <p:sp>
        <p:nvSpPr>
          <p:cNvPr id="6169" name="文本框 31"/>
          <p:cNvSpPr txBox="1"/>
          <p:nvPr/>
        </p:nvSpPr>
        <p:spPr>
          <a:xfrm>
            <a:off x="6370638" y="5459413"/>
            <a:ext cx="495300" cy="706437"/>
          </a:xfrm>
          <a:prstGeom prst="rect">
            <a:avLst/>
          </a:prstGeom>
          <a:noFill/>
          <a:ln w="9525">
            <a:noFill/>
          </a:ln>
        </p:spPr>
        <p:txBody>
          <a:bodyPr wrap="square" anchor="ctr" anchorCtr="0">
            <a:spAutoFit/>
          </a:bodyPr>
          <a:p>
            <a:pPr algn="ctr"/>
            <a:r>
              <a:rPr lang="en-US" altLang="zh-CN" sz="4000" dirty="0">
                <a:solidFill>
                  <a:schemeClr val="bg1"/>
                </a:solidFill>
                <a:latin typeface="Arial" panose="020B0604020202020204" pitchFamily="34" charset="0"/>
                <a:ea typeface="微软雅黑" panose="020B0503020204020204" pitchFamily="34" charset="-122"/>
              </a:rPr>
              <a:t>7</a:t>
            </a:r>
            <a:endParaRPr lang="en-US" altLang="zh-CN" sz="4000" dirty="0">
              <a:solidFill>
                <a:schemeClr val="bg1"/>
              </a:solidFill>
              <a:latin typeface="Arial" panose="020B0604020202020204" pitchFamily="34" charset="0"/>
              <a:ea typeface="微软雅黑" panose="020B0503020204020204" pitchFamily="34" charset="-122"/>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p:tgtEl>
                                          <p:spTgt spid="4"/>
                                        </p:tgtEl>
                                        <p:attrNameLst>
                                          <p:attrName>ppt_y</p:attrName>
                                        </p:attrNameLst>
                                      </p:cBhvr>
                                      <p:tavLst>
                                        <p:tav tm="0">
                                          <p:val>
                                            <p:strVal val="#ppt_y-#ppt_h*1.125000"/>
                                          </p:val>
                                        </p:tav>
                                        <p:tav tm="100000">
                                          <p:val>
                                            <p:strVal val="#ppt_y"/>
                                          </p:val>
                                        </p:tav>
                                      </p:tavLst>
                                    </p:anim>
                                    <p:animEffect transition="in" filter="wipe(down)">
                                      <p:cBhvr>
                                        <p:cTn id="8" dur="500"/>
                                        <p:tgtEl>
                                          <p:spTgt spid="4"/>
                                        </p:tgtEl>
                                      </p:cBhvr>
                                    </p:animEffect>
                                  </p:childTnLst>
                                </p:cTn>
                              </p:par>
                            </p:childTnLst>
                          </p:cTn>
                        </p:par>
                        <p:par>
                          <p:cTn id="9" fill="hold">
                            <p:stCondLst>
                              <p:cond delay="500"/>
                            </p:stCondLst>
                            <p:childTnLst>
                              <p:par>
                                <p:cTn id="10" presetID="12" presetClass="entr" presetSubtype="1" fill="hold" grpId="0" nodeType="afterEffect">
                                  <p:stCondLst>
                                    <p:cond delay="0"/>
                                  </p:stCondLst>
                                  <p:childTnLst>
                                    <p:set>
                                      <p:cBhvr>
                                        <p:cTn id="11" dur="1" fill="hold">
                                          <p:stCondLst>
                                            <p:cond delay="0"/>
                                          </p:stCondLst>
                                        </p:cTn>
                                        <p:tgtEl>
                                          <p:spTgt spid="10"/>
                                        </p:tgtEl>
                                        <p:attrNameLst>
                                          <p:attrName>style.visibility</p:attrName>
                                        </p:attrNameLst>
                                      </p:cBhvr>
                                      <p:to>
                                        <p:strVal val="visible"/>
                                      </p:to>
                                    </p:set>
                                    <p:anim calcmode="lin" valueType="num">
                                      <p:cBhvr>
                                        <p:cTn id="12" dur="500"/>
                                        <p:tgtEl>
                                          <p:spTgt spid="10"/>
                                        </p:tgtEl>
                                        <p:attrNameLst>
                                          <p:attrName>ppt_y</p:attrName>
                                        </p:attrNameLst>
                                      </p:cBhvr>
                                      <p:tavLst>
                                        <p:tav tm="0">
                                          <p:val>
                                            <p:strVal val="#ppt_y-#ppt_h*1.125000"/>
                                          </p:val>
                                        </p:tav>
                                        <p:tav tm="100000">
                                          <p:val>
                                            <p:strVal val="#ppt_y"/>
                                          </p:val>
                                        </p:tav>
                                      </p:tavLst>
                                    </p:anim>
                                    <p:animEffect transition="in" filter="wipe(down)">
                                      <p:cBhvr>
                                        <p:cTn id="13" dur="500"/>
                                        <p:tgtEl>
                                          <p:spTgt spid="10"/>
                                        </p:tgtEl>
                                      </p:cBhvr>
                                    </p:animEffect>
                                  </p:childTnLst>
                                </p:cTn>
                              </p:par>
                            </p:childTnLst>
                          </p:cTn>
                        </p:par>
                        <p:par>
                          <p:cTn id="14" fill="hold">
                            <p:stCondLst>
                              <p:cond delay="1000"/>
                            </p:stCondLst>
                            <p:childTnLst>
                              <p:par>
                                <p:cTn id="15" presetID="12" presetClass="entr" presetSubtype="1" fill="hold" grpId="0" nodeType="afterEffect">
                                  <p:stCondLst>
                                    <p:cond delay="0"/>
                                  </p:stCondLst>
                                  <p:childTnLst>
                                    <p:set>
                                      <p:cBhvr>
                                        <p:cTn id="16" dur="1" fill="hold">
                                          <p:stCondLst>
                                            <p:cond delay="0"/>
                                          </p:stCondLst>
                                        </p:cTn>
                                        <p:tgtEl>
                                          <p:spTgt spid="14"/>
                                        </p:tgtEl>
                                        <p:attrNameLst>
                                          <p:attrName>style.visibility</p:attrName>
                                        </p:attrNameLst>
                                      </p:cBhvr>
                                      <p:to>
                                        <p:strVal val="visible"/>
                                      </p:to>
                                    </p:set>
                                    <p:anim calcmode="lin" valueType="num">
                                      <p:cBhvr>
                                        <p:cTn id="17" dur="500"/>
                                        <p:tgtEl>
                                          <p:spTgt spid="14"/>
                                        </p:tgtEl>
                                        <p:attrNameLst>
                                          <p:attrName>ppt_y</p:attrName>
                                        </p:attrNameLst>
                                      </p:cBhvr>
                                      <p:tavLst>
                                        <p:tav tm="0">
                                          <p:val>
                                            <p:strVal val="#ppt_y-#ppt_h*1.125000"/>
                                          </p:val>
                                        </p:tav>
                                        <p:tav tm="100000">
                                          <p:val>
                                            <p:strVal val="#ppt_y"/>
                                          </p:val>
                                        </p:tav>
                                      </p:tavLst>
                                    </p:anim>
                                    <p:animEffect transition="in" filter="wipe(down)">
                                      <p:cBhvr>
                                        <p:cTn id="18" dur="500"/>
                                        <p:tgtEl>
                                          <p:spTgt spid="14"/>
                                        </p:tgtEl>
                                      </p:cBhvr>
                                    </p:animEffect>
                                  </p:childTnLst>
                                </p:cTn>
                              </p:par>
                            </p:childTnLst>
                          </p:cTn>
                        </p:par>
                        <p:par>
                          <p:cTn id="19" fill="hold">
                            <p:stCondLst>
                              <p:cond delay="1500"/>
                            </p:stCondLst>
                            <p:childTnLst>
                              <p:par>
                                <p:cTn id="20" presetID="12" presetClass="entr" presetSubtype="1" fill="hold" grpId="0" nodeType="afterEffect">
                                  <p:stCondLst>
                                    <p:cond delay="0"/>
                                  </p:stCondLst>
                                  <p:childTnLst>
                                    <p:set>
                                      <p:cBhvr>
                                        <p:cTn id="21" dur="1" fill="hold">
                                          <p:stCondLst>
                                            <p:cond delay="0"/>
                                          </p:stCondLst>
                                        </p:cTn>
                                        <p:tgtEl>
                                          <p:spTgt spid="18"/>
                                        </p:tgtEl>
                                        <p:attrNameLst>
                                          <p:attrName>style.visibility</p:attrName>
                                        </p:attrNameLst>
                                      </p:cBhvr>
                                      <p:to>
                                        <p:strVal val="visible"/>
                                      </p:to>
                                    </p:set>
                                    <p:anim calcmode="lin" valueType="num">
                                      <p:cBhvr>
                                        <p:cTn id="22" dur="500"/>
                                        <p:tgtEl>
                                          <p:spTgt spid="18"/>
                                        </p:tgtEl>
                                        <p:attrNameLst>
                                          <p:attrName>ppt_y</p:attrName>
                                        </p:attrNameLst>
                                      </p:cBhvr>
                                      <p:tavLst>
                                        <p:tav tm="0">
                                          <p:val>
                                            <p:strVal val="#ppt_y-#ppt_h*1.125000"/>
                                          </p:val>
                                        </p:tav>
                                        <p:tav tm="100000">
                                          <p:val>
                                            <p:strVal val="#ppt_y"/>
                                          </p:val>
                                        </p:tav>
                                      </p:tavLst>
                                    </p:anim>
                                    <p:animEffect transition="in" filter="wipe(down)">
                                      <p:cBhvr>
                                        <p:cTn id="23" dur="500"/>
                                        <p:tgtEl>
                                          <p:spTgt spid="18"/>
                                        </p:tgtEl>
                                      </p:cBhvr>
                                    </p:animEffect>
                                  </p:childTnLst>
                                </p:cTn>
                              </p:par>
                            </p:childTnLst>
                          </p:cTn>
                        </p:par>
                        <p:par>
                          <p:cTn id="24" fill="hold">
                            <p:stCondLst>
                              <p:cond delay="2000"/>
                            </p:stCondLst>
                            <p:childTnLst>
                              <p:par>
                                <p:cTn id="25" presetID="12" presetClass="entr" presetSubtype="1" fill="hold" grpId="0" nodeType="afterEffect">
                                  <p:stCondLst>
                                    <p:cond delay="0"/>
                                  </p:stCondLst>
                                  <p:childTnLst>
                                    <p:set>
                                      <p:cBhvr>
                                        <p:cTn id="26" dur="1" fill="hold">
                                          <p:stCondLst>
                                            <p:cond delay="0"/>
                                          </p:stCondLst>
                                        </p:cTn>
                                        <p:tgtEl>
                                          <p:spTgt spid="22"/>
                                        </p:tgtEl>
                                        <p:attrNameLst>
                                          <p:attrName>style.visibility</p:attrName>
                                        </p:attrNameLst>
                                      </p:cBhvr>
                                      <p:to>
                                        <p:strVal val="visible"/>
                                      </p:to>
                                    </p:set>
                                    <p:anim calcmode="lin" valueType="num">
                                      <p:cBhvr>
                                        <p:cTn id="27" dur="500"/>
                                        <p:tgtEl>
                                          <p:spTgt spid="22"/>
                                        </p:tgtEl>
                                        <p:attrNameLst>
                                          <p:attrName>ppt_y</p:attrName>
                                        </p:attrNameLst>
                                      </p:cBhvr>
                                      <p:tavLst>
                                        <p:tav tm="0">
                                          <p:val>
                                            <p:strVal val="#ppt_y-#ppt_h*1.125000"/>
                                          </p:val>
                                        </p:tav>
                                        <p:tav tm="100000">
                                          <p:val>
                                            <p:strVal val="#ppt_y"/>
                                          </p:val>
                                        </p:tav>
                                      </p:tavLst>
                                    </p:anim>
                                    <p:animEffect transition="in" filter="wipe(down)">
                                      <p:cBhvr>
                                        <p:cTn id="28" dur="500"/>
                                        <p:tgtEl>
                                          <p:spTgt spid="22"/>
                                        </p:tgtEl>
                                      </p:cBhvr>
                                    </p:animEffect>
                                  </p:childTnLst>
                                </p:cTn>
                              </p:par>
                            </p:childTnLst>
                          </p:cTn>
                        </p:par>
                        <p:par>
                          <p:cTn id="29" fill="hold">
                            <p:stCondLst>
                              <p:cond delay="2500"/>
                            </p:stCondLst>
                            <p:childTnLst>
                              <p:par>
                                <p:cTn id="30" presetID="12" presetClass="entr" presetSubtype="1" fill="hold" grpId="0" nodeType="afterEffect">
                                  <p:stCondLst>
                                    <p:cond delay="0"/>
                                  </p:stCondLst>
                                  <p:childTnLst>
                                    <p:set>
                                      <p:cBhvr>
                                        <p:cTn id="31" dur="1" fill="hold">
                                          <p:stCondLst>
                                            <p:cond delay="0"/>
                                          </p:stCondLst>
                                        </p:cTn>
                                        <p:tgtEl>
                                          <p:spTgt spid="26"/>
                                        </p:tgtEl>
                                        <p:attrNameLst>
                                          <p:attrName>style.visibility</p:attrName>
                                        </p:attrNameLst>
                                      </p:cBhvr>
                                      <p:to>
                                        <p:strVal val="visible"/>
                                      </p:to>
                                    </p:set>
                                    <p:anim calcmode="lin" valueType="num">
                                      <p:cBhvr>
                                        <p:cTn id="32" dur="500"/>
                                        <p:tgtEl>
                                          <p:spTgt spid="26"/>
                                        </p:tgtEl>
                                        <p:attrNameLst>
                                          <p:attrName>ppt_y</p:attrName>
                                        </p:attrNameLst>
                                      </p:cBhvr>
                                      <p:tavLst>
                                        <p:tav tm="0">
                                          <p:val>
                                            <p:strVal val="#ppt_y-#ppt_h*1.125000"/>
                                          </p:val>
                                        </p:tav>
                                        <p:tav tm="100000">
                                          <p:val>
                                            <p:strVal val="#ppt_y"/>
                                          </p:val>
                                        </p:tav>
                                      </p:tavLst>
                                    </p:anim>
                                    <p:animEffect transition="in" filter="wipe(down)">
                                      <p:cBhvr>
                                        <p:cTn id="33" dur="500"/>
                                        <p:tgtEl>
                                          <p:spTgt spid="26"/>
                                        </p:tgtEl>
                                      </p:cBhvr>
                                    </p:animEffect>
                                  </p:childTnLst>
                                </p:cTn>
                              </p:par>
                            </p:childTnLst>
                          </p:cTn>
                        </p:par>
                        <p:par>
                          <p:cTn id="34" fill="hold">
                            <p:stCondLst>
                              <p:cond delay="3000"/>
                            </p:stCondLst>
                            <p:childTnLst>
                              <p:par>
                                <p:cTn id="35" presetID="12" presetClass="entr" presetSubtype="1" fill="hold" grpId="0" nodeType="afterEffect">
                                  <p:stCondLst>
                                    <p:cond delay="0"/>
                                  </p:stCondLst>
                                  <p:childTnLst>
                                    <p:set>
                                      <p:cBhvr>
                                        <p:cTn id="36" dur="1" fill="hold">
                                          <p:stCondLst>
                                            <p:cond delay="0"/>
                                          </p:stCondLst>
                                        </p:cTn>
                                        <p:tgtEl>
                                          <p:spTgt spid="30"/>
                                        </p:tgtEl>
                                        <p:attrNameLst>
                                          <p:attrName>style.visibility</p:attrName>
                                        </p:attrNameLst>
                                      </p:cBhvr>
                                      <p:to>
                                        <p:strVal val="visible"/>
                                      </p:to>
                                    </p:set>
                                    <p:anim calcmode="lin" valueType="num">
                                      <p:cBhvr>
                                        <p:cTn id="37" dur="500"/>
                                        <p:tgtEl>
                                          <p:spTgt spid="30"/>
                                        </p:tgtEl>
                                        <p:attrNameLst>
                                          <p:attrName>ppt_y</p:attrName>
                                        </p:attrNameLst>
                                      </p:cBhvr>
                                      <p:tavLst>
                                        <p:tav tm="0">
                                          <p:val>
                                            <p:strVal val="#ppt_y-#ppt_h*1.125000"/>
                                          </p:val>
                                        </p:tav>
                                        <p:tav tm="100000">
                                          <p:val>
                                            <p:strVal val="#ppt_y"/>
                                          </p:val>
                                        </p:tav>
                                      </p:tavLst>
                                    </p:anim>
                                    <p:animEffect transition="in" filter="wipe(down)">
                                      <p:cBhvr>
                                        <p:cTn id="38"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0" grpId="0"/>
      <p:bldP spid="14" grpId="0"/>
      <p:bldP spid="18" grpId="0"/>
      <p:bldP spid="22" grpId="0"/>
      <p:bldP spid="26" grpId="0"/>
      <p:bldP spid="3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cstate="screen"/>
          <a:srcRect l="35490" b="47335"/>
          <a:stretch>
            <a:fillRect/>
          </a:stretch>
        </p:blipFill>
        <p:spPr>
          <a:xfrm>
            <a:off x="-2845268" y="-922890"/>
            <a:ext cx="10435766" cy="7780890"/>
          </a:xfrm>
          <a:custGeom>
            <a:avLst/>
            <a:gdLst>
              <a:gd name="connsiteX0" fmla="*/ 0 w 6539008"/>
              <a:gd name="connsiteY0" fmla="*/ 0 h 4875469"/>
              <a:gd name="connsiteX1" fmla="*/ 6539008 w 6539008"/>
              <a:gd name="connsiteY1" fmla="*/ 0 h 4875469"/>
              <a:gd name="connsiteX2" fmla="*/ 6539008 w 6539008"/>
              <a:gd name="connsiteY2" fmla="*/ 4875469 h 4875469"/>
              <a:gd name="connsiteX3" fmla="*/ 0 w 6539008"/>
              <a:gd name="connsiteY3" fmla="*/ 4875469 h 4875469"/>
            </a:gdLst>
            <a:ahLst/>
            <a:cxnLst>
              <a:cxn ang="0">
                <a:pos x="connsiteX0" y="connsiteY0"/>
              </a:cxn>
              <a:cxn ang="0">
                <a:pos x="connsiteX1" y="connsiteY1"/>
              </a:cxn>
              <a:cxn ang="0">
                <a:pos x="connsiteX2" y="connsiteY2"/>
              </a:cxn>
              <a:cxn ang="0">
                <a:pos x="connsiteX3" y="connsiteY3"/>
              </a:cxn>
            </a:cxnLst>
            <a:rect l="l" t="t" r="r" b="b"/>
            <a:pathLst>
              <a:path w="6539008" h="4875469">
                <a:moveTo>
                  <a:pt x="0" y="0"/>
                </a:moveTo>
                <a:lnTo>
                  <a:pt x="6539008" y="0"/>
                </a:lnTo>
                <a:lnTo>
                  <a:pt x="6539008" y="4875469"/>
                </a:lnTo>
                <a:lnTo>
                  <a:pt x="0" y="4875469"/>
                </a:lnTo>
                <a:close/>
              </a:path>
            </a:pathLst>
          </a:custGeom>
        </p:spPr>
      </p:pic>
      <p:sp>
        <p:nvSpPr>
          <p:cNvPr id="3" name="任意多边形: 形状 2"/>
          <p:cNvSpPr/>
          <p:nvPr/>
        </p:nvSpPr>
        <p:spPr>
          <a:xfrm flipH="1">
            <a:off x="7265988" y="606425"/>
            <a:ext cx="3429000" cy="5346700"/>
          </a:xfrm>
          <a:custGeom>
            <a:avLst/>
            <a:gdLst>
              <a:gd name="connsiteX0" fmla="*/ 0 w 3429000"/>
              <a:gd name="connsiteY0" fmla="*/ 0 h 5346376"/>
              <a:gd name="connsiteX1" fmla="*/ 3429000 w 3429000"/>
              <a:gd name="connsiteY1" fmla="*/ 0 h 5346376"/>
              <a:gd name="connsiteX2" fmla="*/ 3429000 w 3429000"/>
              <a:gd name="connsiteY2" fmla="*/ 958689 h 5346376"/>
              <a:gd name="connsiteX3" fmla="*/ 3355859 w 3429000"/>
              <a:gd name="connsiteY3" fmla="*/ 958689 h 5346376"/>
              <a:gd name="connsiteX4" fmla="*/ 3355859 w 3429000"/>
              <a:gd name="connsiteY4" fmla="*/ 73141 h 5346376"/>
              <a:gd name="connsiteX5" fmla="*/ 73141 w 3429000"/>
              <a:gd name="connsiteY5" fmla="*/ 73141 h 5346376"/>
              <a:gd name="connsiteX6" fmla="*/ 73141 w 3429000"/>
              <a:gd name="connsiteY6" fmla="*/ 5273235 h 5346376"/>
              <a:gd name="connsiteX7" fmla="*/ 3355859 w 3429000"/>
              <a:gd name="connsiteY7" fmla="*/ 5273235 h 5346376"/>
              <a:gd name="connsiteX8" fmla="*/ 3355859 w 3429000"/>
              <a:gd name="connsiteY8" fmla="*/ 4222589 h 5346376"/>
              <a:gd name="connsiteX9" fmla="*/ 3429000 w 3429000"/>
              <a:gd name="connsiteY9" fmla="*/ 4222589 h 5346376"/>
              <a:gd name="connsiteX10" fmla="*/ 3429000 w 3429000"/>
              <a:gd name="connsiteY10" fmla="*/ 5346376 h 5346376"/>
              <a:gd name="connsiteX11" fmla="*/ 0 w 3429000"/>
              <a:gd name="connsiteY11" fmla="*/ 5346376 h 5346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429000" h="5346376">
                <a:moveTo>
                  <a:pt x="0" y="0"/>
                </a:moveTo>
                <a:lnTo>
                  <a:pt x="3429000" y="0"/>
                </a:lnTo>
                <a:lnTo>
                  <a:pt x="3429000" y="958689"/>
                </a:lnTo>
                <a:lnTo>
                  <a:pt x="3355859" y="958689"/>
                </a:lnTo>
                <a:lnTo>
                  <a:pt x="3355859" y="73141"/>
                </a:lnTo>
                <a:lnTo>
                  <a:pt x="73141" y="73141"/>
                </a:lnTo>
                <a:lnTo>
                  <a:pt x="73141" y="5273235"/>
                </a:lnTo>
                <a:lnTo>
                  <a:pt x="3355859" y="5273235"/>
                </a:lnTo>
                <a:lnTo>
                  <a:pt x="3355859" y="4222589"/>
                </a:lnTo>
                <a:lnTo>
                  <a:pt x="3429000" y="4222589"/>
                </a:lnTo>
                <a:lnTo>
                  <a:pt x="3429000" y="5346376"/>
                </a:lnTo>
                <a:lnTo>
                  <a:pt x="0" y="5346376"/>
                </a:lnTo>
                <a:close/>
              </a:path>
            </a:pathLst>
          </a:custGeom>
          <a:solidFill>
            <a:schemeClr val="accent1"/>
          </a:solidFill>
          <a:ln w="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fontAlgn="auto"/>
            <a:endParaRPr lang="zh-CN" altLang="en-US" strike="noStrike" noProof="1" dirty="0">
              <a:solidFill>
                <a:schemeClr val="tx1"/>
              </a:solidFill>
            </a:endParaRPr>
          </a:p>
        </p:txBody>
      </p:sp>
      <p:sp>
        <p:nvSpPr>
          <p:cNvPr id="4" name="矩形 3"/>
          <p:cNvSpPr/>
          <p:nvPr/>
        </p:nvSpPr>
        <p:spPr>
          <a:xfrm>
            <a:off x="4837113" y="3744913"/>
            <a:ext cx="5857875" cy="344487"/>
          </a:xfrm>
          <a:prstGeom prst="rect">
            <a:avLst/>
          </a:prstGeom>
          <a:noFill/>
          <a:ln w="9525">
            <a:noFill/>
          </a:ln>
        </p:spPr>
        <p:txBody>
          <a:bodyPr wrap="square" anchor="t" anchorCtr="0">
            <a:spAutoFit/>
          </a:bodyPr>
          <a:p>
            <a:pPr algn="ctr">
              <a:lnSpc>
                <a:spcPct val="150000"/>
              </a:lnSpc>
            </a:pPr>
            <a:r>
              <a:rPr lang="en-US" altLang="zh-CN" sz="1100" dirty="0">
                <a:solidFill>
                  <a:srgbClr val="262626"/>
                </a:solidFill>
                <a:latin typeface="Arial" panose="020B0604020202020204" pitchFamily="34" charset="0"/>
                <a:ea typeface="微软雅黑" panose="020B0503020204020204" pitchFamily="34" charset="-122"/>
                <a:sym typeface="微软雅黑" panose="020B0503020204020204" pitchFamily="34" charset="-122"/>
              </a:rPr>
              <a:t>E -lawyer Presentation</a:t>
            </a:r>
            <a:endParaRPr lang="en-US" altLang="zh-CN" sz="1100" dirty="0">
              <a:solidFill>
                <a:srgbClr val="262626"/>
              </a:solidFill>
              <a:latin typeface="Arial" panose="020B0604020202020204" pitchFamily="34" charset="0"/>
              <a:ea typeface="Roboto Medium" pitchFamily="2" charset="0"/>
            </a:endParaRPr>
          </a:p>
        </p:txBody>
      </p:sp>
      <p:sp>
        <p:nvSpPr>
          <p:cNvPr id="5" name="文本框 4"/>
          <p:cNvSpPr txBox="1"/>
          <p:nvPr/>
        </p:nvSpPr>
        <p:spPr>
          <a:xfrm>
            <a:off x="5589588" y="1646238"/>
            <a:ext cx="3390900" cy="1570037"/>
          </a:xfrm>
          <a:prstGeom prst="rect">
            <a:avLst/>
          </a:prstGeom>
          <a:noFill/>
          <a:ln w="9525">
            <a:noFill/>
          </a:ln>
        </p:spPr>
        <p:txBody>
          <a:bodyPr wrap="square" anchor="ctr" anchorCtr="0">
            <a:spAutoFit/>
          </a:bodyPr>
          <a:p>
            <a:pPr algn="ctr"/>
            <a:r>
              <a:rPr lang="en-US" altLang="zh-CN" sz="9600" dirty="0">
                <a:solidFill>
                  <a:schemeClr val="accent2"/>
                </a:solidFill>
                <a:latin typeface="Arial" panose="020B0604020202020204" pitchFamily="34" charset="0"/>
                <a:ea typeface="微软雅黑" panose="020B0503020204020204" pitchFamily="34" charset="-122"/>
              </a:rPr>
              <a:t>01</a:t>
            </a:r>
            <a:endParaRPr lang="zh-CN" altLang="en-US" sz="9600" dirty="0">
              <a:solidFill>
                <a:schemeClr val="accent2"/>
              </a:solidFill>
              <a:latin typeface="Arial" panose="020B0604020202020204" pitchFamily="34" charset="0"/>
              <a:ea typeface="微软雅黑" panose="020B0503020204020204" pitchFamily="34" charset="-122"/>
            </a:endParaRPr>
          </a:p>
        </p:txBody>
      </p:sp>
      <p:sp>
        <p:nvSpPr>
          <p:cNvPr id="6" name="文本框 5"/>
          <p:cNvSpPr txBox="1"/>
          <p:nvPr/>
        </p:nvSpPr>
        <p:spPr>
          <a:xfrm>
            <a:off x="4837113" y="3098800"/>
            <a:ext cx="5857875" cy="646113"/>
          </a:xfrm>
          <a:prstGeom prst="rect">
            <a:avLst/>
          </a:prstGeom>
          <a:noFill/>
          <a:ln w="9525">
            <a:noFill/>
          </a:ln>
        </p:spPr>
        <p:txBody>
          <a:bodyPr wrap="square" anchor="ctr" anchorCtr="0">
            <a:spAutoFit/>
          </a:bodyPr>
          <a:p>
            <a:pPr algn="ctr"/>
            <a:r>
              <a:rPr lang="zh-CN" altLang="en-US" sz="3600" b="1" dirty="0">
                <a:solidFill>
                  <a:schemeClr val="accent1"/>
                </a:solidFill>
                <a:latin typeface="微软雅黑" panose="020B0503020204020204" pitchFamily="34" charset="-122"/>
                <a:ea typeface="微软雅黑" panose="020B0503020204020204" pitchFamily="34" charset="-122"/>
                <a:sym typeface="微软雅黑" panose="020B0503020204020204" pitchFamily="34" charset="-122"/>
              </a:rPr>
              <a:t>e律师介绍</a:t>
            </a:r>
            <a:endParaRPr lang="zh-CN" altLang="en-US" sz="3600" b="1" dirty="0">
              <a:solidFill>
                <a:schemeClr val="accent1"/>
              </a:solidFill>
              <a:latin typeface="微软雅黑" panose="020B0503020204020204" pitchFamily="34" charset="-122"/>
              <a:ea typeface="微软雅黑" panose="020B0503020204020204" pitchFamily="34" charset="-122"/>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par>
                          <p:cTn id="8" fill="hold">
                            <p:stCondLst>
                              <p:cond delay="500"/>
                            </p:stCondLst>
                            <p:childTnLst>
                              <p:par>
                                <p:cTn id="9" presetID="21" presetClass="entr" presetSubtype="1"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heel(1)">
                                      <p:cBhvr>
                                        <p:cTn id="11" dur="2000"/>
                                        <p:tgtEl>
                                          <p:spTgt spid="5"/>
                                        </p:tgtEl>
                                      </p:cBhvr>
                                    </p:animEffect>
                                  </p:childTnLst>
                                </p:cTn>
                              </p:par>
                            </p:childTnLst>
                          </p:cTn>
                        </p:par>
                        <p:par>
                          <p:cTn id="12" fill="hold">
                            <p:stCondLst>
                              <p:cond delay="2500"/>
                            </p:stCondLst>
                            <p:childTnLst>
                              <p:par>
                                <p:cTn id="13" presetID="56" presetClass="entr" presetSubtype="0" fill="hold" grpId="0" nodeType="afterEffect">
                                  <p:stCondLst>
                                    <p:cond delay="0"/>
                                  </p:stCondLst>
                                  <p:iterate type="lt">
                                    <p:tmPct val="10000"/>
                                  </p:iterate>
                                  <p:childTnLst>
                                    <p:set>
                                      <p:cBhvr>
                                        <p:cTn id="14" dur="1" fill="hold">
                                          <p:stCondLst>
                                            <p:cond delay="0"/>
                                          </p:stCondLst>
                                        </p:cTn>
                                        <p:tgtEl>
                                          <p:spTgt spid="6"/>
                                        </p:tgtEl>
                                        <p:attrNameLst>
                                          <p:attrName>style.visibility</p:attrName>
                                        </p:attrNameLst>
                                      </p:cBhvr>
                                      <p:to>
                                        <p:strVal val="visible"/>
                                      </p:to>
                                    </p:set>
                                    <p:anim by="(-#ppt_w*2)" calcmode="lin" valueType="num">
                                      <p:cBhvr rctx="PPT">
                                        <p:cTn id="15" dur="500" autoRev="1" fill="hold">
                                          <p:stCondLst>
                                            <p:cond delay="0"/>
                                          </p:stCondLst>
                                        </p:cTn>
                                        <p:tgtEl>
                                          <p:spTgt spid="6"/>
                                        </p:tgtEl>
                                        <p:attrNameLst>
                                          <p:attrName>ppt_w</p:attrName>
                                        </p:attrNameLst>
                                      </p:cBhvr>
                                    </p:anim>
                                    <p:anim by="(#ppt_w*0.50)" calcmode="lin" valueType="num">
                                      <p:cBhvr>
                                        <p:cTn id="16" dur="500" decel="50000" autoRev="1" fill="hold">
                                          <p:stCondLst>
                                            <p:cond delay="0"/>
                                          </p:stCondLst>
                                        </p:cTn>
                                        <p:tgtEl>
                                          <p:spTgt spid="6"/>
                                        </p:tgtEl>
                                        <p:attrNameLst>
                                          <p:attrName>ppt_x</p:attrName>
                                        </p:attrNameLst>
                                      </p:cBhvr>
                                    </p:anim>
                                    <p:anim from="(-#ppt_h/2)" to="(#ppt_y)" calcmode="lin" valueType="num">
                                      <p:cBhvr>
                                        <p:cTn id="17" dur="1000" fill="hold">
                                          <p:stCondLst>
                                            <p:cond delay="0"/>
                                          </p:stCondLst>
                                        </p:cTn>
                                        <p:tgtEl>
                                          <p:spTgt spid="6"/>
                                        </p:tgtEl>
                                        <p:attrNameLst>
                                          <p:attrName>ppt_y</p:attrName>
                                        </p:attrNameLst>
                                      </p:cBhvr>
                                    </p:anim>
                                    <p:animRot by="21600000">
                                      <p:cBhvr>
                                        <p:cTn id="18" dur="1000" fill="hold">
                                          <p:stCondLst>
                                            <p:cond delay="0"/>
                                          </p:stCondLst>
                                        </p:cTn>
                                        <p:tgtEl>
                                          <p:spTgt spid="6"/>
                                        </p:tgtEl>
                                        <p:attrNameLst>
                                          <p:attrName>r</p:attrName>
                                        </p:attrNameLst>
                                      </p:cBhvr>
                                    </p:animRot>
                                  </p:childTnLst>
                                </p:cTn>
                              </p:par>
                            </p:childTnLst>
                          </p:cTn>
                        </p:par>
                        <p:par>
                          <p:cTn id="19" fill="hold">
                            <p:stCondLst>
                              <p:cond delay="3900"/>
                            </p:stCondLst>
                            <p:childTnLst>
                              <p:par>
                                <p:cTn id="20" presetID="42" presetClass="entr" presetSubtype="0" fill="hold" grpId="0" nodeType="after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1000"/>
                                        <p:tgtEl>
                                          <p:spTgt spid="4"/>
                                        </p:tgtEl>
                                      </p:cBhvr>
                                    </p:animEffect>
                                    <p:anim calcmode="lin" valueType="num">
                                      <p:cBhvr>
                                        <p:cTn id="23" dur="1000" fill="hold"/>
                                        <p:tgtEl>
                                          <p:spTgt spid="4"/>
                                        </p:tgtEl>
                                        <p:attrNameLst>
                                          <p:attrName>ppt_x</p:attrName>
                                        </p:attrNameLst>
                                      </p:cBhvr>
                                      <p:tavLst>
                                        <p:tav tm="0">
                                          <p:val>
                                            <p:strVal val="#ppt_x"/>
                                          </p:val>
                                        </p:tav>
                                        <p:tav tm="100000">
                                          <p:val>
                                            <p:strVal val="#ppt_x"/>
                                          </p:val>
                                        </p:tav>
                                      </p:tavLst>
                                    </p:anim>
                                    <p:anim calcmode="lin" valueType="num">
                                      <p:cBhvr>
                                        <p:cTn id="24"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P spid="5" grpId="0"/>
      <p:bldP spid="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 name="PA-文本框 10"/>
          <p:cNvSpPr txBox="1"/>
          <p:nvPr>
            <p:custDataLst>
              <p:tags r:id="rId1"/>
            </p:custDataLst>
          </p:nvPr>
        </p:nvSpPr>
        <p:spPr>
          <a:xfrm>
            <a:off x="862013" y="30163"/>
            <a:ext cx="3254375" cy="450850"/>
          </a:xfrm>
          <a:prstGeom prst="rect">
            <a:avLst/>
          </a:prstGeom>
          <a:noFill/>
          <a:ln w="9525">
            <a:noFill/>
          </a:ln>
        </p:spPr>
        <p:txBody>
          <a:bodyPr wrap="square" anchor="t" anchorCtr="0">
            <a:spAutoFit/>
          </a:bodyPr>
          <a:p>
            <a:pPr>
              <a:lnSpc>
                <a:spcPct val="130000"/>
              </a:lnSpc>
            </a:pPr>
            <a:r>
              <a:rPr lang="zh-CN" altLang="en-US" b="1" dirty="0">
                <a:latin typeface="微软雅黑" panose="020B0503020204020204" pitchFamily="34" charset="-122"/>
                <a:ea typeface="微软雅黑" panose="020B0503020204020204" pitchFamily="34" charset="-122"/>
              </a:rPr>
              <a:t>关于律联科技</a:t>
            </a:r>
            <a:endParaRPr lang="zh-CN" altLang="en-US" b="1" dirty="0">
              <a:latin typeface="微软雅黑" panose="020B0503020204020204" pitchFamily="34" charset="-122"/>
              <a:ea typeface="微软雅黑" panose="020B0503020204020204" pitchFamily="34" charset="-122"/>
            </a:endParaRPr>
          </a:p>
        </p:txBody>
      </p:sp>
      <p:pic>
        <p:nvPicPr>
          <p:cNvPr id="33" name="图片 32"/>
          <p:cNvPicPr>
            <a:picLocks noChangeAspect="1"/>
          </p:cNvPicPr>
          <p:nvPr/>
        </p:nvPicPr>
        <p:blipFill>
          <a:blip r:embed="rId2" cstate="screen"/>
          <a:srcRect l="35490" b="47335"/>
          <a:stretch>
            <a:fillRect/>
          </a:stretch>
        </p:blipFill>
        <p:spPr>
          <a:xfrm rot="10800000" flipH="1">
            <a:off x="0" y="0"/>
            <a:ext cx="1129890" cy="842443"/>
          </a:xfrm>
          <a:custGeom>
            <a:avLst/>
            <a:gdLst>
              <a:gd name="connsiteX0" fmla="*/ 0 w 6539008"/>
              <a:gd name="connsiteY0" fmla="*/ 0 h 4875469"/>
              <a:gd name="connsiteX1" fmla="*/ 6539008 w 6539008"/>
              <a:gd name="connsiteY1" fmla="*/ 0 h 4875469"/>
              <a:gd name="connsiteX2" fmla="*/ 6539008 w 6539008"/>
              <a:gd name="connsiteY2" fmla="*/ 4875469 h 4875469"/>
              <a:gd name="connsiteX3" fmla="*/ 0 w 6539008"/>
              <a:gd name="connsiteY3" fmla="*/ 4875469 h 4875469"/>
            </a:gdLst>
            <a:ahLst/>
            <a:cxnLst>
              <a:cxn ang="0">
                <a:pos x="connsiteX0" y="connsiteY0"/>
              </a:cxn>
              <a:cxn ang="0">
                <a:pos x="connsiteX1" y="connsiteY1"/>
              </a:cxn>
              <a:cxn ang="0">
                <a:pos x="connsiteX2" y="connsiteY2"/>
              </a:cxn>
              <a:cxn ang="0">
                <a:pos x="connsiteX3" y="connsiteY3"/>
              </a:cxn>
            </a:cxnLst>
            <a:rect l="l" t="t" r="r" b="b"/>
            <a:pathLst>
              <a:path w="6539008" h="4875469">
                <a:moveTo>
                  <a:pt x="0" y="0"/>
                </a:moveTo>
                <a:lnTo>
                  <a:pt x="6539008" y="0"/>
                </a:lnTo>
                <a:lnTo>
                  <a:pt x="6539008" y="4875469"/>
                </a:lnTo>
                <a:lnTo>
                  <a:pt x="0" y="4875469"/>
                </a:lnTo>
                <a:close/>
              </a:path>
            </a:pathLst>
          </a:custGeom>
        </p:spPr>
      </p:pic>
      <p:sp>
        <p:nvSpPr>
          <p:cNvPr id="3" name="矩形 2"/>
          <p:cNvSpPr/>
          <p:nvPr/>
        </p:nvSpPr>
        <p:spPr>
          <a:xfrm>
            <a:off x="841375" y="1498600"/>
            <a:ext cx="5254625" cy="2159000"/>
          </a:xfrm>
          <a:prstGeom prst="rect">
            <a:avLst/>
          </a:prstGeom>
          <a:blipFill dpi="0" rotWithShape="1">
            <a:blip r:embed="rId3"/>
            <a:srcRect/>
            <a:stretch>
              <a:fillRect/>
            </a:stretch>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trike="noStrike" noProof="1"/>
          </a:p>
        </p:txBody>
      </p:sp>
      <p:sp>
        <p:nvSpPr>
          <p:cNvPr id="35" name="矩形 34"/>
          <p:cNvSpPr/>
          <p:nvPr/>
        </p:nvSpPr>
        <p:spPr>
          <a:xfrm>
            <a:off x="6096000" y="1074738"/>
            <a:ext cx="5256213" cy="2468563"/>
          </a:xfrm>
          <a:prstGeom prst="rect">
            <a:avLst/>
          </a:prstGeom>
          <a:solidFill>
            <a:schemeClr val="tx2">
              <a:alpha val="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strike="noStrike" noProof="1">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36" name="矩形 35"/>
          <p:cNvSpPr/>
          <p:nvPr/>
        </p:nvSpPr>
        <p:spPr>
          <a:xfrm>
            <a:off x="839788" y="3657600"/>
            <a:ext cx="5256213" cy="2238375"/>
          </a:xfrm>
          <a:prstGeom prst="rect">
            <a:avLst/>
          </a:prstGeom>
          <a:solidFill>
            <a:schemeClr val="tx2">
              <a:alpha val="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trike="noStrike" noProof="1">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8202" name="矩形 9"/>
          <p:cNvSpPr/>
          <p:nvPr/>
        </p:nvSpPr>
        <p:spPr>
          <a:xfrm>
            <a:off x="6289675" y="1141413"/>
            <a:ext cx="4854575" cy="2245360"/>
          </a:xfrm>
          <a:prstGeom prst="rect">
            <a:avLst/>
          </a:prstGeom>
          <a:noFill/>
          <a:ln w="9525">
            <a:noFill/>
          </a:ln>
        </p:spPr>
        <p:txBody>
          <a:bodyPr wrap="square" anchor="t" anchorCtr="0">
            <a:spAutoFit/>
          </a:bodyPr>
          <a:p>
            <a:pPr algn="just">
              <a:lnSpc>
                <a:spcPct val="200000"/>
              </a:lnSpc>
            </a:pPr>
            <a:r>
              <a:rPr lang="zh-CN" altLang="en-US" sz="1400" dirty="0">
                <a:latin typeface="Arial" panose="020B0604020202020204" pitchFamily="34" charset="0"/>
                <a:ea typeface="微软雅黑" panose="020B0503020204020204" pitchFamily="34" charset="-122"/>
                <a:sym typeface="微软雅黑" panose="020B0503020204020204" pitchFamily="34" charset="-122"/>
              </a:rPr>
              <a:t>　　浙江律联信息科技有限公司成立于2014年，注册资本1000万，是国内专业的</a:t>
            </a:r>
            <a:r>
              <a:rPr lang="zh-CN" altLang="en-US" sz="1400" dirty="0">
                <a:sym typeface="微软雅黑" panose="020B0503020204020204" pitchFamily="34" charset="-122"/>
              </a:rPr>
              <a:t>数字</a:t>
            </a:r>
            <a:r>
              <a:rPr lang="zh-CN" altLang="en-US" sz="1400" dirty="0">
                <a:latin typeface="Arial" panose="020B0604020202020204" pitchFamily="34" charset="0"/>
                <a:ea typeface="微软雅黑" panose="020B0503020204020204" pitchFamily="34" charset="-122"/>
                <a:sym typeface="微软雅黑" panose="020B0503020204020204" pitchFamily="34" charset="-122"/>
              </a:rPr>
              <a:t>律所软件公司。是国家高新技术企业、浙江省A级“守合同重信用”企业、浙江省科技型企业、杭州市高新技术企业、杭州市科技型初创企业，2018年5月在浙江股权交易中心挂牌（挂牌代码：802370）。</a:t>
            </a:r>
            <a:endParaRPr lang="zh-CN" altLang="en-US" sz="1400" dirty="0">
              <a:latin typeface="Arial" panose="020B0604020202020204" pitchFamily="34" charset="0"/>
              <a:ea typeface="微软雅黑" panose="020B0503020204020204" pitchFamily="34" charset="-122"/>
              <a:sym typeface="微软雅黑" panose="020B0503020204020204" pitchFamily="34" charset="-122"/>
            </a:endParaRPr>
          </a:p>
        </p:txBody>
      </p:sp>
      <p:sp>
        <p:nvSpPr>
          <p:cNvPr id="8203" name="矩形 10"/>
          <p:cNvSpPr/>
          <p:nvPr/>
        </p:nvSpPr>
        <p:spPr>
          <a:xfrm>
            <a:off x="1081088" y="3690938"/>
            <a:ext cx="4773612" cy="2245360"/>
          </a:xfrm>
          <a:prstGeom prst="rect">
            <a:avLst/>
          </a:prstGeom>
          <a:noFill/>
          <a:ln w="9525">
            <a:noFill/>
          </a:ln>
        </p:spPr>
        <p:txBody>
          <a:bodyPr anchor="t" anchorCtr="0">
            <a:spAutoFit/>
          </a:bodyPr>
          <a:p>
            <a:pPr algn="just">
              <a:lnSpc>
                <a:spcPct val="200000"/>
              </a:lnSpc>
            </a:pPr>
            <a:r>
              <a:rPr lang="zh-CN" altLang="en-US" sz="1400" dirty="0">
                <a:solidFill>
                  <a:schemeClr val="bg2"/>
                </a:solidFill>
                <a:latin typeface="思源黑体" panose="020B0400000000000000" pitchFamily="34" charset="-122"/>
                <a:ea typeface="思源黑体" panose="020B0400000000000000" pitchFamily="34" charset="-122"/>
                <a:sym typeface="微软雅黑" panose="020B0503020204020204" pitchFamily="34" charset="-122"/>
              </a:rPr>
              <a:t>　</a:t>
            </a:r>
            <a:r>
              <a:rPr lang="zh-CN" altLang="en-US" sz="1400" dirty="0">
                <a:latin typeface="Arial" panose="020B0604020202020204" pitchFamily="34" charset="0"/>
                <a:ea typeface="微软雅黑" panose="020B0503020204020204" pitchFamily="34" charset="-122"/>
                <a:sym typeface="微软雅黑" panose="020B0503020204020204" pitchFamily="34" charset="-122"/>
              </a:rPr>
              <a:t>　荣获GLH2019第二届全球法律科技黑客松大赛武汉赛区“法律科技创新奖”和“最佳人气项目奖”；荣获2019中国国际大数据博览会“优秀项目”奖项；荣获2019全国政法智能化建设智慧司法优秀解决方案奖；软件著作权共</a:t>
            </a:r>
            <a:r>
              <a:rPr lang="en-US" altLang="zh-CN" sz="1400" dirty="0">
                <a:latin typeface="Arial" panose="020B0604020202020204" pitchFamily="34" charset="0"/>
                <a:ea typeface="微软雅黑" panose="020B0503020204020204" pitchFamily="34" charset="-122"/>
                <a:sym typeface="微软雅黑" panose="020B0503020204020204" pitchFamily="34" charset="-122"/>
              </a:rPr>
              <a:t>30</a:t>
            </a:r>
            <a:r>
              <a:rPr lang="zh-CN" altLang="en-US" sz="1400" dirty="0">
                <a:latin typeface="Arial" panose="020B0604020202020204" pitchFamily="34" charset="0"/>
                <a:ea typeface="微软雅黑" panose="020B0503020204020204" pitchFamily="34" charset="-122"/>
                <a:sym typeface="微软雅黑" panose="020B0503020204020204" pitchFamily="34" charset="-122"/>
              </a:rPr>
              <a:t>多项。</a:t>
            </a:r>
            <a:endParaRPr lang="zh-CN" altLang="en-US" sz="1400" dirty="0">
              <a:latin typeface="Arial" panose="020B0604020202020204" pitchFamily="34" charset="0"/>
              <a:ea typeface="微软雅黑" panose="020B0503020204020204" pitchFamily="34" charset="-122"/>
              <a:sym typeface="思源黑体" panose="020B0400000000000000" pitchFamily="34" charset="-122"/>
            </a:endParaRPr>
          </a:p>
        </p:txBody>
      </p:sp>
      <p:pic>
        <p:nvPicPr>
          <p:cNvPr id="8200" name="图片 1"/>
          <p:cNvPicPr>
            <a:picLocks noChangeAspect="1"/>
          </p:cNvPicPr>
          <p:nvPr/>
        </p:nvPicPr>
        <p:blipFill>
          <a:blip r:embed="rId4"/>
          <a:stretch>
            <a:fillRect/>
          </a:stretch>
        </p:blipFill>
        <p:spPr>
          <a:xfrm>
            <a:off x="6194425" y="3690938"/>
            <a:ext cx="5157788" cy="2205037"/>
          </a:xfrm>
          <a:prstGeom prst="rect">
            <a:avLst/>
          </a:prstGeom>
          <a:noFill/>
          <a:ln w="9525">
            <a:noFill/>
          </a:ln>
        </p:spPr>
      </p:pic>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grpId="0" nodeType="after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p:cTn id="7" dur="500"/>
                                        <p:tgtEl>
                                          <p:spTgt spid="31"/>
                                        </p:tgtEl>
                                        <p:attrNameLst>
                                          <p:attrName>ppt_y</p:attrName>
                                        </p:attrNameLst>
                                      </p:cBhvr>
                                      <p:tavLst>
                                        <p:tav tm="0">
                                          <p:val>
                                            <p:strVal val="#ppt_y-#ppt_h*1.125000"/>
                                          </p:val>
                                        </p:tav>
                                        <p:tav tm="100000">
                                          <p:val>
                                            <p:strVal val="#ppt_y"/>
                                          </p:val>
                                        </p:tav>
                                      </p:tavLst>
                                    </p:anim>
                                    <p:animEffect transition="in" filter="wipe(down)">
                                      <p:cBhvr>
                                        <p:cTn id="8" dur="500"/>
                                        <p:tgtEl>
                                          <p:spTgt spid="31"/>
                                        </p:tgtEl>
                                      </p:cBhvr>
                                    </p:animEffect>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p:cTn id="13" dur="500" fill="hold"/>
                                        <p:tgtEl>
                                          <p:spTgt spid="3"/>
                                        </p:tgtEl>
                                        <p:attrNameLst>
                                          <p:attrName>ppt_x</p:attrName>
                                        </p:attrNameLst>
                                      </p:cBhvr>
                                      <p:tavLst>
                                        <p:tav tm="0">
                                          <p:val>
                                            <p:strVal val="0-#ppt_w/2"/>
                                          </p:val>
                                        </p:tav>
                                        <p:tav tm="100000">
                                          <p:val>
                                            <p:strVal val="#ppt_x"/>
                                          </p:val>
                                        </p:tav>
                                      </p:tavLst>
                                    </p:anim>
                                    <p:anim calcmode="lin" valueType="num">
                                      <p:cBhvr>
                                        <p:cTn id="14" dur="500" fill="hold"/>
                                        <p:tgtEl>
                                          <p:spTgt spid="3"/>
                                        </p:tgtEl>
                                        <p:attrNameLst>
                                          <p:attrName>ppt_y</p:attrName>
                                        </p:attrNameLst>
                                      </p:cBhvr>
                                      <p:tavLst>
                                        <p:tav tm="0">
                                          <p:val>
                                            <p:strVal val="#ppt_y"/>
                                          </p:val>
                                        </p:tav>
                                        <p:tav tm="100000">
                                          <p:val>
                                            <p:strVal val="#ppt_y"/>
                                          </p:val>
                                        </p:tav>
                                      </p:tavLst>
                                    </p:anim>
                                  </p:childTnLst>
                                </p:cTn>
                              </p:par>
                              <p:par>
                                <p:cTn id="15" presetID="2" presetClass="entr" presetSubtype="2" fill="hold" grpId="0" nodeType="withEffect">
                                  <p:stCondLst>
                                    <p:cond delay="0"/>
                                  </p:stCondLst>
                                  <p:childTnLst>
                                    <p:set>
                                      <p:cBhvr>
                                        <p:cTn id="16" dur="1" fill="hold">
                                          <p:stCondLst>
                                            <p:cond delay="0"/>
                                          </p:stCondLst>
                                        </p:cTn>
                                        <p:tgtEl>
                                          <p:spTgt spid="35"/>
                                        </p:tgtEl>
                                        <p:attrNameLst>
                                          <p:attrName>style.visibility</p:attrName>
                                        </p:attrNameLst>
                                      </p:cBhvr>
                                      <p:to>
                                        <p:strVal val="visible"/>
                                      </p:to>
                                    </p:set>
                                    <p:anim calcmode="lin" valueType="num">
                                      <p:cBhvr>
                                        <p:cTn id="17" dur="500" fill="hold"/>
                                        <p:tgtEl>
                                          <p:spTgt spid="35"/>
                                        </p:tgtEl>
                                        <p:attrNameLst>
                                          <p:attrName>ppt_x</p:attrName>
                                        </p:attrNameLst>
                                      </p:cBhvr>
                                      <p:tavLst>
                                        <p:tav tm="0">
                                          <p:val>
                                            <p:strVal val="1+#ppt_w/2"/>
                                          </p:val>
                                        </p:tav>
                                        <p:tav tm="100000">
                                          <p:val>
                                            <p:strVal val="#ppt_x"/>
                                          </p:val>
                                        </p:tav>
                                      </p:tavLst>
                                    </p:anim>
                                    <p:anim calcmode="lin" valueType="num">
                                      <p:cBhvr>
                                        <p:cTn id="18" dur="500" fill="hold"/>
                                        <p:tgtEl>
                                          <p:spTgt spid="35"/>
                                        </p:tgtEl>
                                        <p:attrNameLst>
                                          <p:attrName>ppt_y</p:attrName>
                                        </p:attrNameLst>
                                      </p:cBhvr>
                                      <p:tavLst>
                                        <p:tav tm="0">
                                          <p:val>
                                            <p:strVal val="#ppt_y"/>
                                          </p:val>
                                        </p:tav>
                                        <p:tav tm="100000">
                                          <p:val>
                                            <p:strVal val="#ppt_y"/>
                                          </p:val>
                                        </p:tav>
                                      </p:tavLst>
                                    </p:anim>
                                  </p:childTnLst>
                                </p:cTn>
                              </p:par>
                              <p:par>
                                <p:cTn id="19" presetID="2" presetClass="entr" presetSubtype="8" fill="hold" grpId="0" nodeType="withEffect">
                                  <p:stCondLst>
                                    <p:cond delay="0"/>
                                  </p:stCondLst>
                                  <p:childTnLst>
                                    <p:set>
                                      <p:cBhvr>
                                        <p:cTn id="20" dur="1" fill="hold">
                                          <p:stCondLst>
                                            <p:cond delay="0"/>
                                          </p:stCondLst>
                                        </p:cTn>
                                        <p:tgtEl>
                                          <p:spTgt spid="36"/>
                                        </p:tgtEl>
                                        <p:attrNameLst>
                                          <p:attrName>style.visibility</p:attrName>
                                        </p:attrNameLst>
                                      </p:cBhvr>
                                      <p:to>
                                        <p:strVal val="visible"/>
                                      </p:to>
                                    </p:set>
                                    <p:anim calcmode="lin" valueType="num">
                                      <p:cBhvr>
                                        <p:cTn id="21" dur="500" fill="hold"/>
                                        <p:tgtEl>
                                          <p:spTgt spid="36"/>
                                        </p:tgtEl>
                                        <p:attrNameLst>
                                          <p:attrName>ppt_x</p:attrName>
                                        </p:attrNameLst>
                                      </p:cBhvr>
                                      <p:tavLst>
                                        <p:tav tm="0">
                                          <p:val>
                                            <p:strVal val="0-#ppt_w/2"/>
                                          </p:val>
                                        </p:tav>
                                        <p:tav tm="100000">
                                          <p:val>
                                            <p:strVal val="#ppt_x"/>
                                          </p:val>
                                        </p:tav>
                                      </p:tavLst>
                                    </p:anim>
                                    <p:anim calcmode="lin" valueType="num">
                                      <p:cBhvr>
                                        <p:cTn id="22" dur="500" fill="hold"/>
                                        <p:tgtEl>
                                          <p:spTgt spid="36"/>
                                        </p:tgtEl>
                                        <p:attrNameLst>
                                          <p:attrName>ppt_y</p:attrName>
                                        </p:attrNameLst>
                                      </p:cBhvr>
                                      <p:tavLst>
                                        <p:tav tm="0">
                                          <p:val>
                                            <p:strVal val="#ppt_y"/>
                                          </p:val>
                                        </p:tav>
                                        <p:tav tm="100000">
                                          <p:val>
                                            <p:strVal val="#ppt_y"/>
                                          </p:val>
                                        </p:tav>
                                      </p:tavLst>
                                    </p:anim>
                                  </p:childTnLst>
                                </p:cTn>
                              </p:par>
                              <p:par>
                                <p:cTn id="23" presetID="2" presetClass="entr" presetSubtype="2" fill="hold" grpId="0" nodeType="withEffect">
                                  <p:stCondLst>
                                    <p:cond delay="0"/>
                                  </p:stCondLst>
                                  <p:childTnLst>
                                    <p:set>
                                      <p:cBhvr>
                                        <p:cTn id="24" dur="1" fill="hold">
                                          <p:stCondLst>
                                            <p:cond delay="0"/>
                                          </p:stCondLst>
                                        </p:cTn>
                                        <p:tgtEl>
                                          <p:spTgt spid="8202"/>
                                        </p:tgtEl>
                                        <p:attrNameLst>
                                          <p:attrName>style.visibility</p:attrName>
                                        </p:attrNameLst>
                                      </p:cBhvr>
                                      <p:to>
                                        <p:strVal val="visible"/>
                                      </p:to>
                                    </p:set>
                                    <p:anim calcmode="lin" valueType="num">
                                      <p:cBhvr>
                                        <p:cTn id="25" dur="500" fill="hold"/>
                                        <p:tgtEl>
                                          <p:spTgt spid="8202"/>
                                        </p:tgtEl>
                                        <p:attrNameLst>
                                          <p:attrName>ppt_x</p:attrName>
                                        </p:attrNameLst>
                                      </p:cBhvr>
                                      <p:tavLst>
                                        <p:tav tm="0">
                                          <p:val>
                                            <p:strVal val="1+#ppt_w/2"/>
                                          </p:val>
                                        </p:tav>
                                        <p:tav tm="100000">
                                          <p:val>
                                            <p:strVal val="#ppt_x"/>
                                          </p:val>
                                        </p:tav>
                                      </p:tavLst>
                                    </p:anim>
                                    <p:anim calcmode="lin" valueType="num">
                                      <p:cBhvr>
                                        <p:cTn id="26" dur="500" fill="hold"/>
                                        <p:tgtEl>
                                          <p:spTgt spid="8202"/>
                                        </p:tgtEl>
                                        <p:attrNameLst>
                                          <p:attrName>ppt_y</p:attrName>
                                        </p:attrNameLst>
                                      </p:cBhvr>
                                      <p:tavLst>
                                        <p:tav tm="0">
                                          <p:val>
                                            <p:strVal val="#ppt_y"/>
                                          </p:val>
                                        </p:tav>
                                        <p:tav tm="100000">
                                          <p:val>
                                            <p:strVal val="#ppt_y"/>
                                          </p:val>
                                        </p:tav>
                                      </p:tavLst>
                                    </p:anim>
                                  </p:childTnLst>
                                </p:cTn>
                              </p:par>
                              <p:par>
                                <p:cTn id="27" presetID="2" presetClass="entr" presetSubtype="8" fill="hold" grpId="0" nodeType="withEffect">
                                  <p:stCondLst>
                                    <p:cond delay="0"/>
                                  </p:stCondLst>
                                  <p:childTnLst>
                                    <p:set>
                                      <p:cBhvr>
                                        <p:cTn id="28" dur="1" fill="hold">
                                          <p:stCondLst>
                                            <p:cond delay="0"/>
                                          </p:stCondLst>
                                        </p:cTn>
                                        <p:tgtEl>
                                          <p:spTgt spid="8203"/>
                                        </p:tgtEl>
                                        <p:attrNameLst>
                                          <p:attrName>style.visibility</p:attrName>
                                        </p:attrNameLst>
                                      </p:cBhvr>
                                      <p:to>
                                        <p:strVal val="visible"/>
                                      </p:to>
                                    </p:set>
                                    <p:anim calcmode="lin" valueType="num">
                                      <p:cBhvr>
                                        <p:cTn id="29" dur="500" fill="hold"/>
                                        <p:tgtEl>
                                          <p:spTgt spid="8203"/>
                                        </p:tgtEl>
                                        <p:attrNameLst>
                                          <p:attrName>ppt_x</p:attrName>
                                        </p:attrNameLst>
                                      </p:cBhvr>
                                      <p:tavLst>
                                        <p:tav tm="0">
                                          <p:val>
                                            <p:strVal val="0-#ppt_w/2"/>
                                          </p:val>
                                        </p:tav>
                                        <p:tav tm="100000">
                                          <p:val>
                                            <p:strVal val="#ppt_x"/>
                                          </p:val>
                                        </p:tav>
                                      </p:tavLst>
                                    </p:anim>
                                    <p:anim calcmode="lin" valueType="num">
                                      <p:cBhvr>
                                        <p:cTn id="30" dur="500" fill="hold"/>
                                        <p:tgtEl>
                                          <p:spTgt spid="820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3" grpId="0" bldLvl="0" animBg="1"/>
      <p:bldP spid="35" grpId="0" bldLvl="0" animBg="1"/>
      <p:bldP spid="36" grpId="0" bldLvl="0" animBg="1"/>
      <p:bldP spid="8202" grpId="0"/>
      <p:bldP spid="820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 name="PA-文本框 10"/>
          <p:cNvSpPr txBox="1"/>
          <p:nvPr>
            <p:custDataLst>
              <p:tags r:id="rId1"/>
            </p:custDataLst>
          </p:nvPr>
        </p:nvSpPr>
        <p:spPr>
          <a:xfrm>
            <a:off x="862013" y="30163"/>
            <a:ext cx="3254375" cy="450850"/>
          </a:xfrm>
          <a:prstGeom prst="rect">
            <a:avLst/>
          </a:prstGeom>
          <a:noFill/>
          <a:ln w="9525">
            <a:noFill/>
          </a:ln>
        </p:spPr>
        <p:txBody>
          <a:bodyPr wrap="square" anchor="t" anchorCtr="0">
            <a:spAutoFit/>
          </a:bodyPr>
          <a:p>
            <a:pPr>
              <a:lnSpc>
                <a:spcPct val="130000"/>
              </a:lnSpc>
            </a:pPr>
            <a:r>
              <a:rPr lang="zh-CN" altLang="en-US" b="1" dirty="0">
                <a:latin typeface="微软雅黑" panose="020B0503020204020204" pitchFamily="34" charset="-122"/>
                <a:ea typeface="微软雅黑" panose="020B0503020204020204" pitchFamily="34" charset="-122"/>
              </a:rPr>
              <a:t>资质证书</a:t>
            </a:r>
            <a:endParaRPr lang="zh-CN" altLang="en-US" b="1" dirty="0">
              <a:latin typeface="微软雅黑" panose="020B0503020204020204" pitchFamily="34" charset="-122"/>
              <a:ea typeface="微软雅黑" panose="020B0503020204020204" pitchFamily="34" charset="-122"/>
            </a:endParaRPr>
          </a:p>
        </p:txBody>
      </p:sp>
      <p:pic>
        <p:nvPicPr>
          <p:cNvPr id="33" name="图片 32"/>
          <p:cNvPicPr>
            <a:picLocks noChangeAspect="1"/>
          </p:cNvPicPr>
          <p:nvPr/>
        </p:nvPicPr>
        <p:blipFill>
          <a:blip r:embed="rId2" cstate="screen"/>
          <a:srcRect l="35490" b="47335"/>
          <a:stretch>
            <a:fillRect/>
          </a:stretch>
        </p:blipFill>
        <p:spPr>
          <a:xfrm rot="10800000" flipH="1">
            <a:off x="0" y="0"/>
            <a:ext cx="1129890" cy="842443"/>
          </a:xfrm>
          <a:custGeom>
            <a:avLst/>
            <a:gdLst>
              <a:gd name="connsiteX0" fmla="*/ 0 w 6539008"/>
              <a:gd name="connsiteY0" fmla="*/ 0 h 4875469"/>
              <a:gd name="connsiteX1" fmla="*/ 6539008 w 6539008"/>
              <a:gd name="connsiteY1" fmla="*/ 0 h 4875469"/>
              <a:gd name="connsiteX2" fmla="*/ 6539008 w 6539008"/>
              <a:gd name="connsiteY2" fmla="*/ 4875469 h 4875469"/>
              <a:gd name="connsiteX3" fmla="*/ 0 w 6539008"/>
              <a:gd name="connsiteY3" fmla="*/ 4875469 h 4875469"/>
            </a:gdLst>
            <a:ahLst/>
            <a:cxnLst>
              <a:cxn ang="0">
                <a:pos x="connsiteX0" y="connsiteY0"/>
              </a:cxn>
              <a:cxn ang="0">
                <a:pos x="connsiteX1" y="connsiteY1"/>
              </a:cxn>
              <a:cxn ang="0">
                <a:pos x="connsiteX2" y="connsiteY2"/>
              </a:cxn>
              <a:cxn ang="0">
                <a:pos x="connsiteX3" y="connsiteY3"/>
              </a:cxn>
            </a:cxnLst>
            <a:rect l="l" t="t" r="r" b="b"/>
            <a:pathLst>
              <a:path w="6539008" h="4875469">
                <a:moveTo>
                  <a:pt x="0" y="0"/>
                </a:moveTo>
                <a:lnTo>
                  <a:pt x="6539008" y="0"/>
                </a:lnTo>
                <a:lnTo>
                  <a:pt x="6539008" y="4875469"/>
                </a:lnTo>
                <a:lnTo>
                  <a:pt x="0" y="4875469"/>
                </a:lnTo>
                <a:close/>
              </a:path>
            </a:pathLst>
          </a:custGeom>
        </p:spPr>
      </p:pic>
      <p:grpSp>
        <p:nvGrpSpPr>
          <p:cNvPr id="9219" name="组合 2"/>
          <p:cNvGrpSpPr/>
          <p:nvPr/>
        </p:nvGrpSpPr>
        <p:grpSpPr>
          <a:xfrm>
            <a:off x="6356350" y="950913"/>
            <a:ext cx="4498975" cy="5373687"/>
            <a:chOff x="10743" y="977"/>
            <a:chExt cx="7115" cy="9099"/>
          </a:xfrm>
        </p:grpSpPr>
        <p:pic>
          <p:nvPicPr>
            <p:cNvPr id="9220" name="图片 16" descr="软著1.jpg"/>
            <p:cNvPicPr>
              <a:picLocks noChangeAspect="1"/>
            </p:cNvPicPr>
            <p:nvPr/>
          </p:nvPicPr>
          <p:blipFill>
            <a:blip r:embed="rId3"/>
            <a:stretch>
              <a:fillRect/>
            </a:stretch>
          </p:blipFill>
          <p:spPr>
            <a:xfrm>
              <a:off x="10743" y="977"/>
              <a:ext cx="3397" cy="4530"/>
            </a:xfrm>
            <a:prstGeom prst="rect">
              <a:avLst/>
            </a:prstGeom>
            <a:noFill/>
            <a:ln w="9525">
              <a:noFill/>
            </a:ln>
          </p:spPr>
        </p:pic>
        <p:pic>
          <p:nvPicPr>
            <p:cNvPr id="9221" name="图片 17" descr="软著2.jpg"/>
            <p:cNvPicPr>
              <a:picLocks noChangeAspect="1"/>
            </p:cNvPicPr>
            <p:nvPr/>
          </p:nvPicPr>
          <p:blipFill>
            <a:blip r:embed="rId4"/>
            <a:stretch>
              <a:fillRect/>
            </a:stretch>
          </p:blipFill>
          <p:spPr>
            <a:xfrm>
              <a:off x="14470" y="977"/>
              <a:ext cx="3388" cy="4515"/>
            </a:xfrm>
            <a:prstGeom prst="rect">
              <a:avLst/>
            </a:prstGeom>
            <a:noFill/>
            <a:ln w="9525">
              <a:noFill/>
            </a:ln>
          </p:spPr>
        </p:pic>
        <p:pic>
          <p:nvPicPr>
            <p:cNvPr id="9222" name="图片 22" descr="软著3.jpg"/>
            <p:cNvPicPr>
              <a:picLocks noChangeAspect="1"/>
            </p:cNvPicPr>
            <p:nvPr/>
          </p:nvPicPr>
          <p:blipFill>
            <a:blip r:embed="rId5"/>
            <a:stretch>
              <a:fillRect/>
            </a:stretch>
          </p:blipFill>
          <p:spPr>
            <a:xfrm>
              <a:off x="10825" y="5660"/>
              <a:ext cx="3313" cy="4417"/>
            </a:xfrm>
            <a:prstGeom prst="rect">
              <a:avLst/>
            </a:prstGeom>
            <a:noFill/>
            <a:ln w="9525">
              <a:noFill/>
            </a:ln>
          </p:spPr>
        </p:pic>
        <p:pic>
          <p:nvPicPr>
            <p:cNvPr id="9223" name="图片 23" descr="软著4.jpg"/>
            <p:cNvPicPr>
              <a:picLocks noChangeAspect="1"/>
            </p:cNvPicPr>
            <p:nvPr/>
          </p:nvPicPr>
          <p:blipFill>
            <a:blip r:embed="rId6"/>
            <a:stretch>
              <a:fillRect/>
            </a:stretch>
          </p:blipFill>
          <p:spPr>
            <a:xfrm>
              <a:off x="14490" y="5670"/>
              <a:ext cx="3278" cy="4372"/>
            </a:xfrm>
            <a:prstGeom prst="rect">
              <a:avLst/>
            </a:prstGeom>
            <a:noFill/>
            <a:ln w="9525">
              <a:noFill/>
            </a:ln>
          </p:spPr>
        </p:pic>
      </p:grpSp>
      <p:sp>
        <p:nvSpPr>
          <p:cNvPr id="9224" name="文本框 37"/>
          <p:cNvSpPr txBox="1"/>
          <p:nvPr/>
        </p:nvSpPr>
        <p:spPr>
          <a:xfrm>
            <a:off x="1346200" y="1271588"/>
            <a:ext cx="4552950" cy="3969385"/>
          </a:xfrm>
          <a:prstGeom prst="rect">
            <a:avLst/>
          </a:prstGeom>
          <a:noFill/>
          <a:ln w="9525">
            <a:noFill/>
          </a:ln>
        </p:spPr>
        <p:txBody>
          <a:bodyPr wrap="square" anchor="t" anchorCtr="0">
            <a:spAutoFit/>
          </a:bodyPr>
          <a:p>
            <a:pPr>
              <a:lnSpc>
                <a:spcPct val="200000"/>
              </a:lnSpc>
            </a:pPr>
            <a:r>
              <a:rPr lang="zh-CN" altLang="en-US" sz="1400" b="1" dirty="0">
                <a:latin typeface="Arial" panose="020B0604020202020204" pitchFamily="34" charset="0"/>
                <a:ea typeface="微软雅黑" panose="020B0503020204020204" pitchFamily="34" charset="-122"/>
                <a:sym typeface="微软雅黑" panose="020B0503020204020204" pitchFamily="34" charset="-122"/>
              </a:rPr>
              <a:t>软件著作权：</a:t>
            </a:r>
            <a:endParaRPr lang="zh-CN" altLang="en-US" sz="1400" b="1" dirty="0">
              <a:latin typeface="Arial" panose="020B0604020202020204" pitchFamily="34" charset="0"/>
              <a:ea typeface="微软雅黑" panose="020B0503020204020204" pitchFamily="34" charset="-122"/>
            </a:endParaRPr>
          </a:p>
          <a:p>
            <a:pPr>
              <a:lnSpc>
                <a:spcPct val="200000"/>
              </a:lnSpc>
            </a:pPr>
            <a:r>
              <a:rPr lang="zh-CN" altLang="en-US" sz="1400" dirty="0">
                <a:latin typeface="Arial" panose="020B0604020202020204" pitchFamily="34" charset="0"/>
                <a:ea typeface="微软雅黑" panose="020B0503020204020204" pitchFamily="34" charset="-122"/>
                <a:sym typeface="微软雅黑" panose="020B0503020204020204" pitchFamily="34" charset="-122"/>
              </a:rPr>
              <a:t>e律师数字律所综合管理系统软件</a:t>
            </a:r>
            <a:endParaRPr lang="zh-CN" altLang="en-US" sz="1400" dirty="0">
              <a:latin typeface="Arial" panose="020B0604020202020204" pitchFamily="34" charset="0"/>
              <a:ea typeface="微软雅黑" panose="020B0503020204020204" pitchFamily="34" charset="-122"/>
            </a:endParaRPr>
          </a:p>
          <a:p>
            <a:pPr>
              <a:lnSpc>
                <a:spcPct val="200000"/>
              </a:lnSpc>
            </a:pPr>
            <a:r>
              <a:rPr lang="zh-CN" altLang="en-US" sz="1400" dirty="0">
                <a:latin typeface="Arial" panose="020B0604020202020204" pitchFamily="34" charset="0"/>
                <a:ea typeface="微软雅黑" panose="020B0503020204020204" pitchFamily="34" charset="-122"/>
                <a:sym typeface="微软雅黑" panose="020B0503020204020204" pitchFamily="34" charset="-122"/>
              </a:rPr>
              <a:t>一种基于律师专业水平测试大数据的算法软件</a:t>
            </a:r>
            <a:endParaRPr lang="zh-CN" altLang="en-US" sz="1400" dirty="0">
              <a:latin typeface="Arial" panose="020B0604020202020204" pitchFamily="34" charset="0"/>
              <a:ea typeface="微软雅黑" panose="020B0503020204020204" pitchFamily="34" charset="-122"/>
            </a:endParaRPr>
          </a:p>
          <a:p>
            <a:pPr>
              <a:lnSpc>
                <a:spcPct val="200000"/>
              </a:lnSpc>
            </a:pPr>
            <a:r>
              <a:rPr lang="zh-CN" altLang="en-US" sz="1400" dirty="0">
                <a:latin typeface="Arial" panose="020B0604020202020204" pitchFamily="34" charset="0"/>
                <a:ea typeface="微软雅黑" panose="020B0503020204020204" pitchFamily="34" charset="-122"/>
                <a:sym typeface="微软雅黑" panose="020B0503020204020204" pitchFamily="34" charset="-122"/>
              </a:rPr>
              <a:t>e律师诉讼财产保全保险云系统</a:t>
            </a:r>
            <a:endParaRPr lang="zh-CN" altLang="en-US" sz="1400" dirty="0">
              <a:latin typeface="Arial" panose="020B0604020202020204" pitchFamily="34" charset="0"/>
              <a:ea typeface="微软雅黑" panose="020B0503020204020204" pitchFamily="34" charset="-122"/>
            </a:endParaRPr>
          </a:p>
          <a:p>
            <a:pPr>
              <a:lnSpc>
                <a:spcPct val="200000"/>
              </a:lnSpc>
            </a:pPr>
            <a:r>
              <a:rPr lang="zh-CN" altLang="en-US" sz="1400" dirty="0">
                <a:latin typeface="Arial" panose="020B0604020202020204" pitchFamily="34" charset="0"/>
                <a:ea typeface="微软雅黑" panose="020B0503020204020204" pitchFamily="34" charset="-122"/>
                <a:sym typeface="微软雅黑" panose="020B0503020204020204" pitchFamily="34" charset="-122"/>
              </a:rPr>
              <a:t>e律师不良资产处置管理云系统……</a:t>
            </a:r>
            <a:endParaRPr lang="zh-CN" altLang="en-US" sz="1400" dirty="0">
              <a:latin typeface="Arial" panose="020B0604020202020204" pitchFamily="34" charset="0"/>
              <a:ea typeface="微软雅黑" panose="020B0503020204020204" pitchFamily="34" charset="-122"/>
            </a:endParaRPr>
          </a:p>
          <a:p>
            <a:pPr>
              <a:lnSpc>
                <a:spcPct val="200000"/>
              </a:lnSpc>
            </a:pPr>
            <a:r>
              <a:rPr lang="zh-CN" altLang="en-US" sz="1400" dirty="0">
                <a:latin typeface="Arial" panose="020B0604020202020204" pitchFamily="34" charset="0"/>
                <a:ea typeface="微软雅黑" panose="020B0503020204020204" pitchFamily="34" charset="-122"/>
                <a:sym typeface="微软雅黑" panose="020B0503020204020204" pitchFamily="34" charset="-122"/>
              </a:rPr>
              <a:t>目前总共有</a:t>
            </a:r>
            <a:r>
              <a:rPr lang="en-US" altLang="zh-CN" sz="1400" dirty="0">
                <a:latin typeface="Arial" panose="020B0604020202020204" pitchFamily="34" charset="0"/>
                <a:ea typeface="微软雅黑" panose="020B0503020204020204" pitchFamily="34" charset="-122"/>
                <a:sym typeface="微软雅黑" panose="020B0503020204020204" pitchFamily="34" charset="-122"/>
              </a:rPr>
              <a:t>30</a:t>
            </a:r>
            <a:r>
              <a:rPr lang="zh-CN" altLang="en-US" sz="1400" dirty="0">
                <a:latin typeface="Arial" panose="020B0604020202020204" pitchFamily="34" charset="0"/>
                <a:ea typeface="微软雅黑" panose="020B0503020204020204" pitchFamily="34" charset="-122"/>
                <a:sym typeface="微软雅黑" panose="020B0503020204020204" pitchFamily="34" charset="-122"/>
              </a:rPr>
              <a:t>多项软件著作权</a:t>
            </a:r>
            <a:endParaRPr lang="zh-CN" altLang="en-US" sz="1400" dirty="0">
              <a:latin typeface="Arial" panose="020B0604020202020204" pitchFamily="34" charset="0"/>
              <a:ea typeface="微软雅黑" panose="020B0503020204020204" pitchFamily="34" charset="-122"/>
              <a:sym typeface="微软雅黑" panose="020B0503020204020204" pitchFamily="34" charset="-122"/>
            </a:endParaRPr>
          </a:p>
          <a:p>
            <a:pPr>
              <a:lnSpc>
                <a:spcPct val="200000"/>
              </a:lnSpc>
            </a:pPr>
            <a:endParaRPr lang="zh-CN" altLang="en-US" sz="1400" dirty="0">
              <a:latin typeface="Arial" panose="020B0604020202020204" pitchFamily="34" charset="0"/>
              <a:ea typeface="微软雅黑" panose="020B0503020204020204" pitchFamily="34" charset="-122"/>
            </a:endParaRPr>
          </a:p>
          <a:p>
            <a:pPr>
              <a:lnSpc>
                <a:spcPct val="200000"/>
              </a:lnSpc>
            </a:pPr>
            <a:r>
              <a:rPr lang="zh-CN" altLang="en-US" sz="1400" b="1" dirty="0">
                <a:latin typeface="Arial" panose="020B0604020202020204" pitchFamily="34" charset="0"/>
                <a:ea typeface="微软雅黑" panose="020B0503020204020204" pitchFamily="34" charset="-122"/>
              </a:rPr>
              <a:t>商标：</a:t>
            </a:r>
            <a:endParaRPr lang="zh-CN" altLang="en-US" sz="1400" b="1" dirty="0">
              <a:latin typeface="Arial" panose="020B0604020202020204" pitchFamily="34" charset="0"/>
              <a:ea typeface="微软雅黑" panose="020B0503020204020204" pitchFamily="34" charset="-122"/>
            </a:endParaRPr>
          </a:p>
          <a:p>
            <a:pPr>
              <a:lnSpc>
                <a:spcPct val="200000"/>
              </a:lnSpc>
            </a:pPr>
            <a:endParaRPr lang="zh-CN" altLang="en-US" sz="1400" b="1" dirty="0">
              <a:latin typeface="Arial" panose="020B0604020202020204" pitchFamily="34" charset="0"/>
              <a:ea typeface="微软雅黑" panose="020B0503020204020204" pitchFamily="34" charset="-122"/>
            </a:endParaRPr>
          </a:p>
        </p:txBody>
      </p:sp>
      <p:pic>
        <p:nvPicPr>
          <p:cNvPr id="9225" name="图片 38" descr="2"/>
          <p:cNvPicPr>
            <a:picLocks noChangeAspect="1"/>
          </p:cNvPicPr>
          <p:nvPr/>
        </p:nvPicPr>
        <p:blipFill>
          <a:blip r:embed="rId7"/>
          <a:stretch>
            <a:fillRect/>
          </a:stretch>
        </p:blipFill>
        <p:spPr>
          <a:xfrm>
            <a:off x="1966913" y="4749800"/>
            <a:ext cx="803275" cy="204788"/>
          </a:xfrm>
          <a:prstGeom prst="rect">
            <a:avLst/>
          </a:prstGeom>
          <a:noFill/>
          <a:ln w="9525">
            <a:noFill/>
          </a:ln>
        </p:spPr>
      </p:pic>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grpId="0" nodeType="after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p:cTn id="7" dur="500"/>
                                        <p:tgtEl>
                                          <p:spTgt spid="31"/>
                                        </p:tgtEl>
                                        <p:attrNameLst>
                                          <p:attrName>ppt_y</p:attrName>
                                        </p:attrNameLst>
                                      </p:cBhvr>
                                      <p:tavLst>
                                        <p:tav tm="0">
                                          <p:val>
                                            <p:strVal val="#ppt_y-#ppt_h*1.125000"/>
                                          </p:val>
                                        </p:tav>
                                        <p:tav tm="100000">
                                          <p:val>
                                            <p:strVal val="#ppt_y"/>
                                          </p:val>
                                        </p:tav>
                                      </p:tavLst>
                                    </p:anim>
                                    <p:animEffect transition="in" filter="wipe(down)">
                                      <p:cBhvr>
                                        <p:cTn id="8"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 name="PA-文本框 10"/>
          <p:cNvSpPr txBox="1"/>
          <p:nvPr>
            <p:custDataLst>
              <p:tags r:id="rId1"/>
            </p:custDataLst>
          </p:nvPr>
        </p:nvSpPr>
        <p:spPr>
          <a:xfrm>
            <a:off x="862013" y="30163"/>
            <a:ext cx="3254375" cy="450850"/>
          </a:xfrm>
          <a:prstGeom prst="rect">
            <a:avLst/>
          </a:prstGeom>
          <a:noFill/>
          <a:ln w="9525">
            <a:noFill/>
          </a:ln>
        </p:spPr>
        <p:txBody>
          <a:bodyPr wrap="square" anchor="t" anchorCtr="0">
            <a:spAutoFit/>
          </a:bodyPr>
          <a:p>
            <a:pPr>
              <a:lnSpc>
                <a:spcPct val="130000"/>
              </a:lnSpc>
            </a:pPr>
            <a:r>
              <a:rPr lang="zh-CN" altLang="en-US" b="1" dirty="0">
                <a:latin typeface="微软雅黑" panose="020B0503020204020204" pitchFamily="34" charset="-122"/>
                <a:ea typeface="微软雅黑" panose="020B0503020204020204" pitchFamily="34" charset="-122"/>
              </a:rPr>
              <a:t>软件功能</a:t>
            </a:r>
            <a:endParaRPr lang="zh-CN" altLang="en-US" b="1" dirty="0">
              <a:latin typeface="微软雅黑" panose="020B0503020204020204" pitchFamily="34" charset="-122"/>
              <a:ea typeface="微软雅黑" panose="020B0503020204020204" pitchFamily="34" charset="-122"/>
            </a:endParaRPr>
          </a:p>
        </p:txBody>
      </p:sp>
      <p:pic>
        <p:nvPicPr>
          <p:cNvPr id="33" name="图片 32"/>
          <p:cNvPicPr>
            <a:picLocks noChangeAspect="1"/>
          </p:cNvPicPr>
          <p:nvPr/>
        </p:nvPicPr>
        <p:blipFill>
          <a:blip r:embed="rId2" cstate="screen"/>
          <a:srcRect l="35490" b="47335"/>
          <a:stretch>
            <a:fillRect/>
          </a:stretch>
        </p:blipFill>
        <p:spPr>
          <a:xfrm rot="10800000" flipH="1">
            <a:off x="0" y="0"/>
            <a:ext cx="1129890" cy="842443"/>
          </a:xfrm>
          <a:custGeom>
            <a:avLst/>
            <a:gdLst>
              <a:gd name="connsiteX0" fmla="*/ 0 w 6539008"/>
              <a:gd name="connsiteY0" fmla="*/ 0 h 4875469"/>
              <a:gd name="connsiteX1" fmla="*/ 6539008 w 6539008"/>
              <a:gd name="connsiteY1" fmla="*/ 0 h 4875469"/>
              <a:gd name="connsiteX2" fmla="*/ 6539008 w 6539008"/>
              <a:gd name="connsiteY2" fmla="*/ 4875469 h 4875469"/>
              <a:gd name="connsiteX3" fmla="*/ 0 w 6539008"/>
              <a:gd name="connsiteY3" fmla="*/ 4875469 h 4875469"/>
            </a:gdLst>
            <a:ahLst/>
            <a:cxnLst>
              <a:cxn ang="0">
                <a:pos x="connsiteX0" y="connsiteY0"/>
              </a:cxn>
              <a:cxn ang="0">
                <a:pos x="connsiteX1" y="connsiteY1"/>
              </a:cxn>
              <a:cxn ang="0">
                <a:pos x="connsiteX2" y="connsiteY2"/>
              </a:cxn>
              <a:cxn ang="0">
                <a:pos x="connsiteX3" y="connsiteY3"/>
              </a:cxn>
            </a:cxnLst>
            <a:rect l="l" t="t" r="r" b="b"/>
            <a:pathLst>
              <a:path w="6539008" h="4875469">
                <a:moveTo>
                  <a:pt x="0" y="0"/>
                </a:moveTo>
                <a:lnTo>
                  <a:pt x="6539008" y="0"/>
                </a:lnTo>
                <a:lnTo>
                  <a:pt x="6539008" y="4875469"/>
                </a:lnTo>
                <a:lnTo>
                  <a:pt x="0" y="4875469"/>
                </a:lnTo>
                <a:close/>
              </a:path>
            </a:pathLst>
          </a:custGeom>
        </p:spPr>
      </p:pic>
      <p:sp>
        <p:nvSpPr>
          <p:cNvPr id="3" name="矩形 2"/>
          <p:cNvSpPr/>
          <p:nvPr/>
        </p:nvSpPr>
        <p:spPr>
          <a:xfrm>
            <a:off x="839788" y="1597025"/>
            <a:ext cx="4767263" cy="914400"/>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trike="noStrike" noProof="1">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34" name="矩形 33"/>
          <p:cNvSpPr/>
          <p:nvPr/>
        </p:nvSpPr>
        <p:spPr>
          <a:xfrm>
            <a:off x="839788" y="2693988"/>
            <a:ext cx="4767263" cy="9144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trike="noStrike" noProof="1">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35" name="矩形 34"/>
          <p:cNvSpPr/>
          <p:nvPr/>
        </p:nvSpPr>
        <p:spPr>
          <a:xfrm>
            <a:off x="839788" y="3789363"/>
            <a:ext cx="4767263" cy="914400"/>
          </a:xfrm>
          <a:prstGeom prst="rect">
            <a:avLst/>
          </a:prstGeom>
          <a:solidFill>
            <a:srgbClr val="3B6D8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trike="noStrike" noProof="1">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36" name="矩形 35"/>
          <p:cNvSpPr/>
          <p:nvPr/>
        </p:nvSpPr>
        <p:spPr>
          <a:xfrm>
            <a:off x="839788" y="4886325"/>
            <a:ext cx="4767263"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trike="noStrike" noProof="1">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11272" name="矩形 8"/>
          <p:cNvSpPr/>
          <p:nvPr/>
        </p:nvSpPr>
        <p:spPr>
          <a:xfrm>
            <a:off x="1206500" y="1847850"/>
            <a:ext cx="4038600" cy="423863"/>
          </a:xfrm>
          <a:prstGeom prst="rect">
            <a:avLst/>
          </a:prstGeom>
          <a:noFill/>
          <a:ln w="9525">
            <a:noFill/>
          </a:ln>
        </p:spPr>
        <p:txBody>
          <a:bodyPr wrap="square" anchor="t" anchorCtr="0">
            <a:spAutoFit/>
          </a:bodyPr>
          <a:p>
            <a:pPr algn="just">
              <a:lnSpc>
                <a:spcPct val="120000"/>
              </a:lnSpc>
            </a:pPr>
            <a:r>
              <a:rPr lang="en-US" altLang="zh-CN">
                <a:latin typeface="思源黑体" panose="020B0400000000000000" pitchFamily="34" charset="-122"/>
                <a:ea typeface="思源黑体" panose="020B0400000000000000" pitchFamily="34" charset="-122"/>
                <a:sym typeface="Arial" panose="020B0604020202020204" pitchFamily="34" charset="0"/>
              </a:rPr>
              <a:t>杜绝律师私下收费，增加律所收益</a:t>
            </a:r>
            <a:endParaRPr lang="en-US" altLang="zh-CN">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11273" name="矩形 9"/>
          <p:cNvSpPr/>
          <p:nvPr/>
        </p:nvSpPr>
        <p:spPr>
          <a:xfrm>
            <a:off x="1206500" y="2914650"/>
            <a:ext cx="3503613" cy="423863"/>
          </a:xfrm>
          <a:prstGeom prst="rect">
            <a:avLst/>
          </a:prstGeom>
          <a:noFill/>
          <a:ln w="9525">
            <a:noFill/>
          </a:ln>
        </p:spPr>
        <p:txBody>
          <a:bodyPr anchor="t" anchorCtr="0">
            <a:spAutoFit/>
          </a:bodyPr>
          <a:p>
            <a:pPr algn="just">
              <a:lnSpc>
                <a:spcPct val="120000"/>
              </a:lnSpc>
            </a:pPr>
            <a:r>
              <a:rPr lang="en-US" altLang="zh-CN">
                <a:latin typeface="思源黑体" panose="020B0400000000000000" pitchFamily="34" charset="-122"/>
                <a:ea typeface="思源黑体" panose="020B0400000000000000" pitchFamily="34" charset="-122"/>
                <a:sym typeface="Arial" panose="020B0604020202020204" pitchFamily="34" charset="0"/>
              </a:rPr>
              <a:t>合伙人财务公开、透明</a:t>
            </a:r>
            <a:endParaRPr lang="en-US" altLang="zh-CN">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11274" name="矩形 10"/>
          <p:cNvSpPr/>
          <p:nvPr/>
        </p:nvSpPr>
        <p:spPr>
          <a:xfrm>
            <a:off x="1206500" y="4033838"/>
            <a:ext cx="3771900" cy="368300"/>
          </a:xfrm>
          <a:prstGeom prst="rect">
            <a:avLst/>
          </a:prstGeom>
          <a:noFill/>
          <a:ln w="9525">
            <a:noFill/>
          </a:ln>
        </p:spPr>
        <p:txBody>
          <a:bodyPr wrap="square" anchor="t" anchorCtr="0">
            <a:spAutoFit/>
          </a:bodyPr>
          <a:p>
            <a:r>
              <a:rPr lang="en-US" altLang="zh-CN">
                <a:latin typeface="思源黑体" panose="020B0400000000000000" pitchFamily="34" charset="-122"/>
                <a:ea typeface="思源黑体" panose="020B0400000000000000" pitchFamily="34" charset="-122"/>
                <a:sym typeface="Arial" panose="020B0604020202020204" pitchFamily="34" charset="0"/>
              </a:rPr>
              <a:t>远程协同办公，提升律师办案效率</a:t>
            </a:r>
            <a:endParaRPr lang="en-US" altLang="zh-CN">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11275" name="矩形 11"/>
          <p:cNvSpPr/>
          <p:nvPr/>
        </p:nvSpPr>
        <p:spPr>
          <a:xfrm>
            <a:off x="1206500" y="5111750"/>
            <a:ext cx="3503613" cy="349250"/>
          </a:xfrm>
          <a:prstGeom prst="rect">
            <a:avLst/>
          </a:prstGeom>
          <a:noFill/>
          <a:ln w="9525">
            <a:noFill/>
          </a:ln>
        </p:spPr>
        <p:txBody>
          <a:bodyPr anchor="t" anchorCtr="0">
            <a:spAutoFit/>
          </a:bodyPr>
          <a:p>
            <a:pPr>
              <a:lnSpc>
                <a:spcPct val="120000"/>
              </a:lnSpc>
            </a:pPr>
            <a:r>
              <a:rPr lang="en-US" altLang="zh-CN">
                <a:solidFill>
                  <a:schemeClr val="bg1"/>
                </a:solidFill>
                <a:latin typeface="思源黑体" panose="020B0400000000000000" pitchFamily="34" charset="-122"/>
                <a:ea typeface="思源黑体" panose="020B0400000000000000" pitchFamily="34" charset="-122"/>
                <a:sym typeface="微软雅黑" panose="020B0503020204020204" pitchFamily="34" charset="-122"/>
              </a:rPr>
              <a:t>知识共享，提升律师专业水平</a:t>
            </a:r>
            <a:endParaRPr lang="en-US" altLang="zh-CN">
              <a:solidFill>
                <a:schemeClr val="bg1"/>
              </a:solidFill>
              <a:latin typeface="思源黑体" panose="020B0400000000000000" pitchFamily="34" charset="-122"/>
              <a:ea typeface="思源黑体" panose="020B0400000000000000" pitchFamily="34" charset="-122"/>
              <a:sym typeface="微软雅黑" panose="020B0503020204020204" pitchFamily="34" charset="-122"/>
            </a:endParaRPr>
          </a:p>
        </p:txBody>
      </p:sp>
      <p:sp>
        <p:nvSpPr>
          <p:cNvPr id="37" name="矩形 36"/>
          <p:cNvSpPr/>
          <p:nvPr/>
        </p:nvSpPr>
        <p:spPr>
          <a:xfrm>
            <a:off x="6456363" y="1627188"/>
            <a:ext cx="4767263" cy="914400"/>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trike="noStrike" noProof="1">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38" name="矩形 37"/>
          <p:cNvSpPr/>
          <p:nvPr/>
        </p:nvSpPr>
        <p:spPr>
          <a:xfrm>
            <a:off x="6456363" y="2724150"/>
            <a:ext cx="4767263" cy="9144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trike="noStrike" noProof="1">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39" name="矩形 38"/>
          <p:cNvSpPr/>
          <p:nvPr/>
        </p:nvSpPr>
        <p:spPr>
          <a:xfrm>
            <a:off x="6456363" y="3819525"/>
            <a:ext cx="4767263" cy="914400"/>
          </a:xfrm>
          <a:prstGeom prst="rect">
            <a:avLst/>
          </a:prstGeom>
          <a:solidFill>
            <a:srgbClr val="3B6D8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trike="noStrike" noProof="1">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40" name="矩形 39"/>
          <p:cNvSpPr/>
          <p:nvPr/>
        </p:nvSpPr>
        <p:spPr>
          <a:xfrm>
            <a:off x="6456363" y="4916488"/>
            <a:ext cx="4767263"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trike="noStrike" noProof="1">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41" name="矩形 8"/>
          <p:cNvSpPr/>
          <p:nvPr/>
        </p:nvSpPr>
        <p:spPr>
          <a:xfrm>
            <a:off x="6823075" y="1847850"/>
            <a:ext cx="4038600" cy="368300"/>
          </a:xfrm>
          <a:prstGeom prst="rect">
            <a:avLst/>
          </a:prstGeom>
          <a:noFill/>
          <a:ln w="9525">
            <a:noFill/>
          </a:ln>
        </p:spPr>
        <p:txBody>
          <a:bodyPr anchor="t" anchorCtr="0">
            <a:spAutoFit/>
          </a:bodyPr>
          <a:p>
            <a:r>
              <a:rPr lang="en-US" altLang="zh-CN">
                <a:latin typeface="思源黑体" panose="020B0400000000000000" pitchFamily="34" charset="-122"/>
                <a:ea typeface="思源黑体" panose="020B0400000000000000" pitchFamily="34" charset="-122"/>
                <a:sym typeface="思源黑体" panose="020B0400000000000000" pitchFamily="34" charset="-122"/>
              </a:rPr>
              <a:t>提醒通知，提高办事效率</a:t>
            </a:r>
            <a:endParaRPr lang="en-US" altLang="zh-CN">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42" name="矩形 9"/>
          <p:cNvSpPr/>
          <p:nvPr/>
        </p:nvSpPr>
        <p:spPr>
          <a:xfrm>
            <a:off x="6823075" y="2944813"/>
            <a:ext cx="3503613" cy="423862"/>
          </a:xfrm>
          <a:prstGeom prst="rect">
            <a:avLst/>
          </a:prstGeom>
          <a:noFill/>
          <a:ln w="9525">
            <a:noFill/>
          </a:ln>
        </p:spPr>
        <p:txBody>
          <a:bodyPr anchor="t" anchorCtr="0">
            <a:spAutoFit/>
          </a:bodyPr>
          <a:p>
            <a:pPr algn="just">
              <a:lnSpc>
                <a:spcPct val="120000"/>
              </a:lnSpc>
            </a:pPr>
            <a:r>
              <a:rPr lang="zh-CN" altLang="en-US">
                <a:latin typeface="思源黑体" panose="020B0400000000000000" pitchFamily="34" charset="-122"/>
                <a:ea typeface="思源黑体" panose="020B0400000000000000" pitchFamily="34" charset="-122"/>
                <a:sym typeface="思源黑体" panose="020B0400000000000000" pitchFamily="34" charset="-122"/>
              </a:rPr>
              <a:t>文书格式统一、规范</a:t>
            </a:r>
            <a:endParaRPr lang="en-US" altLang="zh-CN">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43" name="矩形 10"/>
          <p:cNvSpPr/>
          <p:nvPr/>
        </p:nvSpPr>
        <p:spPr>
          <a:xfrm>
            <a:off x="6823075" y="4016375"/>
            <a:ext cx="3503613" cy="306388"/>
          </a:xfrm>
          <a:prstGeom prst="rect">
            <a:avLst/>
          </a:prstGeom>
          <a:noFill/>
          <a:ln w="9525">
            <a:noFill/>
          </a:ln>
        </p:spPr>
        <p:txBody>
          <a:bodyPr anchor="t" anchorCtr="0">
            <a:spAutoFit/>
          </a:bodyPr>
          <a:p>
            <a:r>
              <a:rPr lang="en-US" altLang="zh-CN">
                <a:latin typeface="思源黑体" panose="020B0400000000000000" pitchFamily="34" charset="-122"/>
                <a:ea typeface="思源黑体" panose="020B0400000000000000" pitchFamily="34" charset="-122"/>
                <a:sym typeface="思源黑体" panose="020B0400000000000000" pitchFamily="34" charset="-122"/>
              </a:rPr>
              <a:t>数据分析，一目了然</a:t>
            </a:r>
            <a:endParaRPr lang="en-US" altLang="zh-CN">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44" name="矩形 11"/>
          <p:cNvSpPr/>
          <p:nvPr/>
        </p:nvSpPr>
        <p:spPr>
          <a:xfrm>
            <a:off x="6823075" y="5111750"/>
            <a:ext cx="3503613" cy="349250"/>
          </a:xfrm>
          <a:prstGeom prst="rect">
            <a:avLst/>
          </a:prstGeom>
          <a:noFill/>
          <a:ln w="9525">
            <a:noFill/>
          </a:ln>
        </p:spPr>
        <p:txBody>
          <a:bodyPr anchor="t" anchorCtr="0">
            <a:spAutoFit/>
          </a:bodyPr>
          <a:p>
            <a:pPr algn="just">
              <a:lnSpc>
                <a:spcPct val="120000"/>
              </a:lnSpc>
            </a:pPr>
            <a:r>
              <a:rPr lang="en-US" altLang="zh-CN">
                <a:solidFill>
                  <a:schemeClr val="bg1"/>
                </a:solidFill>
                <a:latin typeface="思源黑体" panose="020B0400000000000000" pitchFamily="34" charset="-122"/>
                <a:ea typeface="思源黑体" panose="020B0400000000000000" pitchFamily="34" charset="-122"/>
                <a:sym typeface="Arial" panose="020B0604020202020204" pitchFamily="34" charset="0"/>
              </a:rPr>
              <a:t>电子归档，共享律师办案成果</a:t>
            </a:r>
            <a:endParaRPr lang="en-US" altLang="zh-CN">
              <a:solidFill>
                <a:schemeClr val="bg1"/>
              </a:solidFill>
              <a:latin typeface="思源黑体" panose="020B0400000000000000" pitchFamily="34" charset="-122"/>
              <a:ea typeface="思源黑体" panose="020B0400000000000000" pitchFamily="34" charset="-122"/>
              <a:sym typeface="Arial" panose="020B0604020202020204" pitchFamily="34" charset="0"/>
            </a:endParaRPr>
          </a:p>
        </p:txBody>
      </p:sp>
      <p:pic>
        <p:nvPicPr>
          <p:cNvPr id="10259" name="图片 73" descr="档案"/>
          <p:cNvPicPr>
            <a:picLocks noChangeAspect="1"/>
          </p:cNvPicPr>
          <p:nvPr/>
        </p:nvPicPr>
        <p:blipFill>
          <a:blip r:embed="rId3"/>
          <a:stretch>
            <a:fillRect/>
          </a:stretch>
        </p:blipFill>
        <p:spPr>
          <a:xfrm>
            <a:off x="6518275" y="5240338"/>
            <a:ext cx="266700" cy="266700"/>
          </a:xfrm>
          <a:prstGeom prst="rect">
            <a:avLst/>
          </a:prstGeom>
          <a:noFill/>
          <a:ln w="9525">
            <a:noFill/>
          </a:ln>
        </p:spPr>
      </p:pic>
      <p:sp>
        <p:nvSpPr>
          <p:cNvPr id="45" name="Freeform 46"/>
          <p:cNvSpPr>
            <a:spLocks noEditPoints="1"/>
          </p:cNvSpPr>
          <p:nvPr/>
        </p:nvSpPr>
        <p:spPr>
          <a:xfrm>
            <a:off x="6605588" y="1876425"/>
            <a:ext cx="179388" cy="311150"/>
          </a:xfrm>
          <a:custGeom>
            <a:avLst/>
            <a:gdLst>
              <a:gd name="txL" fmla="*/ 0 w 94"/>
              <a:gd name="txT" fmla="*/ 0 h 165"/>
              <a:gd name="txR" fmla="*/ 94 w 94"/>
              <a:gd name="txB" fmla="*/ 165 h 165"/>
            </a:gdLst>
            <a:ahLst/>
            <a:cxnLst>
              <a:cxn ang="0">
                <a:pos x="147181" y="0"/>
              </a:cxn>
              <a:cxn ang="0">
                <a:pos x="17733" y="0"/>
              </a:cxn>
              <a:cxn ang="0">
                <a:pos x="0" y="19473"/>
              </a:cxn>
              <a:cxn ang="0">
                <a:pos x="0" y="272627"/>
              </a:cxn>
              <a:cxn ang="0">
                <a:pos x="17733" y="292100"/>
              </a:cxn>
              <a:cxn ang="0">
                <a:pos x="147181" y="292100"/>
              </a:cxn>
              <a:cxn ang="0">
                <a:pos x="166687" y="272627"/>
              </a:cxn>
              <a:cxn ang="0">
                <a:pos x="166687" y="19473"/>
              </a:cxn>
              <a:cxn ang="0">
                <a:pos x="147181" y="0"/>
              </a:cxn>
              <a:cxn ang="0">
                <a:pos x="56745" y="21244"/>
              </a:cxn>
              <a:cxn ang="0">
                <a:pos x="109942" y="21244"/>
              </a:cxn>
              <a:cxn ang="0">
                <a:pos x="109942" y="28325"/>
              </a:cxn>
              <a:cxn ang="0">
                <a:pos x="56745" y="28325"/>
              </a:cxn>
              <a:cxn ang="0">
                <a:pos x="56745" y="21244"/>
              </a:cxn>
              <a:cxn ang="0">
                <a:pos x="83344" y="279708"/>
              </a:cxn>
              <a:cxn ang="0">
                <a:pos x="72704" y="269086"/>
              </a:cxn>
              <a:cxn ang="0">
                <a:pos x="83344" y="260235"/>
              </a:cxn>
              <a:cxn ang="0">
                <a:pos x="93983" y="269086"/>
              </a:cxn>
              <a:cxn ang="0">
                <a:pos x="83344" y="279708"/>
              </a:cxn>
              <a:cxn ang="0">
                <a:pos x="154274" y="244302"/>
              </a:cxn>
              <a:cxn ang="0">
                <a:pos x="12413" y="244302"/>
              </a:cxn>
              <a:cxn ang="0">
                <a:pos x="12413" y="46028"/>
              </a:cxn>
              <a:cxn ang="0">
                <a:pos x="154274" y="46028"/>
              </a:cxn>
              <a:cxn ang="0">
                <a:pos x="154274" y="244302"/>
              </a:cxn>
            </a:cxnLst>
            <a:rect l="txL" t="txT" r="txR" b="txB"/>
            <a:pathLst>
              <a:path w="94" h="165">
                <a:moveTo>
                  <a:pt x="83" y="0"/>
                </a:moveTo>
                <a:cubicBezTo>
                  <a:pt x="10" y="0"/>
                  <a:pt x="10" y="0"/>
                  <a:pt x="10" y="0"/>
                </a:cubicBezTo>
                <a:cubicBezTo>
                  <a:pt x="5" y="0"/>
                  <a:pt x="0" y="5"/>
                  <a:pt x="0" y="11"/>
                </a:cubicBezTo>
                <a:cubicBezTo>
                  <a:pt x="0" y="154"/>
                  <a:pt x="0" y="154"/>
                  <a:pt x="0" y="154"/>
                </a:cubicBezTo>
                <a:cubicBezTo>
                  <a:pt x="0" y="160"/>
                  <a:pt x="5" y="165"/>
                  <a:pt x="10" y="165"/>
                </a:cubicBezTo>
                <a:cubicBezTo>
                  <a:pt x="83" y="165"/>
                  <a:pt x="83" y="165"/>
                  <a:pt x="83" y="165"/>
                </a:cubicBezTo>
                <a:cubicBezTo>
                  <a:pt x="89" y="165"/>
                  <a:pt x="94" y="160"/>
                  <a:pt x="94" y="154"/>
                </a:cubicBezTo>
                <a:cubicBezTo>
                  <a:pt x="94" y="11"/>
                  <a:pt x="94" y="11"/>
                  <a:pt x="94" y="11"/>
                </a:cubicBezTo>
                <a:cubicBezTo>
                  <a:pt x="94" y="5"/>
                  <a:pt x="89" y="0"/>
                  <a:pt x="83" y="0"/>
                </a:cubicBezTo>
                <a:close/>
                <a:moveTo>
                  <a:pt x="32" y="12"/>
                </a:moveTo>
                <a:cubicBezTo>
                  <a:pt x="62" y="12"/>
                  <a:pt x="62" y="12"/>
                  <a:pt x="62" y="12"/>
                </a:cubicBezTo>
                <a:cubicBezTo>
                  <a:pt x="62" y="16"/>
                  <a:pt x="62" y="16"/>
                  <a:pt x="62" y="16"/>
                </a:cubicBezTo>
                <a:cubicBezTo>
                  <a:pt x="32" y="16"/>
                  <a:pt x="32" y="16"/>
                  <a:pt x="32" y="16"/>
                </a:cubicBezTo>
                <a:lnTo>
                  <a:pt x="32" y="12"/>
                </a:lnTo>
                <a:close/>
                <a:moveTo>
                  <a:pt x="47" y="158"/>
                </a:moveTo>
                <a:cubicBezTo>
                  <a:pt x="44" y="158"/>
                  <a:pt x="41" y="156"/>
                  <a:pt x="41" y="152"/>
                </a:cubicBezTo>
                <a:cubicBezTo>
                  <a:pt x="41" y="149"/>
                  <a:pt x="44" y="147"/>
                  <a:pt x="47" y="147"/>
                </a:cubicBezTo>
                <a:cubicBezTo>
                  <a:pt x="50" y="147"/>
                  <a:pt x="53" y="149"/>
                  <a:pt x="53" y="152"/>
                </a:cubicBezTo>
                <a:cubicBezTo>
                  <a:pt x="53" y="156"/>
                  <a:pt x="50" y="158"/>
                  <a:pt x="47" y="158"/>
                </a:cubicBezTo>
                <a:close/>
                <a:moveTo>
                  <a:pt x="87" y="138"/>
                </a:moveTo>
                <a:cubicBezTo>
                  <a:pt x="7" y="138"/>
                  <a:pt x="7" y="138"/>
                  <a:pt x="7" y="138"/>
                </a:cubicBezTo>
                <a:cubicBezTo>
                  <a:pt x="7" y="26"/>
                  <a:pt x="7" y="26"/>
                  <a:pt x="7" y="26"/>
                </a:cubicBezTo>
                <a:cubicBezTo>
                  <a:pt x="87" y="26"/>
                  <a:pt x="87" y="26"/>
                  <a:pt x="87" y="26"/>
                </a:cubicBezTo>
                <a:lnTo>
                  <a:pt x="87" y="138"/>
                </a:lnTo>
                <a:close/>
              </a:path>
            </a:pathLst>
          </a:custGeom>
          <a:solidFill>
            <a:sysClr val="window" lastClr="FFFFFF"/>
          </a:solidFill>
          <a:ln w="9525">
            <a:noFill/>
          </a:ln>
        </p:spPr>
        <p:txBody>
          <a:bodyPr/>
          <a:p>
            <a:pPr marL="0" marR="0" lvl="0" indent="0" defTabSz="6858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smtClean="0">
              <a:ln>
                <a:noFill/>
              </a:ln>
              <a:effectLst/>
              <a:uLnTx/>
              <a:uFillTx/>
              <a:latin typeface="微软雅黑" panose="020B0503020204020204" pitchFamily="34" charset="-122"/>
              <a:ea typeface="微软雅黑" panose="020B0503020204020204" pitchFamily="34" charset="-122"/>
              <a:cs typeface="+mn-ea"/>
              <a:sym typeface="+mn-lt"/>
            </a:endParaRPr>
          </a:p>
        </p:txBody>
      </p:sp>
      <p:grpSp>
        <p:nvGrpSpPr>
          <p:cNvPr id="58" name="Group 14"/>
          <p:cNvGrpSpPr/>
          <p:nvPr/>
        </p:nvGrpSpPr>
        <p:grpSpPr>
          <a:xfrm>
            <a:off x="927473" y="1974989"/>
            <a:ext cx="249029" cy="157960"/>
            <a:chOff x="6351" y="0"/>
            <a:chExt cx="490538" cy="311150"/>
          </a:xfrm>
          <a:solidFill>
            <a:schemeClr val="bg1"/>
          </a:solidFill>
        </p:grpSpPr>
        <p:sp>
          <p:nvSpPr>
            <p:cNvPr id="59" name="Freeform 144"/>
            <p:cNvSpPr>
              <a:spLocks noEditPoints="1"/>
            </p:cNvSpPr>
            <p:nvPr/>
          </p:nvSpPr>
          <p:spPr bwMode="auto">
            <a:xfrm>
              <a:off x="6351" y="0"/>
              <a:ext cx="490538" cy="311150"/>
            </a:xfrm>
            <a:custGeom>
              <a:avLst/>
              <a:gdLst>
                <a:gd name="T0" fmla="*/ 128 w 128"/>
                <a:gd name="T1" fmla="*/ 39 h 80"/>
                <a:gd name="T2" fmla="*/ 128 w 128"/>
                <a:gd name="T3" fmla="*/ 39 h 80"/>
                <a:gd name="T4" fmla="*/ 127 w 128"/>
                <a:gd name="T5" fmla="*/ 38 h 80"/>
                <a:gd name="T6" fmla="*/ 127 w 128"/>
                <a:gd name="T7" fmla="*/ 38 h 80"/>
                <a:gd name="T8" fmla="*/ 64 w 128"/>
                <a:gd name="T9" fmla="*/ 0 h 80"/>
                <a:gd name="T10" fmla="*/ 0 w 128"/>
                <a:gd name="T11" fmla="*/ 38 h 80"/>
                <a:gd name="T12" fmla="*/ 0 w 128"/>
                <a:gd name="T13" fmla="*/ 38 h 80"/>
                <a:gd name="T14" fmla="*/ 0 w 128"/>
                <a:gd name="T15" fmla="*/ 39 h 80"/>
                <a:gd name="T16" fmla="*/ 0 w 128"/>
                <a:gd name="T17" fmla="*/ 39 h 80"/>
                <a:gd name="T18" fmla="*/ 0 w 128"/>
                <a:gd name="T19" fmla="*/ 40 h 80"/>
                <a:gd name="T20" fmla="*/ 0 w 128"/>
                <a:gd name="T21" fmla="*/ 41 h 80"/>
                <a:gd name="T22" fmla="*/ 0 w 128"/>
                <a:gd name="T23" fmla="*/ 41 h 80"/>
                <a:gd name="T24" fmla="*/ 0 w 128"/>
                <a:gd name="T25" fmla="*/ 42 h 80"/>
                <a:gd name="T26" fmla="*/ 0 w 128"/>
                <a:gd name="T27" fmla="*/ 42 h 80"/>
                <a:gd name="T28" fmla="*/ 64 w 128"/>
                <a:gd name="T29" fmla="*/ 80 h 80"/>
                <a:gd name="T30" fmla="*/ 127 w 128"/>
                <a:gd name="T31" fmla="*/ 42 h 80"/>
                <a:gd name="T32" fmla="*/ 127 w 128"/>
                <a:gd name="T33" fmla="*/ 42 h 80"/>
                <a:gd name="T34" fmla="*/ 128 w 128"/>
                <a:gd name="T35" fmla="*/ 41 h 80"/>
                <a:gd name="T36" fmla="*/ 128 w 128"/>
                <a:gd name="T37" fmla="*/ 41 h 80"/>
                <a:gd name="T38" fmla="*/ 128 w 128"/>
                <a:gd name="T39" fmla="*/ 40 h 80"/>
                <a:gd name="T40" fmla="*/ 128 w 128"/>
                <a:gd name="T41" fmla="*/ 39 h 80"/>
                <a:gd name="T42" fmla="*/ 64 w 128"/>
                <a:gd name="T43" fmla="*/ 72 h 80"/>
                <a:gd name="T44" fmla="*/ 9 w 128"/>
                <a:gd name="T45" fmla="*/ 40 h 80"/>
                <a:gd name="T46" fmla="*/ 64 w 128"/>
                <a:gd name="T47" fmla="*/ 8 h 80"/>
                <a:gd name="T48" fmla="*/ 119 w 128"/>
                <a:gd name="T49" fmla="*/ 40 h 80"/>
                <a:gd name="T50" fmla="*/ 64 w 128"/>
                <a:gd name="T51" fmla="*/ 72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28" h="80">
                  <a:moveTo>
                    <a:pt x="128" y="39"/>
                  </a:moveTo>
                  <a:cubicBezTo>
                    <a:pt x="128" y="39"/>
                    <a:pt x="128" y="39"/>
                    <a:pt x="128" y="39"/>
                  </a:cubicBezTo>
                  <a:cubicBezTo>
                    <a:pt x="128" y="39"/>
                    <a:pt x="128" y="38"/>
                    <a:pt x="127" y="38"/>
                  </a:cubicBezTo>
                  <a:cubicBezTo>
                    <a:pt x="127" y="38"/>
                    <a:pt x="127" y="38"/>
                    <a:pt x="127" y="38"/>
                  </a:cubicBezTo>
                  <a:cubicBezTo>
                    <a:pt x="116" y="16"/>
                    <a:pt x="91" y="0"/>
                    <a:pt x="64" y="0"/>
                  </a:cubicBezTo>
                  <a:cubicBezTo>
                    <a:pt x="37" y="0"/>
                    <a:pt x="12" y="16"/>
                    <a:pt x="0" y="38"/>
                  </a:cubicBezTo>
                  <a:cubicBezTo>
                    <a:pt x="0" y="38"/>
                    <a:pt x="0" y="38"/>
                    <a:pt x="0" y="38"/>
                  </a:cubicBezTo>
                  <a:cubicBezTo>
                    <a:pt x="0" y="38"/>
                    <a:pt x="0" y="38"/>
                    <a:pt x="0" y="39"/>
                  </a:cubicBezTo>
                  <a:cubicBezTo>
                    <a:pt x="0" y="39"/>
                    <a:pt x="0" y="39"/>
                    <a:pt x="0" y="39"/>
                  </a:cubicBezTo>
                  <a:cubicBezTo>
                    <a:pt x="0" y="39"/>
                    <a:pt x="0" y="40"/>
                    <a:pt x="0" y="40"/>
                  </a:cubicBezTo>
                  <a:cubicBezTo>
                    <a:pt x="0" y="40"/>
                    <a:pt x="0" y="41"/>
                    <a:pt x="0" y="41"/>
                  </a:cubicBezTo>
                  <a:cubicBezTo>
                    <a:pt x="0" y="41"/>
                    <a:pt x="0" y="41"/>
                    <a:pt x="0" y="41"/>
                  </a:cubicBezTo>
                  <a:cubicBezTo>
                    <a:pt x="0" y="41"/>
                    <a:pt x="0" y="41"/>
                    <a:pt x="0" y="42"/>
                  </a:cubicBezTo>
                  <a:cubicBezTo>
                    <a:pt x="0" y="42"/>
                    <a:pt x="0" y="42"/>
                    <a:pt x="0" y="42"/>
                  </a:cubicBezTo>
                  <a:cubicBezTo>
                    <a:pt x="12" y="64"/>
                    <a:pt x="37" y="80"/>
                    <a:pt x="64" y="80"/>
                  </a:cubicBezTo>
                  <a:cubicBezTo>
                    <a:pt x="91" y="80"/>
                    <a:pt x="116" y="64"/>
                    <a:pt x="127" y="42"/>
                  </a:cubicBezTo>
                  <a:cubicBezTo>
                    <a:pt x="127" y="42"/>
                    <a:pt x="127" y="42"/>
                    <a:pt x="127" y="42"/>
                  </a:cubicBezTo>
                  <a:cubicBezTo>
                    <a:pt x="128" y="41"/>
                    <a:pt x="128" y="41"/>
                    <a:pt x="128" y="41"/>
                  </a:cubicBezTo>
                  <a:cubicBezTo>
                    <a:pt x="128" y="41"/>
                    <a:pt x="128" y="41"/>
                    <a:pt x="128" y="41"/>
                  </a:cubicBezTo>
                  <a:cubicBezTo>
                    <a:pt x="128" y="41"/>
                    <a:pt x="128" y="40"/>
                    <a:pt x="128" y="40"/>
                  </a:cubicBezTo>
                  <a:cubicBezTo>
                    <a:pt x="128" y="40"/>
                    <a:pt x="128" y="39"/>
                    <a:pt x="128" y="39"/>
                  </a:cubicBezTo>
                  <a:close/>
                  <a:moveTo>
                    <a:pt x="64" y="72"/>
                  </a:moveTo>
                  <a:cubicBezTo>
                    <a:pt x="41" y="72"/>
                    <a:pt x="19" y="59"/>
                    <a:pt x="9" y="40"/>
                  </a:cubicBezTo>
                  <a:cubicBezTo>
                    <a:pt x="20" y="21"/>
                    <a:pt x="41" y="8"/>
                    <a:pt x="64" y="8"/>
                  </a:cubicBezTo>
                  <a:cubicBezTo>
                    <a:pt x="86" y="8"/>
                    <a:pt x="108" y="21"/>
                    <a:pt x="119" y="40"/>
                  </a:cubicBezTo>
                  <a:cubicBezTo>
                    <a:pt x="108" y="59"/>
                    <a:pt x="86" y="72"/>
                    <a:pt x="64" y="7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p>
              <a:pPr fontAlgn="auto">
                <a:defRPr/>
              </a:pPr>
              <a:endParaRPr lang="id-ID" sz="2400" strike="noStrike" noProof="1">
                <a:latin typeface="Roboto Condensed"/>
                <a:cs typeface="Roboto Condensed"/>
              </a:endParaRPr>
            </a:p>
          </p:txBody>
        </p:sp>
        <p:sp>
          <p:nvSpPr>
            <p:cNvPr id="60" name="Freeform 145"/>
            <p:cNvSpPr/>
            <p:nvPr/>
          </p:nvSpPr>
          <p:spPr bwMode="auto">
            <a:xfrm>
              <a:off x="190501" y="93663"/>
              <a:ext cx="68263" cy="69850"/>
            </a:xfrm>
            <a:custGeom>
              <a:avLst/>
              <a:gdLst>
                <a:gd name="T0" fmla="*/ 16 w 18"/>
                <a:gd name="T1" fmla="*/ 0 h 18"/>
                <a:gd name="T2" fmla="*/ 16 w 18"/>
                <a:gd name="T3" fmla="*/ 0 h 18"/>
                <a:gd name="T4" fmla="*/ 0 w 18"/>
                <a:gd name="T5" fmla="*/ 16 h 18"/>
                <a:gd name="T6" fmla="*/ 2 w 18"/>
                <a:gd name="T7" fmla="*/ 18 h 18"/>
                <a:gd name="T8" fmla="*/ 4 w 18"/>
                <a:gd name="T9" fmla="*/ 16 h 18"/>
                <a:gd name="T10" fmla="*/ 16 w 18"/>
                <a:gd name="T11" fmla="*/ 4 h 18"/>
                <a:gd name="T12" fmla="*/ 16 w 18"/>
                <a:gd name="T13" fmla="*/ 4 h 18"/>
                <a:gd name="T14" fmla="*/ 18 w 18"/>
                <a:gd name="T15" fmla="*/ 2 h 18"/>
                <a:gd name="T16" fmla="*/ 16 w 18"/>
                <a:gd name="T17"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 h="18">
                  <a:moveTo>
                    <a:pt x="16" y="0"/>
                  </a:moveTo>
                  <a:cubicBezTo>
                    <a:pt x="16" y="0"/>
                    <a:pt x="16" y="0"/>
                    <a:pt x="16" y="0"/>
                  </a:cubicBezTo>
                  <a:cubicBezTo>
                    <a:pt x="7" y="0"/>
                    <a:pt x="0" y="7"/>
                    <a:pt x="0" y="16"/>
                  </a:cubicBezTo>
                  <a:cubicBezTo>
                    <a:pt x="0" y="17"/>
                    <a:pt x="1" y="18"/>
                    <a:pt x="2" y="18"/>
                  </a:cubicBezTo>
                  <a:cubicBezTo>
                    <a:pt x="3" y="18"/>
                    <a:pt x="4" y="17"/>
                    <a:pt x="4" y="16"/>
                  </a:cubicBezTo>
                  <a:cubicBezTo>
                    <a:pt x="4" y="9"/>
                    <a:pt x="9" y="4"/>
                    <a:pt x="16" y="4"/>
                  </a:cubicBezTo>
                  <a:cubicBezTo>
                    <a:pt x="16" y="4"/>
                    <a:pt x="16" y="4"/>
                    <a:pt x="16" y="4"/>
                  </a:cubicBezTo>
                  <a:cubicBezTo>
                    <a:pt x="17" y="4"/>
                    <a:pt x="18" y="3"/>
                    <a:pt x="18" y="2"/>
                  </a:cubicBezTo>
                  <a:cubicBezTo>
                    <a:pt x="18" y="1"/>
                    <a:pt x="17" y="0"/>
                    <a:pt x="1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p>
              <a:pPr fontAlgn="auto">
                <a:defRPr/>
              </a:pPr>
              <a:endParaRPr lang="id-ID" sz="2400" strike="noStrike" noProof="1">
                <a:latin typeface="Roboto Condensed"/>
                <a:cs typeface="Roboto Condensed"/>
              </a:endParaRPr>
            </a:p>
          </p:txBody>
        </p:sp>
        <p:sp>
          <p:nvSpPr>
            <p:cNvPr id="61" name="Freeform 146"/>
            <p:cNvSpPr>
              <a:spLocks noEditPoints="1"/>
            </p:cNvSpPr>
            <p:nvPr/>
          </p:nvSpPr>
          <p:spPr bwMode="auto">
            <a:xfrm>
              <a:off x="144463" y="46038"/>
              <a:ext cx="214313" cy="219075"/>
            </a:xfrm>
            <a:custGeom>
              <a:avLst/>
              <a:gdLst>
                <a:gd name="T0" fmla="*/ 28 w 56"/>
                <a:gd name="T1" fmla="*/ 0 h 56"/>
                <a:gd name="T2" fmla="*/ 0 w 56"/>
                <a:gd name="T3" fmla="*/ 28 h 56"/>
                <a:gd name="T4" fmla="*/ 28 w 56"/>
                <a:gd name="T5" fmla="*/ 56 h 56"/>
                <a:gd name="T6" fmla="*/ 56 w 56"/>
                <a:gd name="T7" fmla="*/ 28 h 56"/>
                <a:gd name="T8" fmla="*/ 28 w 56"/>
                <a:gd name="T9" fmla="*/ 0 h 56"/>
                <a:gd name="T10" fmla="*/ 28 w 56"/>
                <a:gd name="T11" fmla="*/ 52 h 56"/>
                <a:gd name="T12" fmla="*/ 4 w 56"/>
                <a:gd name="T13" fmla="*/ 28 h 56"/>
                <a:gd name="T14" fmla="*/ 28 w 56"/>
                <a:gd name="T15" fmla="*/ 4 h 56"/>
                <a:gd name="T16" fmla="*/ 52 w 56"/>
                <a:gd name="T17" fmla="*/ 28 h 56"/>
                <a:gd name="T18" fmla="*/ 28 w 56"/>
                <a:gd name="T19" fmla="*/ 52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6" h="56">
                  <a:moveTo>
                    <a:pt x="28" y="0"/>
                  </a:moveTo>
                  <a:cubicBezTo>
                    <a:pt x="12" y="0"/>
                    <a:pt x="0" y="13"/>
                    <a:pt x="0" y="28"/>
                  </a:cubicBezTo>
                  <a:cubicBezTo>
                    <a:pt x="0" y="43"/>
                    <a:pt x="12" y="56"/>
                    <a:pt x="28" y="56"/>
                  </a:cubicBezTo>
                  <a:cubicBezTo>
                    <a:pt x="43" y="56"/>
                    <a:pt x="56" y="43"/>
                    <a:pt x="56" y="28"/>
                  </a:cubicBezTo>
                  <a:cubicBezTo>
                    <a:pt x="56" y="13"/>
                    <a:pt x="43" y="0"/>
                    <a:pt x="28" y="0"/>
                  </a:cubicBezTo>
                  <a:close/>
                  <a:moveTo>
                    <a:pt x="28" y="52"/>
                  </a:moveTo>
                  <a:cubicBezTo>
                    <a:pt x="15" y="52"/>
                    <a:pt x="4" y="41"/>
                    <a:pt x="4" y="28"/>
                  </a:cubicBezTo>
                  <a:cubicBezTo>
                    <a:pt x="4" y="15"/>
                    <a:pt x="15" y="4"/>
                    <a:pt x="28" y="4"/>
                  </a:cubicBezTo>
                  <a:cubicBezTo>
                    <a:pt x="41" y="4"/>
                    <a:pt x="52" y="15"/>
                    <a:pt x="52" y="28"/>
                  </a:cubicBezTo>
                  <a:cubicBezTo>
                    <a:pt x="52" y="41"/>
                    <a:pt x="41" y="52"/>
                    <a:pt x="28" y="5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p>
              <a:pPr fontAlgn="auto">
                <a:defRPr/>
              </a:pPr>
              <a:endParaRPr lang="id-ID" sz="2400" strike="noStrike" noProof="1">
                <a:latin typeface="Roboto Condensed"/>
                <a:cs typeface="Roboto Condensed"/>
              </a:endParaRPr>
            </a:p>
          </p:txBody>
        </p:sp>
      </p:grpSp>
      <p:pic>
        <p:nvPicPr>
          <p:cNvPr id="10262" name="图片 45" descr="财务"/>
          <p:cNvPicPr>
            <a:picLocks noChangeAspect="1"/>
          </p:cNvPicPr>
          <p:nvPr/>
        </p:nvPicPr>
        <p:blipFill>
          <a:blip r:embed="rId4"/>
          <a:stretch>
            <a:fillRect/>
          </a:stretch>
        </p:blipFill>
        <p:spPr>
          <a:xfrm>
            <a:off x="908050" y="2989263"/>
            <a:ext cx="260350" cy="304800"/>
          </a:xfrm>
          <a:prstGeom prst="rect">
            <a:avLst/>
          </a:prstGeom>
          <a:noFill/>
          <a:ln w="9525">
            <a:noFill/>
          </a:ln>
        </p:spPr>
      </p:pic>
      <p:pic>
        <p:nvPicPr>
          <p:cNvPr id="10263" name="图片 46" descr="远程协助"/>
          <p:cNvPicPr>
            <a:picLocks noChangeAspect="1"/>
          </p:cNvPicPr>
          <p:nvPr/>
        </p:nvPicPr>
        <p:blipFill>
          <a:blip r:embed="rId5"/>
          <a:stretch>
            <a:fillRect/>
          </a:stretch>
        </p:blipFill>
        <p:spPr>
          <a:xfrm>
            <a:off x="927100" y="4052888"/>
            <a:ext cx="279400" cy="279400"/>
          </a:xfrm>
          <a:prstGeom prst="rect">
            <a:avLst/>
          </a:prstGeom>
          <a:noFill/>
          <a:ln w="9525">
            <a:noFill/>
          </a:ln>
        </p:spPr>
      </p:pic>
      <p:pic>
        <p:nvPicPr>
          <p:cNvPr id="10264" name="图片 47" descr="共享"/>
          <p:cNvPicPr>
            <a:picLocks noChangeAspect="1"/>
          </p:cNvPicPr>
          <p:nvPr/>
        </p:nvPicPr>
        <p:blipFill>
          <a:blip r:embed="rId6"/>
          <a:stretch>
            <a:fillRect/>
          </a:stretch>
        </p:blipFill>
        <p:spPr>
          <a:xfrm>
            <a:off x="863600" y="5111750"/>
            <a:ext cx="406400" cy="406400"/>
          </a:xfrm>
          <a:prstGeom prst="rect">
            <a:avLst/>
          </a:prstGeom>
          <a:noFill/>
          <a:ln w="9525">
            <a:noFill/>
          </a:ln>
        </p:spPr>
      </p:pic>
      <p:pic>
        <p:nvPicPr>
          <p:cNvPr id="10265" name="图片 48" descr="盖章"/>
          <p:cNvPicPr>
            <a:picLocks noChangeAspect="1"/>
          </p:cNvPicPr>
          <p:nvPr/>
        </p:nvPicPr>
        <p:blipFill>
          <a:blip r:embed="rId7"/>
          <a:stretch>
            <a:fillRect/>
          </a:stretch>
        </p:blipFill>
        <p:spPr>
          <a:xfrm>
            <a:off x="6557963" y="3033713"/>
            <a:ext cx="227012" cy="266700"/>
          </a:xfrm>
          <a:prstGeom prst="rect">
            <a:avLst/>
          </a:prstGeom>
          <a:noFill/>
          <a:ln w="9525">
            <a:noFill/>
          </a:ln>
        </p:spPr>
      </p:pic>
      <p:pic>
        <p:nvPicPr>
          <p:cNvPr id="10266" name="图片 49" descr="数据 (1)"/>
          <p:cNvPicPr>
            <a:picLocks noChangeAspect="1"/>
          </p:cNvPicPr>
          <p:nvPr/>
        </p:nvPicPr>
        <p:blipFill>
          <a:blip r:embed="rId8"/>
          <a:stretch>
            <a:fillRect/>
          </a:stretch>
        </p:blipFill>
        <p:spPr>
          <a:xfrm>
            <a:off x="6577013" y="4084638"/>
            <a:ext cx="228600" cy="228600"/>
          </a:xfrm>
          <a:prstGeom prst="rect">
            <a:avLst/>
          </a:prstGeom>
          <a:noFill/>
          <a:ln w="9525">
            <a:noFill/>
          </a:ln>
        </p:spPr>
      </p:pic>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grpId="0" nodeType="after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p:cTn id="7" dur="500"/>
                                        <p:tgtEl>
                                          <p:spTgt spid="31"/>
                                        </p:tgtEl>
                                        <p:attrNameLst>
                                          <p:attrName>ppt_y</p:attrName>
                                        </p:attrNameLst>
                                      </p:cBhvr>
                                      <p:tavLst>
                                        <p:tav tm="0">
                                          <p:val>
                                            <p:strVal val="#ppt_y-#ppt_h*1.125000"/>
                                          </p:val>
                                        </p:tav>
                                        <p:tav tm="100000">
                                          <p:val>
                                            <p:strVal val="#ppt_y"/>
                                          </p:val>
                                        </p:tav>
                                      </p:tavLst>
                                    </p:anim>
                                    <p:animEffect transition="in" filter="wipe(down)">
                                      <p:cBhvr>
                                        <p:cTn id="8" dur="500"/>
                                        <p:tgtEl>
                                          <p:spTgt spid="31"/>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2"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wipe(right)">
                                      <p:cBhvr>
                                        <p:cTn id="13" dur="500"/>
                                        <p:tgtEl>
                                          <p:spTgt spid="3"/>
                                        </p:tgtEl>
                                      </p:cBhvr>
                                    </p:animEffect>
                                  </p:childTnLst>
                                </p:cTn>
                              </p:par>
                              <p:par>
                                <p:cTn id="14" presetID="22" presetClass="entr" presetSubtype="2" fill="hold" grpId="0" nodeType="withEffect">
                                  <p:stCondLst>
                                    <p:cond delay="0"/>
                                  </p:stCondLst>
                                  <p:childTnLst>
                                    <p:set>
                                      <p:cBhvr>
                                        <p:cTn id="15" dur="1" fill="hold">
                                          <p:stCondLst>
                                            <p:cond delay="0"/>
                                          </p:stCondLst>
                                        </p:cTn>
                                        <p:tgtEl>
                                          <p:spTgt spid="34"/>
                                        </p:tgtEl>
                                        <p:attrNameLst>
                                          <p:attrName>style.visibility</p:attrName>
                                        </p:attrNameLst>
                                      </p:cBhvr>
                                      <p:to>
                                        <p:strVal val="visible"/>
                                      </p:to>
                                    </p:set>
                                    <p:animEffect transition="in" filter="wipe(right)">
                                      <p:cBhvr>
                                        <p:cTn id="16" dur="500"/>
                                        <p:tgtEl>
                                          <p:spTgt spid="34"/>
                                        </p:tgtEl>
                                      </p:cBhvr>
                                    </p:animEffect>
                                  </p:childTnLst>
                                </p:cTn>
                              </p:par>
                              <p:par>
                                <p:cTn id="17" presetID="22" presetClass="entr" presetSubtype="2" fill="hold" grpId="0" nodeType="withEffect">
                                  <p:stCondLst>
                                    <p:cond delay="0"/>
                                  </p:stCondLst>
                                  <p:childTnLst>
                                    <p:set>
                                      <p:cBhvr>
                                        <p:cTn id="18" dur="1" fill="hold">
                                          <p:stCondLst>
                                            <p:cond delay="0"/>
                                          </p:stCondLst>
                                        </p:cTn>
                                        <p:tgtEl>
                                          <p:spTgt spid="35"/>
                                        </p:tgtEl>
                                        <p:attrNameLst>
                                          <p:attrName>style.visibility</p:attrName>
                                        </p:attrNameLst>
                                      </p:cBhvr>
                                      <p:to>
                                        <p:strVal val="visible"/>
                                      </p:to>
                                    </p:set>
                                    <p:animEffect transition="in" filter="wipe(right)">
                                      <p:cBhvr>
                                        <p:cTn id="19" dur="500"/>
                                        <p:tgtEl>
                                          <p:spTgt spid="35"/>
                                        </p:tgtEl>
                                      </p:cBhvr>
                                    </p:animEffect>
                                  </p:childTnLst>
                                </p:cTn>
                              </p:par>
                              <p:par>
                                <p:cTn id="20" presetID="22" presetClass="entr" presetSubtype="2" fill="hold" grpId="0" nodeType="with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wipe(right)">
                                      <p:cBhvr>
                                        <p:cTn id="22" dur="500"/>
                                        <p:tgtEl>
                                          <p:spTgt spid="36"/>
                                        </p:tgtEl>
                                      </p:cBhvr>
                                    </p:animEffect>
                                  </p:childTnLst>
                                </p:cTn>
                              </p:par>
                              <p:par>
                                <p:cTn id="23" presetID="22" presetClass="entr" presetSubtype="2" fill="hold" grpId="0" nodeType="withEffect">
                                  <p:stCondLst>
                                    <p:cond delay="0"/>
                                  </p:stCondLst>
                                  <p:childTnLst>
                                    <p:set>
                                      <p:cBhvr>
                                        <p:cTn id="24" dur="1" fill="hold">
                                          <p:stCondLst>
                                            <p:cond delay="0"/>
                                          </p:stCondLst>
                                        </p:cTn>
                                        <p:tgtEl>
                                          <p:spTgt spid="11272"/>
                                        </p:tgtEl>
                                        <p:attrNameLst>
                                          <p:attrName>style.visibility</p:attrName>
                                        </p:attrNameLst>
                                      </p:cBhvr>
                                      <p:to>
                                        <p:strVal val="visible"/>
                                      </p:to>
                                    </p:set>
                                    <p:animEffect transition="in" filter="wipe(right)">
                                      <p:cBhvr>
                                        <p:cTn id="25" dur="500"/>
                                        <p:tgtEl>
                                          <p:spTgt spid="11272"/>
                                        </p:tgtEl>
                                      </p:cBhvr>
                                    </p:animEffect>
                                  </p:childTnLst>
                                </p:cTn>
                              </p:par>
                              <p:par>
                                <p:cTn id="26" presetID="22" presetClass="entr" presetSubtype="2" fill="hold" grpId="0" nodeType="withEffect">
                                  <p:stCondLst>
                                    <p:cond delay="0"/>
                                  </p:stCondLst>
                                  <p:childTnLst>
                                    <p:set>
                                      <p:cBhvr>
                                        <p:cTn id="27" dur="1" fill="hold">
                                          <p:stCondLst>
                                            <p:cond delay="0"/>
                                          </p:stCondLst>
                                        </p:cTn>
                                        <p:tgtEl>
                                          <p:spTgt spid="11273"/>
                                        </p:tgtEl>
                                        <p:attrNameLst>
                                          <p:attrName>style.visibility</p:attrName>
                                        </p:attrNameLst>
                                      </p:cBhvr>
                                      <p:to>
                                        <p:strVal val="visible"/>
                                      </p:to>
                                    </p:set>
                                    <p:animEffect transition="in" filter="wipe(right)">
                                      <p:cBhvr>
                                        <p:cTn id="28" dur="500"/>
                                        <p:tgtEl>
                                          <p:spTgt spid="11273"/>
                                        </p:tgtEl>
                                      </p:cBhvr>
                                    </p:animEffect>
                                  </p:childTnLst>
                                </p:cTn>
                              </p:par>
                              <p:par>
                                <p:cTn id="29" presetID="22" presetClass="entr" presetSubtype="2" fill="hold" grpId="0" nodeType="withEffect">
                                  <p:stCondLst>
                                    <p:cond delay="0"/>
                                  </p:stCondLst>
                                  <p:childTnLst>
                                    <p:set>
                                      <p:cBhvr>
                                        <p:cTn id="30" dur="1" fill="hold">
                                          <p:stCondLst>
                                            <p:cond delay="0"/>
                                          </p:stCondLst>
                                        </p:cTn>
                                        <p:tgtEl>
                                          <p:spTgt spid="11274"/>
                                        </p:tgtEl>
                                        <p:attrNameLst>
                                          <p:attrName>style.visibility</p:attrName>
                                        </p:attrNameLst>
                                      </p:cBhvr>
                                      <p:to>
                                        <p:strVal val="visible"/>
                                      </p:to>
                                    </p:set>
                                    <p:animEffect transition="in" filter="wipe(right)">
                                      <p:cBhvr>
                                        <p:cTn id="31" dur="500"/>
                                        <p:tgtEl>
                                          <p:spTgt spid="11274"/>
                                        </p:tgtEl>
                                      </p:cBhvr>
                                    </p:animEffect>
                                  </p:childTnLst>
                                </p:cTn>
                              </p:par>
                              <p:par>
                                <p:cTn id="32" presetID="22" presetClass="entr" presetSubtype="2" fill="hold" grpId="0" nodeType="withEffect">
                                  <p:stCondLst>
                                    <p:cond delay="0"/>
                                  </p:stCondLst>
                                  <p:childTnLst>
                                    <p:set>
                                      <p:cBhvr>
                                        <p:cTn id="33" dur="1" fill="hold">
                                          <p:stCondLst>
                                            <p:cond delay="0"/>
                                          </p:stCondLst>
                                        </p:cTn>
                                        <p:tgtEl>
                                          <p:spTgt spid="11275"/>
                                        </p:tgtEl>
                                        <p:attrNameLst>
                                          <p:attrName>style.visibility</p:attrName>
                                        </p:attrNameLst>
                                      </p:cBhvr>
                                      <p:to>
                                        <p:strVal val="visible"/>
                                      </p:to>
                                    </p:set>
                                    <p:animEffect transition="in" filter="wipe(right)">
                                      <p:cBhvr>
                                        <p:cTn id="34" dur="500"/>
                                        <p:tgtEl>
                                          <p:spTgt spid="11275"/>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2" fill="hold" grpId="0" nodeType="clickEffect">
                                  <p:stCondLst>
                                    <p:cond delay="0"/>
                                  </p:stCondLst>
                                  <p:childTnLst>
                                    <p:set>
                                      <p:cBhvr>
                                        <p:cTn id="38" dur="1" fill="hold">
                                          <p:stCondLst>
                                            <p:cond delay="0"/>
                                          </p:stCondLst>
                                        </p:cTn>
                                        <p:tgtEl>
                                          <p:spTgt spid="37"/>
                                        </p:tgtEl>
                                        <p:attrNameLst>
                                          <p:attrName>style.visibility</p:attrName>
                                        </p:attrNameLst>
                                      </p:cBhvr>
                                      <p:to>
                                        <p:strVal val="visible"/>
                                      </p:to>
                                    </p:set>
                                    <p:animEffect transition="in" filter="wipe(right)">
                                      <p:cBhvr>
                                        <p:cTn id="39" dur="500"/>
                                        <p:tgtEl>
                                          <p:spTgt spid="37"/>
                                        </p:tgtEl>
                                      </p:cBhvr>
                                    </p:animEffect>
                                  </p:childTnLst>
                                </p:cTn>
                              </p:par>
                              <p:par>
                                <p:cTn id="40" presetID="22" presetClass="entr" presetSubtype="2" fill="hold" grpId="0" nodeType="withEffect">
                                  <p:stCondLst>
                                    <p:cond delay="0"/>
                                  </p:stCondLst>
                                  <p:childTnLst>
                                    <p:set>
                                      <p:cBhvr>
                                        <p:cTn id="41" dur="1" fill="hold">
                                          <p:stCondLst>
                                            <p:cond delay="0"/>
                                          </p:stCondLst>
                                        </p:cTn>
                                        <p:tgtEl>
                                          <p:spTgt spid="38"/>
                                        </p:tgtEl>
                                        <p:attrNameLst>
                                          <p:attrName>style.visibility</p:attrName>
                                        </p:attrNameLst>
                                      </p:cBhvr>
                                      <p:to>
                                        <p:strVal val="visible"/>
                                      </p:to>
                                    </p:set>
                                    <p:animEffect transition="in" filter="wipe(right)">
                                      <p:cBhvr>
                                        <p:cTn id="42" dur="500"/>
                                        <p:tgtEl>
                                          <p:spTgt spid="38"/>
                                        </p:tgtEl>
                                      </p:cBhvr>
                                    </p:animEffect>
                                  </p:childTnLst>
                                </p:cTn>
                              </p:par>
                              <p:par>
                                <p:cTn id="43" presetID="22" presetClass="entr" presetSubtype="2" fill="hold" grpId="0" nodeType="withEffect">
                                  <p:stCondLst>
                                    <p:cond delay="0"/>
                                  </p:stCondLst>
                                  <p:childTnLst>
                                    <p:set>
                                      <p:cBhvr>
                                        <p:cTn id="44" dur="1" fill="hold">
                                          <p:stCondLst>
                                            <p:cond delay="0"/>
                                          </p:stCondLst>
                                        </p:cTn>
                                        <p:tgtEl>
                                          <p:spTgt spid="39"/>
                                        </p:tgtEl>
                                        <p:attrNameLst>
                                          <p:attrName>style.visibility</p:attrName>
                                        </p:attrNameLst>
                                      </p:cBhvr>
                                      <p:to>
                                        <p:strVal val="visible"/>
                                      </p:to>
                                    </p:set>
                                    <p:animEffect transition="in" filter="wipe(right)">
                                      <p:cBhvr>
                                        <p:cTn id="45" dur="500"/>
                                        <p:tgtEl>
                                          <p:spTgt spid="39"/>
                                        </p:tgtEl>
                                      </p:cBhvr>
                                    </p:animEffect>
                                  </p:childTnLst>
                                </p:cTn>
                              </p:par>
                              <p:par>
                                <p:cTn id="46" presetID="22" presetClass="entr" presetSubtype="2" fill="hold" grpId="0" nodeType="withEffect">
                                  <p:stCondLst>
                                    <p:cond delay="0"/>
                                  </p:stCondLst>
                                  <p:childTnLst>
                                    <p:set>
                                      <p:cBhvr>
                                        <p:cTn id="47" dur="1" fill="hold">
                                          <p:stCondLst>
                                            <p:cond delay="0"/>
                                          </p:stCondLst>
                                        </p:cTn>
                                        <p:tgtEl>
                                          <p:spTgt spid="40"/>
                                        </p:tgtEl>
                                        <p:attrNameLst>
                                          <p:attrName>style.visibility</p:attrName>
                                        </p:attrNameLst>
                                      </p:cBhvr>
                                      <p:to>
                                        <p:strVal val="visible"/>
                                      </p:to>
                                    </p:set>
                                    <p:animEffect transition="in" filter="wipe(right)">
                                      <p:cBhvr>
                                        <p:cTn id="48" dur="500"/>
                                        <p:tgtEl>
                                          <p:spTgt spid="40"/>
                                        </p:tgtEl>
                                      </p:cBhvr>
                                    </p:animEffect>
                                  </p:childTnLst>
                                </p:cTn>
                              </p:par>
                              <p:par>
                                <p:cTn id="49" presetID="22" presetClass="entr" presetSubtype="2" fill="hold" grpId="0" nodeType="withEffect">
                                  <p:stCondLst>
                                    <p:cond delay="0"/>
                                  </p:stCondLst>
                                  <p:childTnLst>
                                    <p:set>
                                      <p:cBhvr>
                                        <p:cTn id="50" dur="1" fill="hold">
                                          <p:stCondLst>
                                            <p:cond delay="0"/>
                                          </p:stCondLst>
                                        </p:cTn>
                                        <p:tgtEl>
                                          <p:spTgt spid="41"/>
                                        </p:tgtEl>
                                        <p:attrNameLst>
                                          <p:attrName>style.visibility</p:attrName>
                                        </p:attrNameLst>
                                      </p:cBhvr>
                                      <p:to>
                                        <p:strVal val="visible"/>
                                      </p:to>
                                    </p:set>
                                    <p:animEffect transition="in" filter="wipe(right)">
                                      <p:cBhvr>
                                        <p:cTn id="51" dur="500"/>
                                        <p:tgtEl>
                                          <p:spTgt spid="41"/>
                                        </p:tgtEl>
                                      </p:cBhvr>
                                    </p:animEffect>
                                  </p:childTnLst>
                                </p:cTn>
                              </p:par>
                              <p:par>
                                <p:cTn id="52" presetID="22" presetClass="entr" presetSubtype="2" fill="hold" grpId="0" nodeType="withEffect">
                                  <p:stCondLst>
                                    <p:cond delay="0"/>
                                  </p:stCondLst>
                                  <p:childTnLst>
                                    <p:set>
                                      <p:cBhvr>
                                        <p:cTn id="53" dur="1" fill="hold">
                                          <p:stCondLst>
                                            <p:cond delay="0"/>
                                          </p:stCondLst>
                                        </p:cTn>
                                        <p:tgtEl>
                                          <p:spTgt spid="42"/>
                                        </p:tgtEl>
                                        <p:attrNameLst>
                                          <p:attrName>style.visibility</p:attrName>
                                        </p:attrNameLst>
                                      </p:cBhvr>
                                      <p:to>
                                        <p:strVal val="visible"/>
                                      </p:to>
                                    </p:set>
                                    <p:animEffect transition="in" filter="wipe(right)">
                                      <p:cBhvr>
                                        <p:cTn id="54" dur="500"/>
                                        <p:tgtEl>
                                          <p:spTgt spid="42"/>
                                        </p:tgtEl>
                                      </p:cBhvr>
                                    </p:animEffect>
                                  </p:childTnLst>
                                </p:cTn>
                              </p:par>
                              <p:par>
                                <p:cTn id="55" presetID="22" presetClass="entr" presetSubtype="2" fill="hold" grpId="0" nodeType="withEffect">
                                  <p:stCondLst>
                                    <p:cond delay="0"/>
                                  </p:stCondLst>
                                  <p:childTnLst>
                                    <p:set>
                                      <p:cBhvr>
                                        <p:cTn id="56" dur="1" fill="hold">
                                          <p:stCondLst>
                                            <p:cond delay="0"/>
                                          </p:stCondLst>
                                        </p:cTn>
                                        <p:tgtEl>
                                          <p:spTgt spid="43"/>
                                        </p:tgtEl>
                                        <p:attrNameLst>
                                          <p:attrName>style.visibility</p:attrName>
                                        </p:attrNameLst>
                                      </p:cBhvr>
                                      <p:to>
                                        <p:strVal val="visible"/>
                                      </p:to>
                                    </p:set>
                                    <p:animEffect transition="in" filter="wipe(right)">
                                      <p:cBhvr>
                                        <p:cTn id="57" dur="500"/>
                                        <p:tgtEl>
                                          <p:spTgt spid="43"/>
                                        </p:tgtEl>
                                      </p:cBhvr>
                                    </p:animEffect>
                                  </p:childTnLst>
                                </p:cTn>
                              </p:par>
                              <p:par>
                                <p:cTn id="58" presetID="22" presetClass="entr" presetSubtype="2" fill="hold" grpId="0" nodeType="withEffect">
                                  <p:stCondLst>
                                    <p:cond delay="0"/>
                                  </p:stCondLst>
                                  <p:childTnLst>
                                    <p:set>
                                      <p:cBhvr>
                                        <p:cTn id="59" dur="1" fill="hold">
                                          <p:stCondLst>
                                            <p:cond delay="0"/>
                                          </p:stCondLst>
                                        </p:cTn>
                                        <p:tgtEl>
                                          <p:spTgt spid="44"/>
                                        </p:tgtEl>
                                        <p:attrNameLst>
                                          <p:attrName>style.visibility</p:attrName>
                                        </p:attrNameLst>
                                      </p:cBhvr>
                                      <p:to>
                                        <p:strVal val="visible"/>
                                      </p:to>
                                    </p:set>
                                    <p:animEffect transition="in" filter="wipe(right)">
                                      <p:cBhvr>
                                        <p:cTn id="60" dur="500"/>
                                        <p:tgtEl>
                                          <p:spTgt spid="44"/>
                                        </p:tgtEl>
                                      </p:cBhvr>
                                    </p:animEffect>
                                  </p:childTnLst>
                                </p:cTn>
                              </p:par>
                              <p:par>
                                <p:cTn id="61" presetID="22" presetClass="entr" presetSubtype="8" fill="hold" nodeType="withEffect">
                                  <p:stCondLst>
                                    <p:cond delay="0"/>
                                  </p:stCondLst>
                                  <p:childTnLst>
                                    <p:set>
                                      <p:cBhvr>
                                        <p:cTn id="62" dur="1" fill="hold">
                                          <p:stCondLst>
                                            <p:cond delay="0"/>
                                          </p:stCondLst>
                                        </p:cTn>
                                        <p:tgtEl>
                                          <p:spTgt spid="58"/>
                                        </p:tgtEl>
                                        <p:attrNameLst>
                                          <p:attrName>style.visibility</p:attrName>
                                        </p:attrNameLst>
                                      </p:cBhvr>
                                      <p:to>
                                        <p:strVal val="visible"/>
                                      </p:to>
                                    </p:set>
                                    <p:animEffect transition="in" filter="wipe(left)">
                                      <p:cBhvr>
                                        <p:cTn id="63" dur="15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3" grpId="0" bldLvl="0" animBg="1"/>
      <p:bldP spid="34" grpId="0" bldLvl="0" animBg="1"/>
      <p:bldP spid="35" grpId="0" bldLvl="0" animBg="1"/>
      <p:bldP spid="36" grpId="0" bldLvl="0" animBg="1"/>
      <p:bldP spid="11272" grpId="0"/>
      <p:bldP spid="11273" grpId="0"/>
      <p:bldP spid="11274" grpId="0"/>
      <p:bldP spid="11275" grpId="0"/>
      <p:bldP spid="37" grpId="0" bldLvl="0" animBg="1"/>
      <p:bldP spid="38" grpId="0" bldLvl="0" animBg="1"/>
      <p:bldP spid="39" grpId="0" bldLvl="0" animBg="1"/>
      <p:bldP spid="40" grpId="0" bldLvl="0" animBg="1"/>
      <p:bldP spid="41" grpId="0"/>
      <p:bldP spid="42" grpId="0"/>
      <p:bldP spid="43" grpId="0"/>
      <p:bldP spid="4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 name="PA-文本框 10"/>
          <p:cNvSpPr txBox="1"/>
          <p:nvPr>
            <p:custDataLst>
              <p:tags r:id="rId1"/>
            </p:custDataLst>
          </p:nvPr>
        </p:nvSpPr>
        <p:spPr>
          <a:xfrm>
            <a:off x="862013" y="30163"/>
            <a:ext cx="3254375" cy="450850"/>
          </a:xfrm>
          <a:prstGeom prst="rect">
            <a:avLst/>
          </a:prstGeom>
          <a:noFill/>
          <a:ln w="9525">
            <a:noFill/>
          </a:ln>
        </p:spPr>
        <p:txBody>
          <a:bodyPr wrap="square" anchor="t" anchorCtr="0">
            <a:spAutoFit/>
          </a:bodyPr>
          <a:p>
            <a:pPr>
              <a:lnSpc>
                <a:spcPct val="130000"/>
              </a:lnSpc>
            </a:pPr>
            <a:r>
              <a:rPr lang="en-US" altLang="zh-CN" b="1" dirty="0">
                <a:latin typeface="微软雅黑" panose="020B0503020204020204" pitchFamily="34" charset="-122"/>
                <a:ea typeface="微软雅黑" panose="020B0503020204020204" pitchFamily="34" charset="-122"/>
              </a:rPr>
              <a:t>e</a:t>
            </a:r>
            <a:r>
              <a:rPr lang="zh-CN" altLang="en-US" b="1" dirty="0">
                <a:latin typeface="微软雅黑" panose="020B0503020204020204" pitchFamily="34" charset="-122"/>
                <a:ea typeface="微软雅黑" panose="020B0503020204020204" pitchFamily="34" charset="-122"/>
              </a:rPr>
              <a:t>律师是什么</a:t>
            </a:r>
            <a:endParaRPr lang="zh-CN" altLang="en-US" b="1" dirty="0">
              <a:latin typeface="微软雅黑" panose="020B0503020204020204" pitchFamily="34" charset="-122"/>
              <a:ea typeface="微软雅黑" panose="020B0503020204020204" pitchFamily="34" charset="-122"/>
            </a:endParaRPr>
          </a:p>
        </p:txBody>
      </p:sp>
      <p:pic>
        <p:nvPicPr>
          <p:cNvPr id="33" name="图片 32"/>
          <p:cNvPicPr>
            <a:picLocks noChangeAspect="1"/>
          </p:cNvPicPr>
          <p:nvPr/>
        </p:nvPicPr>
        <p:blipFill>
          <a:blip r:embed="rId2" cstate="screen"/>
          <a:srcRect l="35490" b="47335"/>
          <a:stretch>
            <a:fillRect/>
          </a:stretch>
        </p:blipFill>
        <p:spPr>
          <a:xfrm rot="10800000" flipH="1">
            <a:off x="0" y="0"/>
            <a:ext cx="1129890" cy="842443"/>
          </a:xfrm>
          <a:custGeom>
            <a:avLst/>
            <a:gdLst>
              <a:gd name="connsiteX0" fmla="*/ 0 w 6539008"/>
              <a:gd name="connsiteY0" fmla="*/ 0 h 4875469"/>
              <a:gd name="connsiteX1" fmla="*/ 6539008 w 6539008"/>
              <a:gd name="connsiteY1" fmla="*/ 0 h 4875469"/>
              <a:gd name="connsiteX2" fmla="*/ 6539008 w 6539008"/>
              <a:gd name="connsiteY2" fmla="*/ 4875469 h 4875469"/>
              <a:gd name="connsiteX3" fmla="*/ 0 w 6539008"/>
              <a:gd name="connsiteY3" fmla="*/ 4875469 h 4875469"/>
            </a:gdLst>
            <a:ahLst/>
            <a:cxnLst>
              <a:cxn ang="0">
                <a:pos x="connsiteX0" y="connsiteY0"/>
              </a:cxn>
              <a:cxn ang="0">
                <a:pos x="connsiteX1" y="connsiteY1"/>
              </a:cxn>
              <a:cxn ang="0">
                <a:pos x="connsiteX2" y="connsiteY2"/>
              </a:cxn>
              <a:cxn ang="0">
                <a:pos x="connsiteX3" y="connsiteY3"/>
              </a:cxn>
            </a:cxnLst>
            <a:rect l="l" t="t" r="r" b="b"/>
            <a:pathLst>
              <a:path w="6539008" h="4875469">
                <a:moveTo>
                  <a:pt x="0" y="0"/>
                </a:moveTo>
                <a:lnTo>
                  <a:pt x="6539008" y="0"/>
                </a:lnTo>
                <a:lnTo>
                  <a:pt x="6539008" y="4875469"/>
                </a:lnTo>
                <a:lnTo>
                  <a:pt x="0" y="4875469"/>
                </a:lnTo>
                <a:close/>
              </a:path>
            </a:pathLst>
          </a:custGeom>
        </p:spPr>
      </p:pic>
      <p:grpSp>
        <p:nvGrpSpPr>
          <p:cNvPr id="3" name="Group 1"/>
          <p:cNvGrpSpPr/>
          <p:nvPr/>
        </p:nvGrpSpPr>
        <p:grpSpPr>
          <a:xfrm>
            <a:off x="5594350" y="1781175"/>
            <a:ext cx="5994400" cy="3327400"/>
            <a:chOff x="1154113" y="2038815"/>
            <a:chExt cx="4040774" cy="2215331"/>
          </a:xfrm>
        </p:grpSpPr>
        <p:pic>
          <p:nvPicPr>
            <p:cNvPr id="11268" name="Picture 6"/>
            <p:cNvPicPr>
              <a:picLocks noChangeAspect="1"/>
            </p:cNvPicPr>
            <p:nvPr/>
          </p:nvPicPr>
          <p:blipFill>
            <a:blip r:embed="rId3"/>
            <a:stretch>
              <a:fillRect/>
            </a:stretch>
          </p:blipFill>
          <p:spPr>
            <a:xfrm>
              <a:off x="1154113" y="2038815"/>
              <a:ext cx="4040774" cy="2215331"/>
            </a:xfrm>
            <a:prstGeom prst="rect">
              <a:avLst/>
            </a:prstGeom>
            <a:noFill/>
            <a:ln w="9525">
              <a:noFill/>
            </a:ln>
          </p:spPr>
        </p:pic>
        <p:sp>
          <p:nvSpPr>
            <p:cNvPr id="35" name="Rectangle 3"/>
            <p:cNvSpPr/>
            <p:nvPr/>
          </p:nvSpPr>
          <p:spPr>
            <a:xfrm>
              <a:off x="1739900" y="2178050"/>
              <a:ext cx="2851150" cy="179705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auto"/>
              <a:endParaRPr lang="en-US" strike="noStrike" noProof="1">
                <a:solidFill>
                  <a:schemeClr val="tx1"/>
                </a:solidFill>
                <a:latin typeface="思源黑体" panose="020B0400000000000000" pitchFamily="34" charset="-122"/>
                <a:ea typeface="思源黑体" panose="020B0400000000000000" pitchFamily="34" charset="-122"/>
                <a:sym typeface="思源黑体" panose="020B0400000000000000" pitchFamily="34" charset="-122"/>
              </a:endParaRPr>
            </a:p>
          </p:txBody>
        </p:sp>
      </p:grpSp>
      <p:pic>
        <p:nvPicPr>
          <p:cNvPr id="36" name="图片占位符 6" descr="C:\Users\Administrator\Desktop\13.png13"/>
          <p:cNvPicPr>
            <a:picLocks noGrp="1" noChangeAspect="1"/>
          </p:cNvPicPr>
          <p:nvPr/>
        </p:nvPicPr>
        <p:blipFill>
          <a:blip r:embed="rId4"/>
          <a:srcRect/>
          <a:stretch>
            <a:fillRect/>
          </a:stretch>
        </p:blipFill>
        <p:spPr>
          <a:xfrm>
            <a:off x="6471919" y="1990090"/>
            <a:ext cx="4279266" cy="2698750"/>
          </a:xfrm>
          <a:custGeom>
            <a:avLst/>
            <a:gdLst>
              <a:gd name="connsiteX0" fmla="*/ 0 w 4230401"/>
              <a:gd name="connsiteY0" fmla="*/ 0 h 2698763"/>
              <a:gd name="connsiteX1" fmla="*/ 4230401 w 4230401"/>
              <a:gd name="connsiteY1" fmla="*/ 0 h 2698763"/>
              <a:gd name="connsiteX2" fmla="*/ 4230401 w 4230401"/>
              <a:gd name="connsiteY2" fmla="*/ 2698763 h 2698763"/>
              <a:gd name="connsiteX3" fmla="*/ 0 w 4230401"/>
              <a:gd name="connsiteY3" fmla="*/ 2698763 h 2698763"/>
            </a:gdLst>
            <a:ahLst/>
            <a:cxnLst>
              <a:cxn ang="0">
                <a:pos x="connsiteX0" y="connsiteY0"/>
              </a:cxn>
              <a:cxn ang="0">
                <a:pos x="connsiteX1" y="connsiteY1"/>
              </a:cxn>
              <a:cxn ang="0">
                <a:pos x="connsiteX2" y="connsiteY2"/>
              </a:cxn>
              <a:cxn ang="0">
                <a:pos x="connsiteX3" y="connsiteY3"/>
              </a:cxn>
            </a:cxnLst>
            <a:rect l="l" t="t" r="r" b="b"/>
            <a:pathLst>
              <a:path w="4230401" h="2698763">
                <a:moveTo>
                  <a:pt x="0" y="0"/>
                </a:moveTo>
                <a:lnTo>
                  <a:pt x="4230401" y="0"/>
                </a:lnTo>
                <a:lnTo>
                  <a:pt x="4230401" y="2698763"/>
                </a:lnTo>
                <a:lnTo>
                  <a:pt x="0" y="2698763"/>
                </a:lnTo>
                <a:close/>
              </a:path>
            </a:pathLst>
          </a:custGeom>
        </p:spPr>
      </p:pic>
      <p:sp>
        <p:nvSpPr>
          <p:cNvPr id="11271" name="文本框 36"/>
          <p:cNvSpPr txBox="1"/>
          <p:nvPr/>
        </p:nvSpPr>
        <p:spPr>
          <a:xfrm>
            <a:off x="862330" y="1678305"/>
            <a:ext cx="4354830" cy="3322955"/>
          </a:xfrm>
          <a:prstGeom prst="rect">
            <a:avLst/>
          </a:prstGeom>
          <a:noFill/>
          <a:ln w="9525">
            <a:noFill/>
          </a:ln>
        </p:spPr>
        <p:txBody>
          <a:bodyPr wrap="square" anchor="t" anchorCtr="0">
            <a:spAutoFit/>
          </a:bodyPr>
          <a:p>
            <a:pPr algn="just">
              <a:lnSpc>
                <a:spcPct val="150000"/>
              </a:lnSpc>
            </a:pPr>
            <a:r>
              <a:rPr lang="en-US" altLang="zh-CN" sz="1400" dirty="0">
                <a:latin typeface="Arial" panose="020B0604020202020204" pitchFamily="34" charset="0"/>
                <a:ea typeface="微软雅黑" panose="020B0503020204020204" pitchFamily="34" charset="-122"/>
                <a:sym typeface="思源黑体" panose="020B0400000000000000" pitchFamily="34" charset="-122"/>
              </a:rPr>
              <a:t>      </a:t>
            </a:r>
            <a:r>
              <a:rPr lang="zh-CN" altLang="en-US" sz="1400" dirty="0">
                <a:latin typeface="Arial" panose="020B0604020202020204" pitchFamily="34" charset="0"/>
                <a:ea typeface="微软雅黑" panose="020B0503020204020204" pitchFamily="34" charset="-122"/>
                <a:sym typeface="思源黑体" panose="020B0400000000000000" pitchFamily="34" charset="-122"/>
              </a:rPr>
              <a:t>“e律师”是由浙江律联信息科技有限公司历时八年研发，专注于为律所打造的数字化平台，集合人（管理/协作）、财（财务）、务（业务）三位于一体，帮助律所实现业务联动、数据分析，为律所经营管理提供全面的、一体化的IT支撑，同时实现律师个人和团队的高效协作。</a:t>
            </a:r>
            <a:endParaRPr lang="zh-CN" altLang="en-US" sz="1400" dirty="0">
              <a:latin typeface="Arial" panose="020B0604020202020204" pitchFamily="34" charset="0"/>
              <a:ea typeface="微软雅黑" panose="020B0503020204020204" pitchFamily="34" charset="-122"/>
              <a:sym typeface="思源黑体" panose="020B0400000000000000" pitchFamily="34" charset="-122"/>
            </a:endParaRPr>
          </a:p>
          <a:p>
            <a:pPr algn="just">
              <a:lnSpc>
                <a:spcPct val="150000"/>
              </a:lnSpc>
            </a:pPr>
            <a:endParaRPr lang="zh-CN" altLang="en-US" sz="1400" dirty="0">
              <a:latin typeface="Arial" panose="020B0604020202020204" pitchFamily="34" charset="0"/>
              <a:ea typeface="微软雅黑" panose="020B0503020204020204" pitchFamily="34" charset="-122"/>
              <a:sym typeface="思源黑体" panose="020B0400000000000000" pitchFamily="34" charset="-122"/>
            </a:endParaRPr>
          </a:p>
          <a:p>
            <a:pPr algn="just">
              <a:lnSpc>
                <a:spcPct val="150000"/>
              </a:lnSpc>
            </a:pPr>
            <a:r>
              <a:rPr lang="en-US" altLang="zh-CN" sz="1400" dirty="0">
                <a:latin typeface="Arial" panose="020B0604020202020204" pitchFamily="34" charset="0"/>
                <a:ea typeface="微软雅黑" panose="020B0503020204020204" pitchFamily="34" charset="-122"/>
                <a:sym typeface="思源黑体" panose="020B0400000000000000" pitchFamily="34" charset="-122"/>
              </a:rPr>
              <a:t>       </a:t>
            </a:r>
            <a:r>
              <a:rPr lang="zh-CN" altLang="en-US" sz="1400" dirty="0">
                <a:latin typeface="Arial" panose="020B0604020202020204" pitchFamily="34" charset="0"/>
                <a:ea typeface="微软雅黑" panose="020B0503020204020204" pitchFamily="34" charset="-122"/>
                <a:sym typeface="思源黑体" panose="020B0400000000000000" pitchFamily="34" charset="-122"/>
              </a:rPr>
              <a:t>“e律师”集成了OA、CRM、财务、文档、时间管理（日程、任务）项目管理、统计分析、案源、协作等。</a:t>
            </a:r>
            <a:endParaRPr lang="zh-CN" altLang="en-US" sz="1400" dirty="0">
              <a:latin typeface="Arial" panose="020B0604020202020204" pitchFamily="34" charset="0"/>
              <a:ea typeface="微软雅黑" panose="020B0503020204020204" pitchFamily="34" charset="-122"/>
            </a:endParaRPr>
          </a:p>
        </p:txBody>
      </p:sp>
      <p:cxnSp>
        <p:nvCxnSpPr>
          <p:cNvPr id="38" name="Straight Connector 10"/>
          <p:cNvCxnSpPr/>
          <p:nvPr/>
        </p:nvCxnSpPr>
        <p:spPr>
          <a:xfrm>
            <a:off x="0" y="5578475"/>
            <a:ext cx="12192000" cy="0"/>
          </a:xfrm>
          <a:prstGeom prst="line">
            <a:avLst/>
          </a:prstGeom>
          <a:ln w="38100">
            <a:solidFill>
              <a:srgbClr val="040404"/>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grpId="0" nodeType="after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p:cTn id="7" dur="500"/>
                                        <p:tgtEl>
                                          <p:spTgt spid="31"/>
                                        </p:tgtEl>
                                        <p:attrNameLst>
                                          <p:attrName>ppt_y</p:attrName>
                                        </p:attrNameLst>
                                      </p:cBhvr>
                                      <p:tavLst>
                                        <p:tav tm="0">
                                          <p:val>
                                            <p:strVal val="#ppt_y-#ppt_h*1.125000"/>
                                          </p:val>
                                        </p:tav>
                                        <p:tav tm="100000">
                                          <p:val>
                                            <p:strVal val="#ppt_y"/>
                                          </p:val>
                                        </p:tav>
                                      </p:tavLst>
                                    </p:anim>
                                    <p:animEffect transition="in" filter="wipe(down)">
                                      <p:cBhvr>
                                        <p:cTn id="8" dur="500"/>
                                        <p:tgtEl>
                                          <p:spTgt spid="31"/>
                                        </p:tgtEl>
                                      </p:cBhvr>
                                    </p:animEffect>
                                  </p:childTnLst>
                                </p:cTn>
                              </p:par>
                            </p:childTnLst>
                          </p:cTn>
                        </p:par>
                        <p:par>
                          <p:cTn id="9" fill="hold">
                            <p:stCondLst>
                              <p:cond delay="500"/>
                            </p:stCondLst>
                            <p:childTnLst>
                              <p:par>
                                <p:cTn id="10" presetID="42" presetClass="entr" presetSubtype="0" fill="hold" nodeType="after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childTnLst>
                          </p:cTn>
                        </p:par>
                        <p:par>
                          <p:cTn id="15" fill="hold">
                            <p:stCondLst>
                              <p:cond delay="1500"/>
                            </p:stCondLst>
                            <p:childTnLst>
                              <p:par>
                                <p:cTn id="16" presetID="42" presetClass="entr" presetSubtype="0" fill="hold" nodeType="afterEffect">
                                  <p:stCondLst>
                                    <p:cond delay="0"/>
                                  </p:stCondLst>
                                  <p:childTnLst>
                                    <p:set>
                                      <p:cBhvr>
                                        <p:cTn id="17" dur="1" fill="hold">
                                          <p:stCondLst>
                                            <p:cond delay="0"/>
                                          </p:stCondLst>
                                        </p:cTn>
                                        <p:tgtEl>
                                          <p:spTgt spid="36"/>
                                        </p:tgtEl>
                                        <p:attrNameLst>
                                          <p:attrName>style.visibility</p:attrName>
                                        </p:attrNameLst>
                                      </p:cBhvr>
                                      <p:to>
                                        <p:strVal val="visible"/>
                                      </p:to>
                                    </p:set>
                                    <p:animEffect transition="in" filter="fade">
                                      <p:cBhvr>
                                        <p:cTn id="18" dur="1000"/>
                                        <p:tgtEl>
                                          <p:spTgt spid="36"/>
                                        </p:tgtEl>
                                      </p:cBhvr>
                                    </p:animEffect>
                                    <p:anim calcmode="lin" valueType="num">
                                      <p:cBhvr>
                                        <p:cTn id="19" dur="1000" fill="hold"/>
                                        <p:tgtEl>
                                          <p:spTgt spid="36"/>
                                        </p:tgtEl>
                                        <p:attrNameLst>
                                          <p:attrName>ppt_x</p:attrName>
                                        </p:attrNameLst>
                                      </p:cBhvr>
                                      <p:tavLst>
                                        <p:tav tm="0">
                                          <p:val>
                                            <p:strVal val="#ppt_x"/>
                                          </p:val>
                                        </p:tav>
                                        <p:tav tm="100000">
                                          <p:val>
                                            <p:strVal val="#ppt_x"/>
                                          </p:val>
                                        </p:tav>
                                      </p:tavLst>
                                    </p:anim>
                                    <p:anim calcmode="lin" valueType="num">
                                      <p:cBhvr>
                                        <p:cTn id="20" dur="1000" fill="hold"/>
                                        <p:tgtEl>
                                          <p:spTgt spid="3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 name="PA-文本框 10"/>
          <p:cNvSpPr txBox="1"/>
          <p:nvPr>
            <p:custDataLst>
              <p:tags r:id="rId1"/>
            </p:custDataLst>
          </p:nvPr>
        </p:nvSpPr>
        <p:spPr>
          <a:xfrm>
            <a:off x="862013" y="30163"/>
            <a:ext cx="3254375" cy="450850"/>
          </a:xfrm>
          <a:prstGeom prst="rect">
            <a:avLst/>
          </a:prstGeom>
          <a:noFill/>
          <a:ln w="9525">
            <a:noFill/>
          </a:ln>
        </p:spPr>
        <p:txBody>
          <a:bodyPr wrap="square" anchor="t" anchorCtr="0">
            <a:spAutoFit/>
          </a:bodyPr>
          <a:p>
            <a:pPr>
              <a:lnSpc>
                <a:spcPct val="130000"/>
              </a:lnSpc>
            </a:pPr>
            <a:r>
              <a:rPr lang="en-US" altLang="zh-CN" b="1" dirty="0">
                <a:latin typeface="微软雅黑" panose="020B0503020204020204" pitchFamily="34" charset="-122"/>
                <a:ea typeface="微软雅黑" panose="020B0503020204020204" pitchFamily="34" charset="-122"/>
              </a:rPr>
              <a:t>e</a:t>
            </a:r>
            <a:r>
              <a:rPr lang="zh-CN" altLang="en-US" b="1" dirty="0">
                <a:latin typeface="微软雅黑" panose="020B0503020204020204" pitchFamily="34" charset="-122"/>
                <a:ea typeface="微软雅黑" panose="020B0503020204020204" pitchFamily="34" charset="-122"/>
              </a:rPr>
              <a:t>律师有什么</a:t>
            </a:r>
            <a:endParaRPr lang="zh-CN" altLang="en-US" b="1" dirty="0">
              <a:latin typeface="微软雅黑" panose="020B0503020204020204" pitchFamily="34" charset="-122"/>
              <a:ea typeface="微软雅黑" panose="020B0503020204020204" pitchFamily="34" charset="-122"/>
            </a:endParaRPr>
          </a:p>
        </p:txBody>
      </p:sp>
      <p:pic>
        <p:nvPicPr>
          <p:cNvPr id="33" name="图片 32"/>
          <p:cNvPicPr>
            <a:picLocks noChangeAspect="1"/>
          </p:cNvPicPr>
          <p:nvPr/>
        </p:nvPicPr>
        <p:blipFill>
          <a:blip r:embed="rId2" cstate="screen"/>
          <a:srcRect l="35490" b="47335"/>
          <a:stretch>
            <a:fillRect/>
          </a:stretch>
        </p:blipFill>
        <p:spPr>
          <a:xfrm rot="10800000" flipH="1">
            <a:off x="0" y="0"/>
            <a:ext cx="1129890" cy="842443"/>
          </a:xfrm>
          <a:custGeom>
            <a:avLst/>
            <a:gdLst>
              <a:gd name="connsiteX0" fmla="*/ 0 w 6539008"/>
              <a:gd name="connsiteY0" fmla="*/ 0 h 4875469"/>
              <a:gd name="connsiteX1" fmla="*/ 6539008 w 6539008"/>
              <a:gd name="connsiteY1" fmla="*/ 0 h 4875469"/>
              <a:gd name="connsiteX2" fmla="*/ 6539008 w 6539008"/>
              <a:gd name="connsiteY2" fmla="*/ 4875469 h 4875469"/>
              <a:gd name="connsiteX3" fmla="*/ 0 w 6539008"/>
              <a:gd name="connsiteY3" fmla="*/ 4875469 h 4875469"/>
            </a:gdLst>
            <a:ahLst/>
            <a:cxnLst>
              <a:cxn ang="0">
                <a:pos x="connsiteX0" y="connsiteY0"/>
              </a:cxn>
              <a:cxn ang="0">
                <a:pos x="connsiteX1" y="connsiteY1"/>
              </a:cxn>
              <a:cxn ang="0">
                <a:pos x="connsiteX2" y="connsiteY2"/>
              </a:cxn>
              <a:cxn ang="0">
                <a:pos x="connsiteX3" y="connsiteY3"/>
              </a:cxn>
            </a:cxnLst>
            <a:rect l="l" t="t" r="r" b="b"/>
            <a:pathLst>
              <a:path w="6539008" h="4875469">
                <a:moveTo>
                  <a:pt x="0" y="0"/>
                </a:moveTo>
                <a:lnTo>
                  <a:pt x="6539008" y="0"/>
                </a:lnTo>
                <a:lnTo>
                  <a:pt x="6539008" y="4875469"/>
                </a:lnTo>
                <a:lnTo>
                  <a:pt x="0" y="4875469"/>
                </a:lnTo>
                <a:close/>
              </a:path>
            </a:pathLst>
          </a:custGeom>
        </p:spPr>
      </p:pic>
      <p:sp>
        <p:nvSpPr>
          <p:cNvPr id="3" name="椭圆 2"/>
          <p:cNvSpPr>
            <a:spLocks noChangeAspect="1"/>
          </p:cNvSpPr>
          <p:nvPr/>
        </p:nvSpPr>
        <p:spPr>
          <a:xfrm>
            <a:off x="4519613" y="2178050"/>
            <a:ext cx="1800225" cy="1800225"/>
          </a:xfrm>
          <a:prstGeom prst="ellipse">
            <a:avLst/>
          </a:prstGeom>
          <a:solidFill>
            <a:srgbClr val="3B6D8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trike="noStrike" noProof="1">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34" name="椭圆 33"/>
          <p:cNvSpPr>
            <a:spLocks noChangeAspect="1"/>
          </p:cNvSpPr>
          <p:nvPr/>
        </p:nvSpPr>
        <p:spPr>
          <a:xfrm>
            <a:off x="4900613" y="3290888"/>
            <a:ext cx="1800225" cy="1800225"/>
          </a:xfrm>
          <a:prstGeom prst="ellipse">
            <a:avLst/>
          </a:prstGeom>
          <a:solidFill>
            <a:schemeClr val="accent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trike="noStrike" noProof="1">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35" name="弧形 34"/>
          <p:cNvSpPr/>
          <p:nvPr/>
        </p:nvSpPr>
        <p:spPr>
          <a:xfrm rot="18096577">
            <a:off x="7623175" y="2540000"/>
            <a:ext cx="1281113" cy="1677988"/>
          </a:xfrm>
          <a:prstGeom prst="arc">
            <a:avLst>
              <a:gd name="adj1" fmla="val 15669845"/>
              <a:gd name="adj2" fmla="val 126852"/>
            </a:avLst>
          </a:prstGeom>
          <a:ln>
            <a:solidFill>
              <a:schemeClr val="dk2"/>
            </a:solidFill>
            <a:prstDash val="sysDash"/>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lang="zh-CN" altLang="en-US" strike="noStrike" noProof="1">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14343" name="矩形 6"/>
          <p:cNvSpPr/>
          <p:nvPr/>
        </p:nvSpPr>
        <p:spPr>
          <a:xfrm>
            <a:off x="8351838" y="2859088"/>
            <a:ext cx="1409700" cy="338137"/>
          </a:xfrm>
          <a:prstGeom prst="rect">
            <a:avLst/>
          </a:prstGeom>
          <a:solidFill>
            <a:schemeClr val="accent2"/>
          </a:solidFill>
          <a:ln w="9525">
            <a:noFill/>
          </a:ln>
        </p:spPr>
        <p:txBody>
          <a:bodyPr wrap="none" anchor="t" anchorCtr="0">
            <a:spAutoFit/>
          </a:bodyPr>
          <a:p>
            <a:r>
              <a:rPr lang="zh-CN" altLang="en-US" sz="1600" b="1">
                <a:solidFill>
                  <a:schemeClr val="bg1"/>
                </a:solidFill>
                <a:latin typeface="思源黑体" panose="020B0400000000000000" pitchFamily="34" charset="-122"/>
                <a:ea typeface="思源黑体" panose="020B0400000000000000" pitchFamily="34" charset="-122"/>
                <a:sym typeface="思源黑体" panose="020B0400000000000000" pitchFamily="34" charset="-122"/>
              </a:rPr>
              <a:t>提高律所管理</a:t>
            </a:r>
            <a:endParaRPr lang="zh-CN" altLang="en-US" sz="1600" b="1">
              <a:solidFill>
                <a:schemeClr val="bg1"/>
              </a:solidFill>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14344" name="矩形 7"/>
          <p:cNvSpPr/>
          <p:nvPr/>
        </p:nvSpPr>
        <p:spPr>
          <a:xfrm>
            <a:off x="8264525" y="3238500"/>
            <a:ext cx="2873375" cy="736600"/>
          </a:xfrm>
          <a:prstGeom prst="rect">
            <a:avLst/>
          </a:prstGeom>
          <a:noFill/>
          <a:ln w="9525">
            <a:noFill/>
          </a:ln>
        </p:spPr>
        <p:txBody>
          <a:bodyPr anchor="t" anchorCtr="0">
            <a:spAutoFit/>
          </a:bodyPr>
          <a:p>
            <a:r>
              <a:rPr lang="zh-CN" altLang="en-US" sz="1400">
                <a:latin typeface="思源黑体" panose="020B0400000000000000" pitchFamily="34" charset="-122"/>
                <a:ea typeface="思源黑体" panose="020B0400000000000000" pitchFamily="34" charset="-122"/>
                <a:sym typeface="微软雅黑" panose="020B0503020204020204" pitchFamily="34" charset="-122"/>
              </a:rPr>
              <a:t>国内用户3000+律所，50000+律师，覆盖全国31个省市自治区，您的选择不会错。</a:t>
            </a:r>
            <a:endParaRPr lang="zh-CN" altLang="en-US" sz="1400">
              <a:latin typeface="思源黑体" panose="020B0400000000000000" pitchFamily="34" charset="-122"/>
              <a:ea typeface="思源黑体" panose="020B0400000000000000" pitchFamily="34" charset="-122"/>
              <a:sym typeface="微软雅黑" panose="020B0503020204020204" pitchFamily="34" charset="-122"/>
            </a:endParaRPr>
          </a:p>
        </p:txBody>
      </p:sp>
      <p:sp>
        <p:nvSpPr>
          <p:cNvPr id="14345" name="矩形 8"/>
          <p:cNvSpPr/>
          <p:nvPr/>
        </p:nvSpPr>
        <p:spPr>
          <a:xfrm>
            <a:off x="1865313" y="4168775"/>
            <a:ext cx="1697037" cy="336550"/>
          </a:xfrm>
          <a:prstGeom prst="rect">
            <a:avLst/>
          </a:prstGeom>
          <a:solidFill>
            <a:schemeClr val="accent1"/>
          </a:solidFill>
          <a:ln w="9525">
            <a:noFill/>
          </a:ln>
        </p:spPr>
        <p:txBody>
          <a:bodyPr wrap="square" anchor="t" anchorCtr="0">
            <a:spAutoFit/>
          </a:bodyPr>
          <a:p>
            <a:pPr algn="ctr"/>
            <a:r>
              <a:rPr lang="zh-CN" altLang="en-US" sz="1600" b="1" dirty="0">
                <a:solidFill>
                  <a:schemeClr val="bg1"/>
                </a:solidFill>
                <a:latin typeface="思源黑体" panose="020B0400000000000000" pitchFamily="34" charset="-122"/>
                <a:ea typeface="思源黑体" panose="020B0400000000000000" pitchFamily="34" charset="-122"/>
                <a:sym typeface="思源黑体" panose="020B0400000000000000" pitchFamily="34" charset="-122"/>
              </a:rPr>
              <a:t>用户体验</a:t>
            </a:r>
            <a:endParaRPr lang="zh-CN" altLang="en-US" sz="1600" b="1" dirty="0">
              <a:solidFill>
                <a:schemeClr val="bg1"/>
              </a:solidFill>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14346" name="矩形 9"/>
          <p:cNvSpPr/>
          <p:nvPr/>
        </p:nvSpPr>
        <p:spPr>
          <a:xfrm>
            <a:off x="1135063" y="4505325"/>
            <a:ext cx="2703512" cy="953135"/>
          </a:xfrm>
          <a:prstGeom prst="rect">
            <a:avLst/>
          </a:prstGeom>
          <a:noFill/>
          <a:ln w="9525">
            <a:noFill/>
          </a:ln>
        </p:spPr>
        <p:txBody>
          <a:bodyPr wrap="square" anchor="t" anchorCtr="0">
            <a:spAutoFit/>
          </a:bodyPr>
          <a:p>
            <a:r>
              <a:rPr lang="en-US" altLang="zh-CN" sz="1400" dirty="0">
                <a:latin typeface="思源黑体" panose="020B0400000000000000" pitchFamily="34" charset="-122"/>
                <a:ea typeface="思源黑体" panose="020B0400000000000000" pitchFamily="34" charset="-122"/>
                <a:sym typeface="微软雅黑" panose="020B0503020204020204" pitchFamily="34" charset="-122"/>
              </a:rPr>
              <a:t>10</a:t>
            </a:r>
            <a:r>
              <a:rPr lang="zh-CN" altLang="en-US" sz="1400" dirty="0">
                <a:latin typeface="思源黑体" panose="020B0400000000000000" pitchFamily="34" charset="-122"/>
                <a:ea typeface="思源黑体" panose="020B0400000000000000" pitchFamily="34" charset="-122"/>
                <a:sym typeface="微软雅黑" panose="020B0503020204020204" pitchFamily="34" charset="-122"/>
              </a:rPr>
              <a:t>年来，软件历经</a:t>
            </a:r>
            <a:r>
              <a:rPr lang="en-US" sz="1400" dirty="0">
                <a:latin typeface="思源黑体" panose="020B0400000000000000" pitchFamily="34" charset="-122"/>
                <a:ea typeface="思源黑体" panose="020B0400000000000000" pitchFamily="34" charset="-122"/>
                <a:sym typeface="微软雅黑" panose="020B0503020204020204" pitchFamily="34" charset="-122"/>
              </a:rPr>
              <a:t>700</a:t>
            </a:r>
            <a:r>
              <a:rPr lang="zh-CN" altLang="en-US" sz="1400" dirty="0">
                <a:latin typeface="思源黑体" panose="020B0400000000000000" pitchFamily="34" charset="-122"/>
                <a:ea typeface="思源黑体" panose="020B0400000000000000" pitchFamily="34" charset="-122"/>
                <a:sym typeface="微软雅黑" panose="020B0503020204020204" pitchFamily="34" charset="-122"/>
              </a:rPr>
              <a:t>多次的迭代优化，积累客户使用经验，更贴合使用需求。</a:t>
            </a:r>
            <a:endParaRPr lang="zh-CN" altLang="en-US" sz="1400" dirty="0">
              <a:latin typeface="思源黑体" panose="020B0400000000000000" pitchFamily="34" charset="-122"/>
              <a:ea typeface="思源黑体" panose="020B0400000000000000" pitchFamily="34" charset="-122"/>
              <a:sym typeface="微软雅黑" panose="020B0503020204020204" pitchFamily="34" charset="-122"/>
            </a:endParaRPr>
          </a:p>
          <a:p>
            <a:endParaRPr lang="zh-CN" altLang="en-US" sz="1400" dirty="0">
              <a:latin typeface="思源黑体" panose="020B0400000000000000" pitchFamily="34" charset="-122"/>
              <a:ea typeface="思源黑体" panose="020B0400000000000000" pitchFamily="34" charset="-122"/>
              <a:sym typeface="微软雅黑" panose="020B0503020204020204" pitchFamily="34" charset="-122"/>
            </a:endParaRPr>
          </a:p>
        </p:txBody>
      </p:sp>
      <p:sp>
        <p:nvSpPr>
          <p:cNvPr id="14347" name="矩形 10"/>
          <p:cNvSpPr/>
          <p:nvPr/>
        </p:nvSpPr>
        <p:spPr>
          <a:xfrm>
            <a:off x="1865313" y="1689100"/>
            <a:ext cx="1697037" cy="338138"/>
          </a:xfrm>
          <a:prstGeom prst="rect">
            <a:avLst/>
          </a:prstGeom>
          <a:solidFill>
            <a:srgbClr val="3B6D85"/>
          </a:solidFill>
          <a:ln w="9525">
            <a:noFill/>
          </a:ln>
        </p:spPr>
        <p:txBody>
          <a:bodyPr wrap="square" anchor="t" anchorCtr="0">
            <a:spAutoFit/>
          </a:bodyPr>
          <a:p>
            <a:pPr algn="ctr"/>
            <a:r>
              <a:rPr lang="zh-CN" altLang="en-US" sz="1600" b="1">
                <a:solidFill>
                  <a:schemeClr val="bg1"/>
                </a:solidFill>
                <a:latin typeface="思源黑体" panose="020B0400000000000000" pitchFamily="34" charset="-122"/>
                <a:ea typeface="思源黑体" panose="020B0400000000000000" pitchFamily="34" charset="-122"/>
                <a:sym typeface="思源黑体" panose="020B0400000000000000" pitchFamily="34" charset="-122"/>
              </a:rPr>
              <a:t>可靠性</a:t>
            </a:r>
            <a:endParaRPr lang="zh-CN" altLang="en-US" sz="1600" b="1">
              <a:solidFill>
                <a:schemeClr val="bg1"/>
              </a:solidFill>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14348" name="矩形 11"/>
          <p:cNvSpPr/>
          <p:nvPr/>
        </p:nvSpPr>
        <p:spPr>
          <a:xfrm>
            <a:off x="1135063" y="2028825"/>
            <a:ext cx="2703512" cy="738188"/>
          </a:xfrm>
          <a:prstGeom prst="rect">
            <a:avLst/>
          </a:prstGeom>
          <a:noFill/>
          <a:ln w="9525">
            <a:noFill/>
          </a:ln>
        </p:spPr>
        <p:txBody>
          <a:bodyPr wrap="square" anchor="t" anchorCtr="0">
            <a:spAutoFit/>
          </a:bodyPr>
          <a:p>
            <a:r>
              <a:rPr lang="zh-CN" altLang="en-US" sz="1400" dirty="0">
                <a:latin typeface="思源黑体" panose="020B0400000000000000" pitchFamily="34" charset="-122"/>
                <a:ea typeface="思源黑体" panose="020B0400000000000000" pitchFamily="34" charset="-122"/>
                <a:sym typeface="微软雅黑" panose="020B0503020204020204" pitchFamily="34" charset="-122"/>
              </a:rPr>
              <a:t>阿里云，硬件，软件防火墙，容灾备份，全年7*24支持，无须担心数据安全问题。</a:t>
            </a:r>
            <a:endParaRPr lang="zh-CN" altLang="en-US" sz="1400" dirty="0">
              <a:latin typeface="思源黑体" panose="020B0400000000000000" pitchFamily="34" charset="-122"/>
              <a:ea typeface="思源黑体" panose="020B0400000000000000" pitchFamily="34" charset="-122"/>
              <a:sym typeface="微软雅黑" panose="020B0503020204020204" pitchFamily="34" charset="-122"/>
            </a:endParaRPr>
          </a:p>
        </p:txBody>
      </p:sp>
      <p:sp>
        <p:nvSpPr>
          <p:cNvPr id="36" name="弧形 35"/>
          <p:cNvSpPr/>
          <p:nvPr/>
        </p:nvSpPr>
        <p:spPr>
          <a:xfrm>
            <a:off x="3146425" y="1841500"/>
            <a:ext cx="1584325" cy="1495425"/>
          </a:xfrm>
          <a:prstGeom prst="arc">
            <a:avLst>
              <a:gd name="adj1" fmla="val 16200000"/>
              <a:gd name="adj2" fmla="val 21349829"/>
            </a:avLst>
          </a:prstGeom>
          <a:ln>
            <a:solidFill>
              <a:schemeClr val="accent1"/>
            </a:solidFill>
            <a:prstDash val="sysDash"/>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lang="zh-CN" altLang="en-US" strike="noStrike" noProof="1">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37" name="弧形 36"/>
          <p:cNvSpPr/>
          <p:nvPr/>
        </p:nvSpPr>
        <p:spPr>
          <a:xfrm rot="1188091" flipV="1">
            <a:off x="3457575" y="3532188"/>
            <a:ext cx="1585913" cy="1493838"/>
          </a:xfrm>
          <a:prstGeom prst="arc">
            <a:avLst>
              <a:gd name="adj1" fmla="val 15155280"/>
              <a:gd name="adj2" fmla="val 21349829"/>
            </a:avLst>
          </a:prstGeom>
          <a:ln>
            <a:solidFill>
              <a:schemeClr val="accent1"/>
            </a:solidFill>
            <a:prstDash val="sysDash"/>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lang="zh-CN" altLang="en-US" strike="noStrike" noProof="1">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38" name="椭圆 37"/>
          <p:cNvSpPr>
            <a:spLocks noChangeAspect="1"/>
          </p:cNvSpPr>
          <p:nvPr/>
        </p:nvSpPr>
        <p:spPr>
          <a:xfrm>
            <a:off x="5800725" y="2479675"/>
            <a:ext cx="1800225" cy="1800225"/>
          </a:xfrm>
          <a:prstGeom prst="ellipse">
            <a:avLst/>
          </a:prstGeom>
          <a:solidFill>
            <a:schemeClr val="accent2">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2400" strike="noStrike" noProof="1" dirty="0" smtClean="0">
                <a:solidFill>
                  <a:schemeClr val="bg1"/>
                </a:solidFill>
                <a:latin typeface="思源黑体 CN Light" pitchFamily="34" charset="-122"/>
                <a:ea typeface="思源黑体 CN Light" pitchFamily="34" charset="-122"/>
                <a:cs typeface="Arial" panose="020B0604020202020204" pitchFamily="34" charset="0"/>
                <a:sym typeface="+mn-ea"/>
              </a:rPr>
              <a:t>3000+</a:t>
            </a:r>
            <a:endParaRPr lang="en-US" altLang="zh-CN" sz="2400" strike="noStrike" noProof="1" dirty="0" smtClean="0">
              <a:solidFill>
                <a:schemeClr val="bg1"/>
              </a:solidFill>
              <a:latin typeface="思源黑体 CN Light" pitchFamily="34" charset="-122"/>
              <a:ea typeface="思源黑体 CN Light" pitchFamily="34" charset="-122"/>
              <a:cs typeface="Arial" panose="020B0604020202020204" pitchFamily="34" charset="0"/>
              <a:sym typeface="思源黑体" panose="020B0400000000000000" pitchFamily="34" charset="-122"/>
            </a:endParaRPr>
          </a:p>
        </p:txBody>
      </p:sp>
      <p:sp>
        <p:nvSpPr>
          <p:cNvPr id="12303" name="文本框 38"/>
          <p:cNvSpPr txBox="1"/>
          <p:nvPr/>
        </p:nvSpPr>
        <p:spPr>
          <a:xfrm>
            <a:off x="4900613" y="2768600"/>
            <a:ext cx="792162" cy="460375"/>
          </a:xfrm>
          <a:prstGeom prst="rect">
            <a:avLst/>
          </a:prstGeom>
          <a:noFill/>
          <a:ln w="9525">
            <a:noFill/>
          </a:ln>
        </p:spPr>
        <p:txBody>
          <a:bodyPr wrap="none" anchor="t" anchorCtr="0">
            <a:spAutoFit/>
          </a:bodyPr>
          <a:p>
            <a:r>
              <a:rPr lang="en-US" altLang="zh-CN" sz="2400" dirty="0">
                <a:solidFill>
                  <a:schemeClr val="bg1"/>
                </a:solidFill>
                <a:latin typeface="思源黑体 CN Light" pitchFamily="34" charset="-122"/>
                <a:ea typeface="思源黑体 CN Light" pitchFamily="34" charset="-122"/>
                <a:sym typeface="Arial" panose="020B0604020202020204" pitchFamily="34" charset="0"/>
              </a:rPr>
              <a:t>7*24</a:t>
            </a:r>
            <a:endParaRPr lang="zh-CN" altLang="en-US" sz="2400">
              <a:latin typeface="Arial" panose="020B0604020202020204" pitchFamily="34" charset="0"/>
              <a:ea typeface="微软雅黑" panose="020B0503020204020204" pitchFamily="34" charset="-122"/>
            </a:endParaRPr>
          </a:p>
        </p:txBody>
      </p:sp>
      <p:sp>
        <p:nvSpPr>
          <p:cNvPr id="12304" name="文本框 39"/>
          <p:cNvSpPr txBox="1"/>
          <p:nvPr/>
        </p:nvSpPr>
        <p:spPr>
          <a:xfrm>
            <a:off x="5403850" y="3978275"/>
            <a:ext cx="792480" cy="460375"/>
          </a:xfrm>
          <a:prstGeom prst="rect">
            <a:avLst/>
          </a:prstGeom>
          <a:noFill/>
          <a:ln w="9525">
            <a:noFill/>
          </a:ln>
        </p:spPr>
        <p:txBody>
          <a:bodyPr wrap="none" anchor="t" anchorCtr="0">
            <a:spAutoFit/>
          </a:bodyPr>
          <a:p>
            <a:r>
              <a:rPr lang="en-US" altLang="zh-CN" sz="2400" dirty="0">
                <a:solidFill>
                  <a:schemeClr val="bg1"/>
                </a:solidFill>
                <a:latin typeface="思源黑体 CN Light" pitchFamily="34" charset="-122"/>
                <a:ea typeface="思源黑体 CN Light" pitchFamily="34" charset="-122"/>
                <a:sym typeface="Arial" panose="020B0604020202020204" pitchFamily="34" charset="0"/>
              </a:rPr>
              <a:t>700+</a:t>
            </a:r>
            <a:endParaRPr lang="en-US" altLang="zh-CN" sz="2400">
              <a:latin typeface="Arial" panose="020B0604020202020204" pitchFamily="34" charset="0"/>
              <a:ea typeface="微软雅黑" panose="020B0503020204020204" pitchFamily="34" charset="-122"/>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grpId="0" nodeType="after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p:cTn id="7" dur="500"/>
                                        <p:tgtEl>
                                          <p:spTgt spid="31"/>
                                        </p:tgtEl>
                                        <p:attrNameLst>
                                          <p:attrName>ppt_y</p:attrName>
                                        </p:attrNameLst>
                                      </p:cBhvr>
                                      <p:tavLst>
                                        <p:tav tm="0">
                                          <p:val>
                                            <p:strVal val="#ppt_y-#ppt_h*1.125000"/>
                                          </p:val>
                                        </p:tav>
                                        <p:tav tm="100000">
                                          <p:val>
                                            <p:strVal val="#ppt_y"/>
                                          </p:val>
                                        </p:tav>
                                      </p:tavLst>
                                    </p:anim>
                                    <p:animEffect transition="in" filter="wipe(down)">
                                      <p:cBhvr>
                                        <p:cTn id="8" dur="500"/>
                                        <p:tgtEl>
                                          <p:spTgt spid="31"/>
                                        </p:tgtEl>
                                      </p:cBhvr>
                                    </p:animEffect>
                                  </p:childTnLst>
                                </p:cTn>
                              </p:par>
                            </p:childTnLst>
                          </p:cTn>
                        </p:par>
                        <p:par>
                          <p:cTn id="9" fill="hold">
                            <p:stCondLst>
                              <p:cond delay="500"/>
                            </p:stCondLst>
                            <p:childTnLst>
                              <p:par>
                                <p:cTn id="10" presetID="10" presetClass="entr" presetSubtype="0" fill="hold" grpId="0" nodeType="after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par>
                          <p:cTn id="13" fill="hold">
                            <p:stCondLst>
                              <p:cond delay="1000"/>
                            </p:stCondLst>
                            <p:childTnLst>
                              <p:par>
                                <p:cTn id="14" presetID="10" presetClass="entr" presetSubtype="0" fill="hold" grpId="0" nodeType="afterEffect">
                                  <p:stCondLst>
                                    <p:cond delay="0"/>
                                  </p:stCondLst>
                                  <p:childTnLst>
                                    <p:set>
                                      <p:cBhvr>
                                        <p:cTn id="15" dur="1" fill="hold">
                                          <p:stCondLst>
                                            <p:cond delay="0"/>
                                          </p:stCondLst>
                                        </p:cTn>
                                        <p:tgtEl>
                                          <p:spTgt spid="34"/>
                                        </p:tgtEl>
                                        <p:attrNameLst>
                                          <p:attrName>style.visibility</p:attrName>
                                        </p:attrNameLst>
                                      </p:cBhvr>
                                      <p:to>
                                        <p:strVal val="visible"/>
                                      </p:to>
                                    </p:set>
                                    <p:animEffect transition="in" filter="fade">
                                      <p:cBhvr>
                                        <p:cTn id="16" dur="500"/>
                                        <p:tgtEl>
                                          <p:spTgt spid="34"/>
                                        </p:tgtEl>
                                      </p:cBhvr>
                                    </p:animEffect>
                                  </p:childTnLst>
                                </p:cTn>
                              </p:par>
                            </p:childTnLst>
                          </p:cTn>
                        </p:par>
                        <p:par>
                          <p:cTn id="17" fill="hold">
                            <p:stCondLst>
                              <p:cond delay="1500"/>
                            </p:stCondLst>
                            <p:childTnLst>
                              <p:par>
                                <p:cTn id="18" presetID="10" presetClass="entr" presetSubtype="0" fill="hold" grpId="0" nodeType="afterEffect">
                                  <p:stCondLst>
                                    <p:cond delay="0"/>
                                  </p:stCondLst>
                                  <p:childTnLst>
                                    <p:set>
                                      <p:cBhvr>
                                        <p:cTn id="19" dur="1" fill="hold">
                                          <p:stCondLst>
                                            <p:cond delay="0"/>
                                          </p:stCondLst>
                                        </p:cTn>
                                        <p:tgtEl>
                                          <p:spTgt spid="35"/>
                                        </p:tgtEl>
                                        <p:attrNameLst>
                                          <p:attrName>style.visibility</p:attrName>
                                        </p:attrNameLst>
                                      </p:cBhvr>
                                      <p:to>
                                        <p:strVal val="visible"/>
                                      </p:to>
                                    </p:set>
                                    <p:animEffect transition="in" filter="fade">
                                      <p:cBhvr>
                                        <p:cTn id="20" dur="500"/>
                                        <p:tgtEl>
                                          <p:spTgt spid="35"/>
                                        </p:tgtEl>
                                      </p:cBhvr>
                                    </p:animEffect>
                                  </p:childTnLst>
                                </p:cTn>
                              </p:par>
                            </p:childTnLst>
                          </p:cTn>
                        </p:par>
                        <p:par>
                          <p:cTn id="21" fill="hold">
                            <p:stCondLst>
                              <p:cond delay="2000"/>
                            </p:stCondLst>
                            <p:childTnLst>
                              <p:par>
                                <p:cTn id="22" presetID="10" presetClass="entr" presetSubtype="0" fill="hold" grpId="0" nodeType="afterEffect">
                                  <p:stCondLst>
                                    <p:cond delay="0"/>
                                  </p:stCondLst>
                                  <p:childTnLst>
                                    <p:set>
                                      <p:cBhvr>
                                        <p:cTn id="23" dur="1" fill="hold">
                                          <p:stCondLst>
                                            <p:cond delay="0"/>
                                          </p:stCondLst>
                                        </p:cTn>
                                        <p:tgtEl>
                                          <p:spTgt spid="14343"/>
                                        </p:tgtEl>
                                        <p:attrNameLst>
                                          <p:attrName>style.visibility</p:attrName>
                                        </p:attrNameLst>
                                      </p:cBhvr>
                                      <p:to>
                                        <p:strVal val="visible"/>
                                      </p:to>
                                    </p:set>
                                    <p:animEffect transition="in" filter="fade">
                                      <p:cBhvr>
                                        <p:cTn id="24" dur="500"/>
                                        <p:tgtEl>
                                          <p:spTgt spid="14343"/>
                                        </p:tgtEl>
                                      </p:cBhvr>
                                    </p:animEffect>
                                  </p:childTnLst>
                                </p:cTn>
                              </p:par>
                            </p:childTnLst>
                          </p:cTn>
                        </p:par>
                        <p:par>
                          <p:cTn id="25" fill="hold">
                            <p:stCondLst>
                              <p:cond delay="2500"/>
                            </p:stCondLst>
                            <p:childTnLst>
                              <p:par>
                                <p:cTn id="26" presetID="10" presetClass="entr" presetSubtype="0" fill="hold" grpId="0" nodeType="afterEffect">
                                  <p:stCondLst>
                                    <p:cond delay="0"/>
                                  </p:stCondLst>
                                  <p:childTnLst>
                                    <p:set>
                                      <p:cBhvr>
                                        <p:cTn id="27" dur="1" fill="hold">
                                          <p:stCondLst>
                                            <p:cond delay="0"/>
                                          </p:stCondLst>
                                        </p:cTn>
                                        <p:tgtEl>
                                          <p:spTgt spid="14344"/>
                                        </p:tgtEl>
                                        <p:attrNameLst>
                                          <p:attrName>style.visibility</p:attrName>
                                        </p:attrNameLst>
                                      </p:cBhvr>
                                      <p:to>
                                        <p:strVal val="visible"/>
                                      </p:to>
                                    </p:set>
                                    <p:animEffect transition="in" filter="fade">
                                      <p:cBhvr>
                                        <p:cTn id="28" dur="500"/>
                                        <p:tgtEl>
                                          <p:spTgt spid="14344"/>
                                        </p:tgtEl>
                                      </p:cBhvr>
                                    </p:animEffect>
                                  </p:childTnLst>
                                </p:cTn>
                              </p:par>
                            </p:childTnLst>
                          </p:cTn>
                        </p:par>
                        <p:par>
                          <p:cTn id="29" fill="hold">
                            <p:stCondLst>
                              <p:cond delay="3000"/>
                            </p:stCondLst>
                            <p:childTnLst>
                              <p:par>
                                <p:cTn id="30" presetID="10" presetClass="entr" presetSubtype="0" fill="hold" grpId="0" nodeType="afterEffect">
                                  <p:stCondLst>
                                    <p:cond delay="0"/>
                                  </p:stCondLst>
                                  <p:childTnLst>
                                    <p:set>
                                      <p:cBhvr>
                                        <p:cTn id="31" dur="1" fill="hold">
                                          <p:stCondLst>
                                            <p:cond delay="0"/>
                                          </p:stCondLst>
                                        </p:cTn>
                                        <p:tgtEl>
                                          <p:spTgt spid="14345"/>
                                        </p:tgtEl>
                                        <p:attrNameLst>
                                          <p:attrName>style.visibility</p:attrName>
                                        </p:attrNameLst>
                                      </p:cBhvr>
                                      <p:to>
                                        <p:strVal val="visible"/>
                                      </p:to>
                                    </p:set>
                                    <p:animEffect transition="in" filter="fade">
                                      <p:cBhvr>
                                        <p:cTn id="32" dur="500"/>
                                        <p:tgtEl>
                                          <p:spTgt spid="14345"/>
                                        </p:tgtEl>
                                      </p:cBhvr>
                                    </p:animEffect>
                                  </p:childTnLst>
                                </p:cTn>
                              </p:par>
                            </p:childTnLst>
                          </p:cTn>
                        </p:par>
                        <p:par>
                          <p:cTn id="33" fill="hold">
                            <p:stCondLst>
                              <p:cond delay="3500"/>
                            </p:stCondLst>
                            <p:childTnLst>
                              <p:par>
                                <p:cTn id="34" presetID="10" presetClass="entr" presetSubtype="0" fill="hold" grpId="0" nodeType="afterEffect">
                                  <p:stCondLst>
                                    <p:cond delay="0"/>
                                  </p:stCondLst>
                                  <p:childTnLst>
                                    <p:set>
                                      <p:cBhvr>
                                        <p:cTn id="35" dur="1" fill="hold">
                                          <p:stCondLst>
                                            <p:cond delay="0"/>
                                          </p:stCondLst>
                                        </p:cTn>
                                        <p:tgtEl>
                                          <p:spTgt spid="14346"/>
                                        </p:tgtEl>
                                        <p:attrNameLst>
                                          <p:attrName>style.visibility</p:attrName>
                                        </p:attrNameLst>
                                      </p:cBhvr>
                                      <p:to>
                                        <p:strVal val="visible"/>
                                      </p:to>
                                    </p:set>
                                    <p:animEffect transition="in" filter="fade">
                                      <p:cBhvr>
                                        <p:cTn id="36" dur="500"/>
                                        <p:tgtEl>
                                          <p:spTgt spid="14346"/>
                                        </p:tgtEl>
                                      </p:cBhvr>
                                    </p:animEffect>
                                  </p:childTnLst>
                                </p:cTn>
                              </p:par>
                            </p:childTnLst>
                          </p:cTn>
                        </p:par>
                        <p:par>
                          <p:cTn id="37" fill="hold">
                            <p:stCondLst>
                              <p:cond delay="4000"/>
                            </p:stCondLst>
                            <p:childTnLst>
                              <p:par>
                                <p:cTn id="38" presetID="10" presetClass="entr" presetSubtype="0" fill="hold" grpId="0" nodeType="afterEffect">
                                  <p:stCondLst>
                                    <p:cond delay="0"/>
                                  </p:stCondLst>
                                  <p:childTnLst>
                                    <p:set>
                                      <p:cBhvr>
                                        <p:cTn id="39" dur="1" fill="hold">
                                          <p:stCondLst>
                                            <p:cond delay="0"/>
                                          </p:stCondLst>
                                        </p:cTn>
                                        <p:tgtEl>
                                          <p:spTgt spid="14347"/>
                                        </p:tgtEl>
                                        <p:attrNameLst>
                                          <p:attrName>style.visibility</p:attrName>
                                        </p:attrNameLst>
                                      </p:cBhvr>
                                      <p:to>
                                        <p:strVal val="visible"/>
                                      </p:to>
                                    </p:set>
                                    <p:animEffect transition="in" filter="fade">
                                      <p:cBhvr>
                                        <p:cTn id="40" dur="500"/>
                                        <p:tgtEl>
                                          <p:spTgt spid="14347"/>
                                        </p:tgtEl>
                                      </p:cBhvr>
                                    </p:animEffect>
                                  </p:childTnLst>
                                </p:cTn>
                              </p:par>
                            </p:childTnLst>
                          </p:cTn>
                        </p:par>
                        <p:par>
                          <p:cTn id="41" fill="hold">
                            <p:stCondLst>
                              <p:cond delay="4500"/>
                            </p:stCondLst>
                            <p:childTnLst>
                              <p:par>
                                <p:cTn id="42" presetID="10" presetClass="entr" presetSubtype="0" fill="hold" grpId="0" nodeType="afterEffect">
                                  <p:stCondLst>
                                    <p:cond delay="0"/>
                                  </p:stCondLst>
                                  <p:childTnLst>
                                    <p:set>
                                      <p:cBhvr>
                                        <p:cTn id="43" dur="1" fill="hold">
                                          <p:stCondLst>
                                            <p:cond delay="0"/>
                                          </p:stCondLst>
                                        </p:cTn>
                                        <p:tgtEl>
                                          <p:spTgt spid="14348"/>
                                        </p:tgtEl>
                                        <p:attrNameLst>
                                          <p:attrName>style.visibility</p:attrName>
                                        </p:attrNameLst>
                                      </p:cBhvr>
                                      <p:to>
                                        <p:strVal val="visible"/>
                                      </p:to>
                                    </p:set>
                                    <p:animEffect transition="in" filter="fade">
                                      <p:cBhvr>
                                        <p:cTn id="44" dur="500"/>
                                        <p:tgtEl>
                                          <p:spTgt spid="14348"/>
                                        </p:tgtEl>
                                      </p:cBhvr>
                                    </p:animEffect>
                                  </p:childTnLst>
                                </p:cTn>
                              </p:par>
                            </p:childTnLst>
                          </p:cTn>
                        </p:par>
                        <p:par>
                          <p:cTn id="45" fill="hold">
                            <p:stCondLst>
                              <p:cond delay="5000"/>
                            </p:stCondLst>
                            <p:childTnLst>
                              <p:par>
                                <p:cTn id="46" presetID="10" presetClass="entr" presetSubtype="0" fill="hold" grpId="0" nodeType="afterEffect">
                                  <p:stCondLst>
                                    <p:cond delay="0"/>
                                  </p:stCondLst>
                                  <p:childTnLst>
                                    <p:set>
                                      <p:cBhvr>
                                        <p:cTn id="47" dur="1" fill="hold">
                                          <p:stCondLst>
                                            <p:cond delay="0"/>
                                          </p:stCondLst>
                                        </p:cTn>
                                        <p:tgtEl>
                                          <p:spTgt spid="36"/>
                                        </p:tgtEl>
                                        <p:attrNameLst>
                                          <p:attrName>style.visibility</p:attrName>
                                        </p:attrNameLst>
                                      </p:cBhvr>
                                      <p:to>
                                        <p:strVal val="visible"/>
                                      </p:to>
                                    </p:set>
                                    <p:animEffect transition="in" filter="fade">
                                      <p:cBhvr>
                                        <p:cTn id="48" dur="500"/>
                                        <p:tgtEl>
                                          <p:spTgt spid="36"/>
                                        </p:tgtEl>
                                      </p:cBhvr>
                                    </p:animEffect>
                                  </p:childTnLst>
                                </p:cTn>
                              </p:par>
                            </p:childTnLst>
                          </p:cTn>
                        </p:par>
                        <p:par>
                          <p:cTn id="49" fill="hold">
                            <p:stCondLst>
                              <p:cond delay="5500"/>
                            </p:stCondLst>
                            <p:childTnLst>
                              <p:par>
                                <p:cTn id="50" presetID="10" presetClass="entr" presetSubtype="0" fill="hold" grpId="0" nodeType="afterEffect">
                                  <p:stCondLst>
                                    <p:cond delay="0"/>
                                  </p:stCondLst>
                                  <p:childTnLst>
                                    <p:set>
                                      <p:cBhvr>
                                        <p:cTn id="51" dur="1" fill="hold">
                                          <p:stCondLst>
                                            <p:cond delay="0"/>
                                          </p:stCondLst>
                                        </p:cTn>
                                        <p:tgtEl>
                                          <p:spTgt spid="37"/>
                                        </p:tgtEl>
                                        <p:attrNameLst>
                                          <p:attrName>style.visibility</p:attrName>
                                        </p:attrNameLst>
                                      </p:cBhvr>
                                      <p:to>
                                        <p:strVal val="visible"/>
                                      </p:to>
                                    </p:set>
                                    <p:animEffect transition="in" filter="fade">
                                      <p:cBhvr>
                                        <p:cTn id="52" dur="500"/>
                                        <p:tgtEl>
                                          <p:spTgt spid="37"/>
                                        </p:tgtEl>
                                      </p:cBhvr>
                                    </p:animEffect>
                                  </p:childTnLst>
                                </p:cTn>
                              </p:par>
                            </p:childTnLst>
                          </p:cTn>
                        </p:par>
                        <p:par>
                          <p:cTn id="53" fill="hold">
                            <p:stCondLst>
                              <p:cond delay="6000"/>
                            </p:stCondLst>
                            <p:childTnLst>
                              <p:par>
                                <p:cTn id="54" presetID="10" presetClass="entr" presetSubtype="0" fill="hold" grpId="0" nodeType="afterEffect">
                                  <p:stCondLst>
                                    <p:cond delay="0"/>
                                  </p:stCondLst>
                                  <p:childTnLst>
                                    <p:set>
                                      <p:cBhvr>
                                        <p:cTn id="55" dur="1" fill="hold">
                                          <p:stCondLst>
                                            <p:cond delay="0"/>
                                          </p:stCondLst>
                                        </p:cTn>
                                        <p:tgtEl>
                                          <p:spTgt spid="38"/>
                                        </p:tgtEl>
                                        <p:attrNameLst>
                                          <p:attrName>style.visibility</p:attrName>
                                        </p:attrNameLst>
                                      </p:cBhvr>
                                      <p:to>
                                        <p:strVal val="visible"/>
                                      </p:to>
                                    </p:set>
                                    <p:animEffect transition="in" filter="fade">
                                      <p:cBhvr>
                                        <p:cTn id="56"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3" grpId="0" bldLvl="0" animBg="1"/>
      <p:bldP spid="34" grpId="0" bldLvl="0" animBg="1"/>
      <p:bldP spid="35" grpId="0" bldLvl="0" animBg="1"/>
      <p:bldP spid="14343" grpId="0" bldLvl="0" animBg="1"/>
      <p:bldP spid="14344" grpId="0"/>
      <p:bldP spid="14345" grpId="0" bldLvl="0" animBg="1"/>
      <p:bldP spid="14346" grpId="0"/>
      <p:bldP spid="14347" grpId="0" bldLvl="0" animBg="1"/>
      <p:bldP spid="14348" grpId="0"/>
      <p:bldP spid="36" grpId="0" bldLvl="0" animBg="1"/>
      <p:bldP spid="37" grpId="0" bldLvl="0" animBg="1"/>
      <p:bldP spid="38" grpId="0" bldLvl="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9" name="图片 48"/>
          <p:cNvPicPr>
            <a:picLocks noChangeAspect="1"/>
          </p:cNvPicPr>
          <p:nvPr/>
        </p:nvPicPr>
        <p:blipFill>
          <a:blip r:embed="rId1" cstate="screen"/>
          <a:srcRect l="35490" b="47335"/>
          <a:stretch>
            <a:fillRect/>
          </a:stretch>
        </p:blipFill>
        <p:spPr>
          <a:xfrm rot="10800000" flipH="1">
            <a:off x="0" y="0"/>
            <a:ext cx="1129890" cy="842443"/>
          </a:xfrm>
          <a:custGeom>
            <a:avLst/>
            <a:gdLst>
              <a:gd name="connsiteX0" fmla="*/ 0 w 6539008"/>
              <a:gd name="connsiteY0" fmla="*/ 0 h 4875469"/>
              <a:gd name="connsiteX1" fmla="*/ 6539008 w 6539008"/>
              <a:gd name="connsiteY1" fmla="*/ 0 h 4875469"/>
              <a:gd name="connsiteX2" fmla="*/ 6539008 w 6539008"/>
              <a:gd name="connsiteY2" fmla="*/ 4875469 h 4875469"/>
              <a:gd name="connsiteX3" fmla="*/ 0 w 6539008"/>
              <a:gd name="connsiteY3" fmla="*/ 4875469 h 4875469"/>
            </a:gdLst>
            <a:ahLst/>
            <a:cxnLst>
              <a:cxn ang="0">
                <a:pos x="connsiteX0" y="connsiteY0"/>
              </a:cxn>
              <a:cxn ang="0">
                <a:pos x="connsiteX1" y="connsiteY1"/>
              </a:cxn>
              <a:cxn ang="0">
                <a:pos x="connsiteX2" y="connsiteY2"/>
              </a:cxn>
              <a:cxn ang="0">
                <a:pos x="connsiteX3" y="connsiteY3"/>
              </a:cxn>
            </a:cxnLst>
            <a:rect l="l" t="t" r="r" b="b"/>
            <a:pathLst>
              <a:path w="6539008" h="4875469">
                <a:moveTo>
                  <a:pt x="0" y="0"/>
                </a:moveTo>
                <a:lnTo>
                  <a:pt x="6539008" y="0"/>
                </a:lnTo>
                <a:lnTo>
                  <a:pt x="6539008" y="4875469"/>
                </a:lnTo>
                <a:lnTo>
                  <a:pt x="0" y="4875469"/>
                </a:lnTo>
                <a:close/>
              </a:path>
            </a:pathLst>
          </a:custGeom>
        </p:spPr>
      </p:pic>
      <p:sp>
        <p:nvSpPr>
          <p:cNvPr id="41" name="PA-文本框 10"/>
          <p:cNvSpPr txBox="1"/>
          <p:nvPr>
            <p:custDataLst>
              <p:tags r:id="rId2"/>
            </p:custDataLst>
          </p:nvPr>
        </p:nvSpPr>
        <p:spPr>
          <a:xfrm>
            <a:off x="862013" y="30163"/>
            <a:ext cx="3254375" cy="450850"/>
          </a:xfrm>
          <a:prstGeom prst="rect">
            <a:avLst/>
          </a:prstGeom>
          <a:noFill/>
          <a:ln w="9525">
            <a:noFill/>
          </a:ln>
        </p:spPr>
        <p:txBody>
          <a:bodyPr wrap="square" anchor="t" anchorCtr="0">
            <a:spAutoFit/>
          </a:bodyPr>
          <a:p>
            <a:pPr>
              <a:lnSpc>
                <a:spcPct val="130000"/>
              </a:lnSpc>
            </a:pPr>
            <a:r>
              <a:rPr lang="en-US" altLang="zh-CN" b="1" dirty="0">
                <a:latin typeface="微软雅黑" panose="020B0503020204020204" pitchFamily="34" charset="-122"/>
                <a:ea typeface="微软雅黑" panose="020B0503020204020204" pitchFamily="34" charset="-122"/>
              </a:rPr>
              <a:t>e</a:t>
            </a:r>
            <a:r>
              <a:rPr lang="zh-CN" altLang="en-US" b="1" dirty="0">
                <a:latin typeface="微软雅黑" panose="020B0503020204020204" pitchFamily="34" charset="-122"/>
                <a:ea typeface="微软雅黑" panose="020B0503020204020204" pitchFamily="34" charset="-122"/>
              </a:rPr>
              <a:t>律师有什么</a:t>
            </a:r>
            <a:endParaRPr lang="zh-CN" altLang="en-US" b="1" dirty="0">
              <a:latin typeface="微软雅黑" panose="020B0503020204020204" pitchFamily="34" charset="-122"/>
              <a:ea typeface="微软雅黑" panose="020B0503020204020204" pitchFamily="34" charset="-122"/>
            </a:endParaRPr>
          </a:p>
        </p:txBody>
      </p:sp>
      <p:grpSp>
        <p:nvGrpSpPr>
          <p:cNvPr id="3" name="PA_库_组合 1"/>
          <p:cNvGrpSpPr/>
          <p:nvPr/>
        </p:nvGrpSpPr>
        <p:grpSpPr>
          <a:xfrm>
            <a:off x="4349750" y="1863725"/>
            <a:ext cx="3425825" cy="3165475"/>
            <a:chOff x="4350205" y="1864192"/>
            <a:chExt cx="3425937" cy="3164462"/>
          </a:xfrm>
        </p:grpSpPr>
        <p:grpSp>
          <p:nvGrpSpPr>
            <p:cNvPr id="4" name="Group 1"/>
            <p:cNvGrpSpPr/>
            <p:nvPr/>
          </p:nvGrpSpPr>
          <p:grpSpPr>
            <a:xfrm>
              <a:off x="4980126" y="1864192"/>
              <a:ext cx="1081562" cy="1582231"/>
              <a:chOff x="4936038" y="1742890"/>
              <a:chExt cx="1155700" cy="1690688"/>
            </a:xfrm>
          </p:grpSpPr>
          <p:sp>
            <p:nvSpPr>
              <p:cNvPr id="5" name="Freeform: Shape 2"/>
              <p:cNvSpPr/>
              <p:nvPr/>
            </p:nvSpPr>
            <p:spPr>
              <a:xfrm>
                <a:off x="4936038" y="1742890"/>
                <a:ext cx="1155700" cy="1690688"/>
              </a:xfrm>
              <a:custGeom>
                <a:avLst/>
                <a:gdLst/>
                <a:ahLst/>
                <a:cxnLst>
                  <a:cxn ang="0">
                    <a:pos x="240927" y="105432"/>
                  </a:cxn>
                  <a:cxn ang="0">
                    <a:pos x="756663" y="244754"/>
                  </a:cxn>
                  <a:cxn ang="0">
                    <a:pos x="1155700" y="937597"/>
                  </a:cxn>
                  <a:cxn ang="0">
                    <a:pos x="1155700" y="1690688"/>
                  </a:cxn>
                  <a:cxn ang="0">
                    <a:pos x="504442" y="1314142"/>
                  </a:cxn>
                  <a:cxn ang="0">
                    <a:pos x="105405" y="621299"/>
                  </a:cxn>
                  <a:cxn ang="0">
                    <a:pos x="240927" y="105432"/>
                  </a:cxn>
                </a:cxnLst>
                <a:pathLst>
                  <a:path w="307" h="449">
                    <a:moveTo>
                      <a:pt x="64" y="28"/>
                    </a:moveTo>
                    <a:cubicBezTo>
                      <a:pt x="112" y="0"/>
                      <a:pt x="173" y="17"/>
                      <a:pt x="201" y="65"/>
                    </a:cubicBezTo>
                    <a:cubicBezTo>
                      <a:pt x="307" y="249"/>
                      <a:pt x="307" y="249"/>
                      <a:pt x="307" y="249"/>
                    </a:cubicBezTo>
                    <a:cubicBezTo>
                      <a:pt x="307" y="449"/>
                      <a:pt x="307" y="449"/>
                      <a:pt x="307" y="449"/>
                    </a:cubicBezTo>
                    <a:cubicBezTo>
                      <a:pt x="134" y="349"/>
                      <a:pt x="134" y="349"/>
                      <a:pt x="134" y="349"/>
                    </a:cubicBezTo>
                    <a:cubicBezTo>
                      <a:pt x="28" y="165"/>
                      <a:pt x="28" y="165"/>
                      <a:pt x="28" y="165"/>
                    </a:cubicBezTo>
                    <a:cubicBezTo>
                      <a:pt x="0" y="117"/>
                      <a:pt x="16" y="56"/>
                      <a:pt x="64" y="28"/>
                    </a:cubicBezTo>
                    <a:close/>
                  </a:path>
                </a:pathLst>
              </a:custGeom>
              <a:solidFill>
                <a:schemeClr val="accent2"/>
              </a:solidFill>
              <a:ln w="9525">
                <a:noFill/>
              </a:ln>
            </p:spPr>
            <p:txBody>
              <a:bodyPr/>
              <a:p>
                <a:endParaRPr lang="zh-CN" altLang="en-US"/>
              </a:p>
            </p:txBody>
          </p:sp>
          <p:sp>
            <p:nvSpPr>
              <p:cNvPr id="6" name="Oval 3"/>
              <p:cNvSpPr/>
              <p:nvPr/>
            </p:nvSpPr>
            <p:spPr>
              <a:xfrm>
                <a:off x="5113100" y="1919528"/>
                <a:ext cx="519924" cy="51992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anchor="ctr" anchorCtr="1">
                <a:normAutofit/>
              </a:bodyPr>
              <a:p>
                <a:pPr algn="ctr" fontAlgn="auto"/>
                <a:r>
                  <a:rPr lang="en-US" sz="1600" strike="noStrike" noProof="1">
                    <a:solidFill>
                      <a:schemeClr val="tx1"/>
                    </a:solidFill>
                    <a:latin typeface="Impact" panose="020B0806030902050204" pitchFamily="34" charset="0"/>
                  </a:rPr>
                  <a:t>01</a:t>
                </a:r>
                <a:endParaRPr lang="en-US" sz="1600" strike="noStrike" noProof="1">
                  <a:solidFill>
                    <a:schemeClr val="tx1"/>
                  </a:solidFill>
                  <a:latin typeface="Impact" panose="020B0806030902050204" pitchFamily="34" charset="0"/>
                </a:endParaRPr>
              </a:p>
            </p:txBody>
          </p:sp>
        </p:grpSp>
        <p:grpSp>
          <p:nvGrpSpPr>
            <p:cNvPr id="7" name="Group 4"/>
            <p:cNvGrpSpPr/>
            <p:nvPr/>
          </p:nvGrpSpPr>
          <p:grpSpPr>
            <a:xfrm>
              <a:off x="6061688" y="1864192"/>
              <a:ext cx="1084533" cy="1582231"/>
              <a:chOff x="6091738" y="1742890"/>
              <a:chExt cx="1158875" cy="1690688"/>
            </a:xfrm>
          </p:grpSpPr>
          <p:sp>
            <p:nvSpPr>
              <p:cNvPr id="8" name="Freeform: Shape 5"/>
              <p:cNvSpPr/>
              <p:nvPr/>
            </p:nvSpPr>
            <p:spPr>
              <a:xfrm>
                <a:off x="6091738" y="1742890"/>
                <a:ext cx="1158875" cy="1690688"/>
              </a:xfrm>
              <a:custGeom>
                <a:avLst/>
                <a:gdLst/>
                <a:ahLst/>
                <a:cxnLst>
                  <a:cxn ang="0">
                    <a:pos x="914307" y="105432"/>
                  </a:cxn>
                  <a:cxn ang="0">
                    <a:pos x="1053522" y="621299"/>
                  </a:cxn>
                  <a:cxn ang="0">
                    <a:pos x="654689" y="1314142"/>
                  </a:cxn>
                  <a:cxn ang="0">
                    <a:pos x="0" y="1690688"/>
                  </a:cxn>
                  <a:cxn ang="0">
                    <a:pos x="0" y="937597"/>
                  </a:cxn>
                  <a:cxn ang="0">
                    <a:pos x="402596" y="244754"/>
                  </a:cxn>
                  <a:cxn ang="0">
                    <a:pos x="914307" y="105432"/>
                  </a:cxn>
                </a:cxnLst>
                <a:pathLst>
                  <a:path w="308" h="449">
                    <a:moveTo>
                      <a:pt x="243" y="28"/>
                    </a:moveTo>
                    <a:cubicBezTo>
                      <a:pt x="291" y="56"/>
                      <a:pt x="308" y="117"/>
                      <a:pt x="280" y="165"/>
                    </a:cubicBezTo>
                    <a:cubicBezTo>
                      <a:pt x="174" y="349"/>
                      <a:pt x="174" y="349"/>
                      <a:pt x="174" y="349"/>
                    </a:cubicBezTo>
                    <a:cubicBezTo>
                      <a:pt x="0" y="449"/>
                      <a:pt x="0" y="449"/>
                      <a:pt x="0" y="449"/>
                    </a:cubicBezTo>
                    <a:cubicBezTo>
                      <a:pt x="0" y="249"/>
                      <a:pt x="0" y="249"/>
                      <a:pt x="0" y="249"/>
                    </a:cubicBezTo>
                    <a:cubicBezTo>
                      <a:pt x="107" y="65"/>
                      <a:pt x="107" y="65"/>
                      <a:pt x="107" y="65"/>
                    </a:cubicBezTo>
                    <a:cubicBezTo>
                      <a:pt x="134" y="17"/>
                      <a:pt x="196" y="0"/>
                      <a:pt x="243" y="28"/>
                    </a:cubicBezTo>
                    <a:close/>
                  </a:path>
                </a:pathLst>
              </a:custGeom>
              <a:solidFill>
                <a:srgbClr val="3B6D85"/>
              </a:solidFill>
              <a:ln w="9525">
                <a:noFill/>
              </a:ln>
            </p:spPr>
            <p:txBody>
              <a:bodyPr/>
              <a:p>
                <a:endParaRPr lang="zh-CN" altLang="en-US"/>
              </a:p>
            </p:txBody>
          </p:sp>
          <p:sp>
            <p:nvSpPr>
              <p:cNvPr id="9" name="Oval 6"/>
              <p:cNvSpPr/>
              <p:nvPr/>
            </p:nvSpPr>
            <p:spPr>
              <a:xfrm>
                <a:off x="6559330" y="1919528"/>
                <a:ext cx="519924" cy="51992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anchor="ctr" anchorCtr="1">
                <a:normAutofit/>
              </a:bodyPr>
              <a:p>
                <a:pPr algn="ctr" fontAlgn="auto"/>
                <a:r>
                  <a:rPr lang="en-US" sz="1600" strike="noStrike" noProof="1">
                    <a:solidFill>
                      <a:schemeClr val="tx1"/>
                    </a:solidFill>
                    <a:latin typeface="Impact" panose="020B0806030902050204" pitchFamily="34" charset="0"/>
                  </a:rPr>
                  <a:t>06</a:t>
                </a:r>
                <a:endParaRPr lang="en-US" sz="1600" strike="noStrike" noProof="1">
                  <a:solidFill>
                    <a:schemeClr val="tx1"/>
                  </a:solidFill>
                  <a:latin typeface="Impact" panose="020B0806030902050204" pitchFamily="34" charset="0"/>
                </a:endParaRPr>
              </a:p>
            </p:txBody>
          </p:sp>
        </p:grpSp>
        <p:grpSp>
          <p:nvGrpSpPr>
            <p:cNvPr id="11" name="Group 7"/>
            <p:cNvGrpSpPr/>
            <p:nvPr/>
          </p:nvGrpSpPr>
          <p:grpSpPr>
            <a:xfrm>
              <a:off x="4980126" y="3446423"/>
              <a:ext cx="1081562" cy="1582231"/>
              <a:chOff x="4936038" y="3433578"/>
              <a:chExt cx="1155700" cy="1690688"/>
            </a:xfrm>
          </p:grpSpPr>
          <p:sp>
            <p:nvSpPr>
              <p:cNvPr id="13" name="Freeform: Shape 8"/>
              <p:cNvSpPr/>
              <p:nvPr/>
            </p:nvSpPr>
            <p:spPr>
              <a:xfrm>
                <a:off x="4936038" y="3433578"/>
                <a:ext cx="1155700" cy="1690688"/>
              </a:xfrm>
              <a:custGeom>
                <a:avLst/>
                <a:gdLst/>
                <a:ahLst/>
                <a:cxnLst>
                  <a:cxn ang="0">
                    <a:pos x="240927" y="1585255"/>
                  </a:cxn>
                  <a:cxn ang="0">
                    <a:pos x="756663" y="1445933"/>
                  </a:cxn>
                  <a:cxn ang="0">
                    <a:pos x="1155700" y="753090"/>
                  </a:cxn>
                  <a:cxn ang="0">
                    <a:pos x="1155700" y="0"/>
                  </a:cxn>
                  <a:cxn ang="0">
                    <a:pos x="504442" y="376545"/>
                  </a:cxn>
                  <a:cxn ang="0">
                    <a:pos x="105405" y="1069388"/>
                  </a:cxn>
                  <a:cxn ang="0">
                    <a:pos x="240927" y="1585255"/>
                  </a:cxn>
                </a:cxnLst>
                <a:pathLst>
                  <a:path w="307" h="449">
                    <a:moveTo>
                      <a:pt x="64" y="421"/>
                    </a:moveTo>
                    <a:cubicBezTo>
                      <a:pt x="112" y="449"/>
                      <a:pt x="173" y="432"/>
                      <a:pt x="201" y="384"/>
                    </a:cubicBezTo>
                    <a:cubicBezTo>
                      <a:pt x="307" y="200"/>
                      <a:pt x="307" y="200"/>
                      <a:pt x="307" y="200"/>
                    </a:cubicBezTo>
                    <a:cubicBezTo>
                      <a:pt x="307" y="0"/>
                      <a:pt x="307" y="0"/>
                      <a:pt x="307" y="0"/>
                    </a:cubicBezTo>
                    <a:cubicBezTo>
                      <a:pt x="134" y="100"/>
                      <a:pt x="134" y="100"/>
                      <a:pt x="134" y="100"/>
                    </a:cubicBezTo>
                    <a:cubicBezTo>
                      <a:pt x="28" y="284"/>
                      <a:pt x="28" y="284"/>
                      <a:pt x="28" y="284"/>
                    </a:cubicBezTo>
                    <a:cubicBezTo>
                      <a:pt x="0" y="332"/>
                      <a:pt x="16" y="393"/>
                      <a:pt x="64" y="421"/>
                    </a:cubicBezTo>
                    <a:close/>
                  </a:path>
                </a:pathLst>
              </a:custGeom>
              <a:solidFill>
                <a:srgbClr val="3B6D85"/>
              </a:solidFill>
              <a:ln w="9525">
                <a:noFill/>
              </a:ln>
            </p:spPr>
            <p:txBody>
              <a:bodyPr/>
              <a:p>
                <a:endParaRPr lang="zh-CN" altLang="en-US"/>
              </a:p>
            </p:txBody>
          </p:sp>
          <p:sp>
            <p:nvSpPr>
              <p:cNvPr id="15" name="Oval 9"/>
              <p:cNvSpPr/>
              <p:nvPr/>
            </p:nvSpPr>
            <p:spPr>
              <a:xfrm>
                <a:off x="5113100" y="4427705"/>
                <a:ext cx="519924" cy="51992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anchor="ctr" anchorCtr="1">
                <a:normAutofit/>
              </a:bodyPr>
              <a:p>
                <a:pPr algn="ctr" fontAlgn="auto"/>
                <a:r>
                  <a:rPr lang="en-US" sz="1600" strike="noStrike" noProof="1">
                    <a:solidFill>
                      <a:schemeClr val="tx1"/>
                    </a:solidFill>
                    <a:latin typeface="Impact" panose="020B0806030902050204" pitchFamily="34" charset="0"/>
                  </a:rPr>
                  <a:t>03</a:t>
                </a:r>
                <a:endParaRPr lang="en-US" sz="1600" strike="noStrike" noProof="1">
                  <a:solidFill>
                    <a:schemeClr val="tx1"/>
                  </a:solidFill>
                  <a:latin typeface="Impact" panose="020B0806030902050204" pitchFamily="34" charset="0"/>
                </a:endParaRPr>
              </a:p>
            </p:txBody>
          </p:sp>
        </p:grpSp>
        <p:grpSp>
          <p:nvGrpSpPr>
            <p:cNvPr id="20" name="Group 10"/>
            <p:cNvGrpSpPr/>
            <p:nvPr/>
          </p:nvGrpSpPr>
          <p:grpSpPr>
            <a:xfrm>
              <a:off x="6061688" y="3446423"/>
              <a:ext cx="1084533" cy="1582231"/>
              <a:chOff x="6091738" y="3433578"/>
              <a:chExt cx="1158875" cy="1690688"/>
            </a:xfrm>
          </p:grpSpPr>
          <p:sp>
            <p:nvSpPr>
              <p:cNvPr id="22" name="Freeform: Shape 11"/>
              <p:cNvSpPr/>
              <p:nvPr/>
            </p:nvSpPr>
            <p:spPr>
              <a:xfrm>
                <a:off x="6091738" y="3433578"/>
                <a:ext cx="1158875" cy="1690688"/>
              </a:xfrm>
              <a:custGeom>
                <a:avLst/>
                <a:gdLst/>
                <a:ahLst/>
                <a:cxnLst>
                  <a:cxn ang="0">
                    <a:pos x="914307" y="1585255"/>
                  </a:cxn>
                  <a:cxn ang="0">
                    <a:pos x="1053522" y="1069388"/>
                  </a:cxn>
                  <a:cxn ang="0">
                    <a:pos x="654689" y="376545"/>
                  </a:cxn>
                  <a:cxn ang="0">
                    <a:pos x="0" y="0"/>
                  </a:cxn>
                  <a:cxn ang="0">
                    <a:pos x="0" y="753090"/>
                  </a:cxn>
                  <a:cxn ang="0">
                    <a:pos x="402596" y="1445933"/>
                  </a:cxn>
                  <a:cxn ang="0">
                    <a:pos x="914307" y="1585255"/>
                  </a:cxn>
                </a:cxnLst>
                <a:pathLst>
                  <a:path w="308" h="449">
                    <a:moveTo>
                      <a:pt x="243" y="421"/>
                    </a:moveTo>
                    <a:cubicBezTo>
                      <a:pt x="291" y="393"/>
                      <a:pt x="308" y="332"/>
                      <a:pt x="280" y="284"/>
                    </a:cubicBezTo>
                    <a:cubicBezTo>
                      <a:pt x="174" y="100"/>
                      <a:pt x="174" y="100"/>
                      <a:pt x="174" y="100"/>
                    </a:cubicBezTo>
                    <a:cubicBezTo>
                      <a:pt x="0" y="0"/>
                      <a:pt x="0" y="0"/>
                      <a:pt x="0" y="0"/>
                    </a:cubicBezTo>
                    <a:cubicBezTo>
                      <a:pt x="0" y="200"/>
                      <a:pt x="0" y="200"/>
                      <a:pt x="0" y="200"/>
                    </a:cubicBezTo>
                    <a:cubicBezTo>
                      <a:pt x="107" y="384"/>
                      <a:pt x="107" y="384"/>
                      <a:pt x="107" y="384"/>
                    </a:cubicBezTo>
                    <a:cubicBezTo>
                      <a:pt x="134" y="432"/>
                      <a:pt x="196" y="449"/>
                      <a:pt x="243" y="421"/>
                    </a:cubicBezTo>
                    <a:close/>
                  </a:path>
                </a:pathLst>
              </a:custGeom>
              <a:solidFill>
                <a:schemeClr val="accent2"/>
              </a:solidFill>
              <a:ln w="9525">
                <a:noFill/>
              </a:ln>
            </p:spPr>
            <p:txBody>
              <a:bodyPr/>
              <a:p>
                <a:endParaRPr lang="zh-CN" altLang="en-US"/>
              </a:p>
            </p:txBody>
          </p:sp>
          <p:sp>
            <p:nvSpPr>
              <p:cNvPr id="24" name="Oval 12"/>
              <p:cNvSpPr/>
              <p:nvPr/>
            </p:nvSpPr>
            <p:spPr>
              <a:xfrm>
                <a:off x="6559330" y="4427705"/>
                <a:ext cx="519924" cy="51992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anchor="ctr" anchorCtr="1">
                <a:normAutofit/>
              </a:bodyPr>
              <a:p>
                <a:pPr lvl="0" algn="ctr" fontAlgn="auto"/>
                <a:r>
                  <a:rPr lang="en-US" sz="1600" strike="noStrike" noProof="1">
                    <a:solidFill>
                      <a:schemeClr val="tx1"/>
                    </a:solidFill>
                    <a:latin typeface="Impact" panose="020B0806030902050204" pitchFamily="34" charset="0"/>
                  </a:rPr>
                  <a:t>04</a:t>
                </a:r>
                <a:endParaRPr lang="en-US" sz="1600" strike="noStrike" noProof="1">
                  <a:solidFill>
                    <a:schemeClr val="tx1"/>
                  </a:solidFill>
                  <a:latin typeface="Impact" panose="020B0806030902050204" pitchFamily="34" charset="0"/>
                </a:endParaRPr>
              </a:p>
            </p:txBody>
          </p:sp>
        </p:grpSp>
        <p:grpSp>
          <p:nvGrpSpPr>
            <p:cNvPr id="32" name="Group 13"/>
            <p:cNvGrpSpPr/>
            <p:nvPr/>
          </p:nvGrpSpPr>
          <p:grpSpPr>
            <a:xfrm>
              <a:off x="6061688" y="3094321"/>
              <a:ext cx="1714454" cy="704204"/>
              <a:chOff x="6091738" y="3057340"/>
              <a:chExt cx="1831975" cy="752475"/>
            </a:xfrm>
          </p:grpSpPr>
          <p:sp>
            <p:nvSpPr>
              <p:cNvPr id="34" name="Freeform: Shape 14"/>
              <p:cNvSpPr/>
              <p:nvPr/>
            </p:nvSpPr>
            <p:spPr bwMode="auto">
              <a:xfrm>
                <a:off x="6091738" y="3057340"/>
                <a:ext cx="1831975" cy="752475"/>
              </a:xfrm>
              <a:custGeom>
                <a:avLst/>
                <a:gdLst>
                  <a:gd name="T0" fmla="*/ 487 w 487"/>
                  <a:gd name="T1" fmla="*/ 100 h 200"/>
                  <a:gd name="T2" fmla="*/ 387 w 487"/>
                  <a:gd name="T3" fmla="*/ 200 h 200"/>
                  <a:gd name="T4" fmla="*/ 174 w 487"/>
                  <a:gd name="T5" fmla="*/ 200 h 200"/>
                  <a:gd name="T6" fmla="*/ 0 w 487"/>
                  <a:gd name="T7" fmla="*/ 100 h 200"/>
                  <a:gd name="T8" fmla="*/ 174 w 487"/>
                  <a:gd name="T9" fmla="*/ 0 h 200"/>
                  <a:gd name="T10" fmla="*/ 387 w 487"/>
                  <a:gd name="T11" fmla="*/ 0 h 200"/>
                  <a:gd name="T12" fmla="*/ 487 w 487"/>
                  <a:gd name="T13" fmla="*/ 100 h 200"/>
                </a:gdLst>
                <a:ahLst/>
                <a:cxnLst>
                  <a:cxn ang="0">
                    <a:pos x="T0" y="T1"/>
                  </a:cxn>
                  <a:cxn ang="0">
                    <a:pos x="T2" y="T3"/>
                  </a:cxn>
                  <a:cxn ang="0">
                    <a:pos x="T4" y="T5"/>
                  </a:cxn>
                  <a:cxn ang="0">
                    <a:pos x="T6" y="T7"/>
                  </a:cxn>
                  <a:cxn ang="0">
                    <a:pos x="T8" y="T9"/>
                  </a:cxn>
                  <a:cxn ang="0">
                    <a:pos x="T10" y="T11"/>
                  </a:cxn>
                  <a:cxn ang="0">
                    <a:pos x="T12" y="T13"/>
                  </a:cxn>
                </a:cxnLst>
                <a:rect l="0" t="0" r="r" b="b"/>
                <a:pathLst>
                  <a:path w="487" h="200">
                    <a:moveTo>
                      <a:pt x="487" y="100"/>
                    </a:moveTo>
                    <a:cubicBezTo>
                      <a:pt x="487" y="155"/>
                      <a:pt x="442" y="200"/>
                      <a:pt x="387" y="200"/>
                    </a:cubicBezTo>
                    <a:cubicBezTo>
                      <a:pt x="174" y="200"/>
                      <a:pt x="174" y="200"/>
                      <a:pt x="174" y="200"/>
                    </a:cubicBezTo>
                    <a:cubicBezTo>
                      <a:pt x="0" y="100"/>
                      <a:pt x="0" y="100"/>
                      <a:pt x="0" y="100"/>
                    </a:cubicBezTo>
                    <a:cubicBezTo>
                      <a:pt x="174" y="0"/>
                      <a:pt x="174" y="0"/>
                      <a:pt x="174" y="0"/>
                    </a:cubicBezTo>
                    <a:cubicBezTo>
                      <a:pt x="387" y="0"/>
                      <a:pt x="387" y="0"/>
                      <a:pt x="387" y="0"/>
                    </a:cubicBezTo>
                    <a:cubicBezTo>
                      <a:pt x="442" y="0"/>
                      <a:pt x="486" y="45"/>
                      <a:pt x="487" y="100"/>
                    </a:cubicBezTo>
                    <a:close/>
                  </a:path>
                </a:pathLst>
              </a:custGeom>
              <a:solidFill>
                <a:schemeClr val="accent5"/>
              </a:solidFill>
              <a:ln>
                <a:noFill/>
              </a:ln>
            </p:spPr>
            <p:txBody>
              <a:bodyPr anchor="ctr"/>
              <a:p>
                <a:pPr algn="ctr" fontAlgn="auto"/>
              </a:p>
            </p:txBody>
          </p:sp>
          <p:sp>
            <p:nvSpPr>
              <p:cNvPr id="36" name="Oval 15"/>
              <p:cNvSpPr/>
              <p:nvPr/>
            </p:nvSpPr>
            <p:spPr>
              <a:xfrm>
                <a:off x="7275294" y="3176861"/>
                <a:ext cx="519924" cy="51992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anchor="ctr" anchorCtr="1">
                <a:normAutofit/>
              </a:bodyPr>
              <a:p>
                <a:pPr algn="ctr" fontAlgn="auto"/>
                <a:r>
                  <a:rPr lang="en-US" sz="1600" strike="noStrike" noProof="1">
                    <a:solidFill>
                      <a:schemeClr val="tx1"/>
                    </a:solidFill>
                    <a:latin typeface="Impact" panose="020B0806030902050204" pitchFamily="34" charset="0"/>
                  </a:rPr>
                  <a:t>05</a:t>
                </a:r>
                <a:endParaRPr lang="en-US" sz="1600" strike="noStrike" noProof="1">
                  <a:solidFill>
                    <a:schemeClr val="tx1"/>
                  </a:solidFill>
                  <a:latin typeface="Impact" panose="020B0806030902050204" pitchFamily="34" charset="0"/>
                </a:endParaRPr>
              </a:p>
            </p:txBody>
          </p:sp>
        </p:grpSp>
        <p:grpSp>
          <p:nvGrpSpPr>
            <p:cNvPr id="38" name="Group 16"/>
            <p:cNvGrpSpPr/>
            <p:nvPr/>
          </p:nvGrpSpPr>
          <p:grpSpPr>
            <a:xfrm>
              <a:off x="4350205" y="3094321"/>
              <a:ext cx="1711483" cy="704204"/>
              <a:chOff x="4262938" y="3057340"/>
              <a:chExt cx="1828800" cy="752475"/>
            </a:xfrm>
          </p:grpSpPr>
          <p:sp>
            <p:nvSpPr>
              <p:cNvPr id="47" name="Freeform: Shape 17"/>
              <p:cNvSpPr/>
              <p:nvPr/>
            </p:nvSpPr>
            <p:spPr bwMode="auto">
              <a:xfrm>
                <a:off x="4262938" y="3057340"/>
                <a:ext cx="1828800" cy="752475"/>
              </a:xfrm>
              <a:custGeom>
                <a:avLst/>
                <a:gdLst>
                  <a:gd name="T0" fmla="*/ 0 w 486"/>
                  <a:gd name="T1" fmla="*/ 100 h 200"/>
                  <a:gd name="T2" fmla="*/ 100 w 486"/>
                  <a:gd name="T3" fmla="*/ 200 h 200"/>
                  <a:gd name="T4" fmla="*/ 313 w 486"/>
                  <a:gd name="T5" fmla="*/ 200 h 200"/>
                  <a:gd name="T6" fmla="*/ 486 w 486"/>
                  <a:gd name="T7" fmla="*/ 100 h 200"/>
                  <a:gd name="T8" fmla="*/ 313 w 486"/>
                  <a:gd name="T9" fmla="*/ 0 h 200"/>
                  <a:gd name="T10" fmla="*/ 100 w 486"/>
                  <a:gd name="T11" fmla="*/ 0 h 200"/>
                  <a:gd name="T12" fmla="*/ 0 w 486"/>
                  <a:gd name="T13" fmla="*/ 100 h 200"/>
                </a:gdLst>
                <a:ahLst/>
                <a:cxnLst>
                  <a:cxn ang="0">
                    <a:pos x="T0" y="T1"/>
                  </a:cxn>
                  <a:cxn ang="0">
                    <a:pos x="T2" y="T3"/>
                  </a:cxn>
                  <a:cxn ang="0">
                    <a:pos x="T4" y="T5"/>
                  </a:cxn>
                  <a:cxn ang="0">
                    <a:pos x="T6" y="T7"/>
                  </a:cxn>
                  <a:cxn ang="0">
                    <a:pos x="T8" y="T9"/>
                  </a:cxn>
                  <a:cxn ang="0">
                    <a:pos x="T10" y="T11"/>
                  </a:cxn>
                  <a:cxn ang="0">
                    <a:pos x="T12" y="T13"/>
                  </a:cxn>
                </a:cxnLst>
                <a:rect l="0" t="0" r="r" b="b"/>
                <a:pathLst>
                  <a:path w="486" h="200">
                    <a:moveTo>
                      <a:pt x="0" y="100"/>
                    </a:moveTo>
                    <a:cubicBezTo>
                      <a:pt x="0" y="155"/>
                      <a:pt x="45" y="200"/>
                      <a:pt x="100" y="200"/>
                    </a:cubicBezTo>
                    <a:cubicBezTo>
                      <a:pt x="313" y="200"/>
                      <a:pt x="313" y="200"/>
                      <a:pt x="313" y="200"/>
                    </a:cubicBezTo>
                    <a:cubicBezTo>
                      <a:pt x="486" y="100"/>
                      <a:pt x="486" y="100"/>
                      <a:pt x="486" y="100"/>
                    </a:cubicBezTo>
                    <a:cubicBezTo>
                      <a:pt x="313" y="0"/>
                      <a:pt x="313" y="0"/>
                      <a:pt x="313" y="0"/>
                    </a:cubicBezTo>
                    <a:cubicBezTo>
                      <a:pt x="100" y="0"/>
                      <a:pt x="100" y="0"/>
                      <a:pt x="100" y="0"/>
                    </a:cubicBezTo>
                    <a:cubicBezTo>
                      <a:pt x="45" y="0"/>
                      <a:pt x="0" y="45"/>
                      <a:pt x="0" y="100"/>
                    </a:cubicBezTo>
                    <a:close/>
                  </a:path>
                </a:pathLst>
              </a:custGeom>
              <a:solidFill>
                <a:schemeClr val="accent5"/>
              </a:solidFill>
              <a:ln>
                <a:noFill/>
              </a:ln>
            </p:spPr>
            <p:txBody>
              <a:bodyPr anchor="ctr"/>
              <a:p>
                <a:pPr algn="ctr" fontAlgn="auto"/>
              </a:p>
            </p:txBody>
          </p:sp>
          <p:sp>
            <p:nvSpPr>
              <p:cNvPr id="48" name="Oval 18"/>
              <p:cNvSpPr/>
              <p:nvPr/>
            </p:nvSpPr>
            <p:spPr>
              <a:xfrm>
                <a:off x="4400125" y="3176861"/>
                <a:ext cx="519924" cy="51992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anchor="ctr" anchorCtr="1">
                <a:normAutofit/>
              </a:bodyPr>
              <a:p>
                <a:pPr algn="ctr" fontAlgn="auto"/>
                <a:r>
                  <a:rPr lang="en-AU" sz="1600" strike="noStrike" noProof="1">
                    <a:solidFill>
                      <a:schemeClr val="tx1"/>
                    </a:solidFill>
                    <a:latin typeface="Impact" panose="020B0806030902050204" pitchFamily="34" charset="0"/>
                  </a:rPr>
                  <a:t>02</a:t>
                </a:r>
                <a:endParaRPr lang="en-AU" sz="1600" strike="noStrike" noProof="1">
                  <a:solidFill>
                    <a:schemeClr val="tx1"/>
                  </a:solidFill>
                  <a:latin typeface="Impact" panose="020B0806030902050204" pitchFamily="34" charset="0"/>
                </a:endParaRPr>
              </a:p>
            </p:txBody>
          </p:sp>
        </p:grpSp>
      </p:grpSp>
      <p:grpSp>
        <p:nvGrpSpPr>
          <p:cNvPr id="50" name="PA_库_组合 45"/>
          <p:cNvGrpSpPr/>
          <p:nvPr/>
        </p:nvGrpSpPr>
        <p:grpSpPr>
          <a:xfrm>
            <a:off x="8564563" y="1866900"/>
            <a:ext cx="2662237" cy="1006475"/>
            <a:chOff x="8564887" y="1866224"/>
            <a:chExt cx="2661189" cy="1007288"/>
          </a:xfrm>
        </p:grpSpPr>
        <p:sp>
          <p:nvSpPr>
            <p:cNvPr id="51" name="TextBox 20"/>
            <p:cNvSpPr txBox="1"/>
            <p:nvPr/>
          </p:nvSpPr>
          <p:spPr>
            <a:xfrm>
              <a:off x="9327005" y="1866224"/>
              <a:ext cx="1077218" cy="215444"/>
            </a:xfrm>
            <a:prstGeom prst="rect">
              <a:avLst/>
            </a:prstGeom>
            <a:noFill/>
          </p:spPr>
          <p:txBody>
            <a:bodyPr wrap="none" lIns="0" tIns="0" rIns="0" bIns="0" anchor="ctr">
              <a:normAutofit fontScale="90000"/>
            </a:bodyPr>
            <a:p>
              <a:pPr defTabSz="685800" fontAlgn="auto">
                <a:buClrTx/>
                <a:buSzTx/>
                <a:buFontTx/>
              </a:pPr>
              <a:r>
                <a:rPr lang="zh-CN" altLang="en-US" sz="1400" b="1" noProof="1" dirty="0">
                  <a:solidFill>
                    <a:srgbClr val="656D78"/>
                  </a:solidFill>
                  <a:latin typeface="+mn-lt"/>
                  <a:ea typeface="+mn-ea"/>
                  <a:cs typeface="+mn-cs"/>
                  <a:sym typeface="+mn-lt"/>
                </a:rPr>
                <a:t>办案工具</a:t>
              </a:r>
              <a:endParaRPr lang="zh-CN" altLang="en-US" sz="1400" b="1" noProof="1" dirty="0">
                <a:solidFill>
                  <a:srgbClr val="656D78"/>
                </a:solidFill>
              </a:endParaRPr>
            </a:p>
          </p:txBody>
        </p:sp>
        <p:sp>
          <p:nvSpPr>
            <p:cNvPr id="52" name="TextBox 21"/>
            <p:cNvSpPr txBox="1"/>
            <p:nvPr/>
          </p:nvSpPr>
          <p:spPr>
            <a:xfrm>
              <a:off x="9327006" y="2132333"/>
              <a:ext cx="1899070" cy="741179"/>
            </a:xfrm>
            <a:prstGeom prst="rect">
              <a:avLst/>
            </a:prstGeom>
            <a:noFill/>
            <a:ln w="9525">
              <a:noFill/>
            </a:ln>
          </p:spPr>
          <p:txBody>
            <a:bodyPr wrap="square" lIns="0" tIns="0" rIns="0" bIns="0" anchor="t" anchorCtr="0"/>
            <a:p>
              <a:pPr>
                <a:lnSpc>
                  <a:spcPct val="90000"/>
                </a:lnSpc>
              </a:pPr>
              <a:r>
                <a:rPr lang="zh-CN" altLang="en-US" sz="900" dirty="0">
                  <a:solidFill>
                    <a:srgbClr val="656D78"/>
                  </a:solidFill>
                  <a:latin typeface="Arial" panose="020B0604020202020204" pitchFamily="34" charset="0"/>
                  <a:ea typeface="微软雅黑" panose="020B0503020204020204" pitchFamily="34" charset="-122"/>
                  <a:sym typeface="微软雅黑" panose="020B0503020204020204" pitchFamily="34" charset="-122"/>
                </a:rPr>
                <a:t>法律法规、裁判文书、企业征信、执行信息、诉讼保全、不良资产、专家辅助人……</a:t>
              </a:r>
              <a:endParaRPr lang="zh-CN" altLang="en-US" sz="900" dirty="0">
                <a:solidFill>
                  <a:srgbClr val="656D78"/>
                </a:solidFill>
                <a:latin typeface="Arial" panose="020B0604020202020204" pitchFamily="34" charset="0"/>
                <a:ea typeface="微软雅黑" panose="020B0503020204020204" pitchFamily="34" charset="-122"/>
                <a:sym typeface="微软雅黑" panose="020B0503020204020204" pitchFamily="34" charset="-122"/>
              </a:endParaRPr>
            </a:p>
          </p:txBody>
        </p:sp>
        <p:sp>
          <p:nvSpPr>
            <p:cNvPr id="53" name="Rectangle: Rounded Corners 28"/>
            <p:cNvSpPr/>
            <p:nvPr/>
          </p:nvSpPr>
          <p:spPr>
            <a:xfrm>
              <a:off x="8564887" y="1896398"/>
              <a:ext cx="585634" cy="565904"/>
            </a:xfrm>
            <a:prstGeom prst="roundRect">
              <a:avLst>
                <a:gd name="adj" fmla="val 16554"/>
              </a:avLst>
            </a:prstGeom>
            <a:solidFill>
              <a:srgbClr val="3B6D85"/>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anchor="ctr" anchorCtr="1">
              <a:normAutofit/>
            </a:bodyPr>
            <a:p>
              <a:pPr algn="ctr" fontAlgn="auto"/>
              <a:r>
                <a:rPr lang="en-US" sz="1600" strike="noStrike" noProof="1">
                  <a:solidFill>
                    <a:schemeClr val="bg1"/>
                  </a:solidFill>
                  <a:latin typeface="Impact" panose="020B0806030902050204" pitchFamily="34" charset="0"/>
                </a:rPr>
                <a:t>06</a:t>
              </a:r>
              <a:endParaRPr lang="en-US" sz="1600" strike="noStrike" noProof="1">
                <a:solidFill>
                  <a:schemeClr val="bg1"/>
                </a:solidFill>
                <a:latin typeface="Impact" panose="020B0806030902050204" pitchFamily="34" charset="0"/>
              </a:endParaRPr>
            </a:p>
          </p:txBody>
        </p:sp>
      </p:grpSp>
      <p:grpSp>
        <p:nvGrpSpPr>
          <p:cNvPr id="54" name="PA_库_组合 44"/>
          <p:cNvGrpSpPr/>
          <p:nvPr/>
        </p:nvGrpSpPr>
        <p:grpSpPr>
          <a:xfrm>
            <a:off x="8564563" y="3128963"/>
            <a:ext cx="2662237" cy="1008062"/>
            <a:chOff x="8564887" y="3129068"/>
            <a:chExt cx="2661189" cy="1007288"/>
          </a:xfrm>
        </p:grpSpPr>
        <p:sp>
          <p:nvSpPr>
            <p:cNvPr id="55" name="TextBox 23"/>
            <p:cNvSpPr txBox="1"/>
            <p:nvPr/>
          </p:nvSpPr>
          <p:spPr>
            <a:xfrm>
              <a:off x="9327005" y="3129068"/>
              <a:ext cx="1077218" cy="215444"/>
            </a:xfrm>
            <a:prstGeom prst="rect">
              <a:avLst/>
            </a:prstGeom>
            <a:noFill/>
          </p:spPr>
          <p:txBody>
            <a:bodyPr wrap="none" lIns="0" tIns="0" rIns="0" bIns="0" anchor="ctr">
              <a:normAutofit fontScale="90000"/>
            </a:bodyPr>
            <a:p>
              <a:pPr defTabSz="685800" fontAlgn="auto">
                <a:buClrTx/>
                <a:buSzTx/>
                <a:buFontTx/>
              </a:pPr>
              <a:r>
                <a:rPr lang="zh-CN" altLang="en-US" sz="1400" b="1" noProof="1" dirty="0">
                  <a:solidFill>
                    <a:srgbClr val="656D78"/>
                  </a:solidFill>
                  <a:latin typeface="+mn-lt"/>
                  <a:ea typeface="+mn-ea"/>
                  <a:cs typeface="+mn-cs"/>
                  <a:sym typeface="+mn-lt"/>
                </a:rPr>
                <a:t>数据统计</a:t>
              </a:r>
              <a:endParaRPr lang="zh-CN" altLang="en-US" sz="1400" b="1" noProof="1" dirty="0">
                <a:solidFill>
                  <a:srgbClr val="656D78"/>
                </a:solidFill>
              </a:endParaRPr>
            </a:p>
          </p:txBody>
        </p:sp>
        <p:sp>
          <p:nvSpPr>
            <p:cNvPr id="56" name="TextBox 24"/>
            <p:cNvSpPr txBox="1"/>
            <p:nvPr/>
          </p:nvSpPr>
          <p:spPr>
            <a:xfrm>
              <a:off x="9327006" y="3395177"/>
              <a:ext cx="1899070" cy="741179"/>
            </a:xfrm>
            <a:prstGeom prst="rect">
              <a:avLst/>
            </a:prstGeom>
            <a:noFill/>
            <a:ln w="9525">
              <a:noFill/>
            </a:ln>
          </p:spPr>
          <p:txBody>
            <a:bodyPr wrap="square" lIns="0" tIns="0" rIns="0" bIns="0" anchor="t" anchorCtr="0"/>
            <a:p>
              <a:pPr>
                <a:lnSpc>
                  <a:spcPct val="120000"/>
                </a:lnSpc>
              </a:pPr>
              <a:r>
                <a:rPr lang="zh-CN" altLang="en-US" sz="900" dirty="0">
                  <a:solidFill>
                    <a:srgbClr val="656D78"/>
                  </a:solidFill>
                  <a:latin typeface="Arial" panose="020B0604020202020204" pitchFamily="34" charset="0"/>
                  <a:ea typeface="微软雅黑" panose="020B0503020204020204" pitchFamily="34" charset="-122"/>
                  <a:sym typeface="微软雅黑" panose="020B0503020204020204" pitchFamily="34" charset="-122"/>
                </a:rPr>
                <a:t>月度报表统计、季度报表统计、业务数据上报……</a:t>
              </a:r>
              <a:endParaRPr lang="zh-CN" altLang="en-US" sz="900" dirty="0">
                <a:solidFill>
                  <a:srgbClr val="656D78"/>
                </a:solidFill>
                <a:latin typeface="Arial" panose="020B0604020202020204" pitchFamily="34" charset="0"/>
                <a:ea typeface="微软雅黑" panose="020B0503020204020204" pitchFamily="34" charset="-122"/>
              </a:endParaRPr>
            </a:p>
          </p:txBody>
        </p:sp>
        <p:sp>
          <p:nvSpPr>
            <p:cNvPr id="57" name="Rectangle: Rounded Corners 29"/>
            <p:cNvSpPr/>
            <p:nvPr/>
          </p:nvSpPr>
          <p:spPr>
            <a:xfrm>
              <a:off x="8564887" y="3159240"/>
              <a:ext cx="585634" cy="565904"/>
            </a:xfrm>
            <a:prstGeom prst="roundRect">
              <a:avLst>
                <a:gd name="adj" fmla="val 16554"/>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anchor="ctr" anchorCtr="1">
              <a:normAutofit/>
            </a:bodyPr>
            <a:p>
              <a:pPr algn="ctr" fontAlgn="auto"/>
              <a:r>
                <a:rPr lang="en-US" sz="1600" strike="noStrike" noProof="1">
                  <a:solidFill>
                    <a:schemeClr val="bg1"/>
                  </a:solidFill>
                  <a:latin typeface="Impact" panose="020B0806030902050204" pitchFamily="34" charset="0"/>
                </a:rPr>
                <a:t>05</a:t>
              </a:r>
              <a:endParaRPr lang="en-US" sz="1600" strike="noStrike" noProof="1">
                <a:solidFill>
                  <a:schemeClr val="bg1"/>
                </a:solidFill>
                <a:latin typeface="Impact" panose="020B0806030902050204" pitchFamily="34" charset="0"/>
              </a:endParaRPr>
            </a:p>
          </p:txBody>
        </p:sp>
      </p:grpSp>
      <p:grpSp>
        <p:nvGrpSpPr>
          <p:cNvPr id="58" name="PA_库_组合 43"/>
          <p:cNvGrpSpPr/>
          <p:nvPr/>
        </p:nvGrpSpPr>
        <p:grpSpPr>
          <a:xfrm>
            <a:off x="8564563" y="4392613"/>
            <a:ext cx="2662237" cy="1006475"/>
            <a:chOff x="8564887" y="4391912"/>
            <a:chExt cx="2661189" cy="1007288"/>
          </a:xfrm>
        </p:grpSpPr>
        <p:sp>
          <p:nvSpPr>
            <p:cNvPr id="59" name="TextBox 26"/>
            <p:cNvSpPr txBox="1"/>
            <p:nvPr/>
          </p:nvSpPr>
          <p:spPr>
            <a:xfrm>
              <a:off x="9327005" y="4391912"/>
              <a:ext cx="1077218" cy="215444"/>
            </a:xfrm>
            <a:prstGeom prst="rect">
              <a:avLst/>
            </a:prstGeom>
            <a:noFill/>
          </p:spPr>
          <p:txBody>
            <a:bodyPr wrap="none" lIns="0" tIns="0" rIns="0" bIns="0" anchor="ctr">
              <a:normAutofit fontScale="90000"/>
            </a:bodyPr>
            <a:p>
              <a:pPr algn="l" defTabSz="685800" fontAlgn="auto">
                <a:buClrTx/>
                <a:buSzTx/>
                <a:buFontTx/>
              </a:pPr>
              <a:r>
                <a:rPr lang="zh-CN" altLang="en-US" sz="1400" b="1" noProof="1" dirty="0">
                  <a:solidFill>
                    <a:srgbClr val="656D78"/>
                  </a:solidFill>
                  <a:latin typeface="+mn-lt"/>
                  <a:ea typeface="+mn-ea"/>
                  <a:cs typeface="+mn-cs"/>
                  <a:sym typeface="+mn-lt"/>
                </a:rPr>
                <a:t>财务统计系统</a:t>
              </a:r>
              <a:endParaRPr lang="zh-CN" altLang="en-US" sz="1400" b="1" noProof="1" dirty="0">
                <a:solidFill>
                  <a:srgbClr val="656D78"/>
                </a:solidFill>
                <a:latin typeface="+mn-lt"/>
                <a:ea typeface="+mn-ea"/>
                <a:cs typeface="+mn-cs"/>
                <a:sym typeface="+mn-lt"/>
              </a:endParaRPr>
            </a:p>
          </p:txBody>
        </p:sp>
        <p:sp>
          <p:nvSpPr>
            <p:cNvPr id="60" name="TextBox 27"/>
            <p:cNvSpPr txBox="1"/>
            <p:nvPr/>
          </p:nvSpPr>
          <p:spPr>
            <a:xfrm>
              <a:off x="9327006" y="4658021"/>
              <a:ext cx="1899070" cy="741179"/>
            </a:xfrm>
            <a:prstGeom prst="rect">
              <a:avLst/>
            </a:prstGeom>
            <a:noFill/>
            <a:ln w="9525">
              <a:noFill/>
            </a:ln>
          </p:spPr>
          <p:txBody>
            <a:bodyPr wrap="square" lIns="0" tIns="0" rIns="0" bIns="0" anchor="t" anchorCtr="0"/>
            <a:p>
              <a:pPr defTabSz="457200">
                <a:lnSpc>
                  <a:spcPct val="90000"/>
                </a:lnSpc>
              </a:pPr>
              <a:r>
                <a:rPr lang="zh-CN" altLang="en-US" sz="900" dirty="0">
                  <a:solidFill>
                    <a:srgbClr val="656D78"/>
                  </a:solidFill>
                  <a:latin typeface="Arial" panose="020B0604020202020204" pitchFamily="34" charset="0"/>
                  <a:ea typeface="微软雅黑" panose="020B0503020204020204" pitchFamily="34" charset="-122"/>
                  <a:sym typeface="微软雅黑" panose="020B0503020204020204" pitchFamily="34" charset="-122"/>
                </a:rPr>
                <a:t>财务数据管理、发票管理、财务统计、</a:t>
              </a:r>
              <a:endParaRPr lang="zh-CN" altLang="en-US" sz="900" dirty="0">
                <a:solidFill>
                  <a:srgbClr val="656D78"/>
                </a:solidFill>
                <a:latin typeface="Arial" panose="020B0604020202020204" pitchFamily="34" charset="0"/>
                <a:ea typeface="微软雅黑" panose="020B0503020204020204" pitchFamily="34" charset="-122"/>
                <a:sym typeface="微软雅黑" panose="020B0503020204020204" pitchFamily="34" charset="-122"/>
              </a:endParaRPr>
            </a:p>
            <a:p>
              <a:pPr defTabSz="457200">
                <a:lnSpc>
                  <a:spcPct val="90000"/>
                </a:lnSpc>
              </a:pPr>
              <a:r>
                <a:rPr lang="zh-CN" altLang="en-US" sz="900" dirty="0">
                  <a:solidFill>
                    <a:srgbClr val="656D78"/>
                  </a:solidFill>
                  <a:latin typeface="Arial" panose="020B0604020202020204" pitchFamily="34" charset="0"/>
                  <a:ea typeface="微软雅黑" panose="020B0503020204020204" pitchFamily="34" charset="-122"/>
                  <a:sym typeface="微软雅黑" panose="020B0503020204020204" pitchFamily="34" charset="-122"/>
                </a:rPr>
                <a:t>收结案统计、公函、介绍信统计……</a:t>
              </a:r>
              <a:endParaRPr lang="zh-CN" altLang="en-US" sz="900" dirty="0">
                <a:solidFill>
                  <a:srgbClr val="656D78"/>
                </a:solidFill>
                <a:latin typeface="Arial" panose="020B0604020202020204" pitchFamily="34" charset="0"/>
                <a:ea typeface="微软雅黑" panose="020B0503020204020204" pitchFamily="34" charset="-122"/>
                <a:sym typeface="微软雅黑" panose="020B0503020204020204" pitchFamily="34" charset="-122"/>
              </a:endParaRPr>
            </a:p>
          </p:txBody>
        </p:sp>
        <p:sp>
          <p:nvSpPr>
            <p:cNvPr id="61" name="Rectangle: Rounded Corners 30"/>
            <p:cNvSpPr/>
            <p:nvPr/>
          </p:nvSpPr>
          <p:spPr>
            <a:xfrm>
              <a:off x="8564887" y="4422083"/>
              <a:ext cx="585634" cy="565904"/>
            </a:xfrm>
            <a:prstGeom prst="roundRect">
              <a:avLst>
                <a:gd name="adj" fmla="val 1655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anchor="ctr" anchorCtr="1">
              <a:normAutofit/>
            </a:bodyPr>
            <a:p>
              <a:pPr lvl="0" algn="ctr" fontAlgn="auto"/>
              <a:r>
                <a:rPr lang="en-US" sz="1600" strike="noStrike" noProof="1">
                  <a:solidFill>
                    <a:schemeClr val="bg1"/>
                  </a:solidFill>
                  <a:latin typeface="Impact" panose="020B0806030902050204" pitchFamily="34" charset="0"/>
                </a:rPr>
                <a:t>04</a:t>
              </a:r>
              <a:endParaRPr lang="en-US" sz="1600" strike="noStrike" noProof="1">
                <a:solidFill>
                  <a:schemeClr val="bg1"/>
                </a:solidFill>
                <a:latin typeface="Impact" panose="020B0806030902050204" pitchFamily="34" charset="0"/>
              </a:endParaRPr>
            </a:p>
          </p:txBody>
        </p:sp>
      </p:grpSp>
      <p:grpSp>
        <p:nvGrpSpPr>
          <p:cNvPr id="62" name="PA_库_组合 39"/>
          <p:cNvGrpSpPr/>
          <p:nvPr/>
        </p:nvGrpSpPr>
        <p:grpSpPr>
          <a:xfrm>
            <a:off x="863600" y="1870075"/>
            <a:ext cx="2689225" cy="1008063"/>
            <a:chOff x="863267" y="1870456"/>
            <a:chExt cx="2689110" cy="1007110"/>
          </a:xfrm>
        </p:grpSpPr>
        <p:sp>
          <p:nvSpPr>
            <p:cNvPr id="63" name="TextBox 32"/>
            <p:cNvSpPr txBox="1"/>
            <p:nvPr/>
          </p:nvSpPr>
          <p:spPr>
            <a:xfrm flipH="1">
              <a:off x="1713039" y="1870456"/>
              <a:ext cx="1077218" cy="215444"/>
            </a:xfrm>
            <a:prstGeom prst="rect">
              <a:avLst/>
            </a:prstGeom>
            <a:noFill/>
          </p:spPr>
          <p:txBody>
            <a:bodyPr wrap="none" lIns="0" tIns="0" rIns="0" bIns="0" anchor="ctr">
              <a:normAutofit fontScale="90000"/>
            </a:bodyPr>
            <a:p>
              <a:pPr algn="r" fontAlgn="auto"/>
              <a:r>
                <a:rPr lang="zh-CN" altLang="en-US" sz="1400" b="1" noProof="1" dirty="0">
                  <a:solidFill>
                    <a:srgbClr val="656D78"/>
                  </a:solidFill>
                  <a:latin typeface="+mn-lt"/>
                  <a:ea typeface="+mn-ea"/>
                  <a:cs typeface="+mn-cs"/>
                </a:rPr>
                <a:t>客户管理系统</a:t>
              </a:r>
              <a:endParaRPr lang="zh-CN" altLang="en-US" sz="1400" b="1" noProof="1" dirty="0">
                <a:solidFill>
                  <a:srgbClr val="656D78"/>
                </a:solidFill>
              </a:endParaRPr>
            </a:p>
          </p:txBody>
        </p:sp>
        <p:sp>
          <p:nvSpPr>
            <p:cNvPr id="64" name="TextBox 33"/>
            <p:cNvSpPr txBox="1"/>
            <p:nvPr/>
          </p:nvSpPr>
          <p:spPr>
            <a:xfrm flipH="1">
              <a:off x="863267" y="2136521"/>
              <a:ext cx="1927225" cy="741045"/>
            </a:xfrm>
            <a:prstGeom prst="rect">
              <a:avLst/>
            </a:prstGeom>
            <a:noFill/>
            <a:ln w="9525">
              <a:noFill/>
            </a:ln>
          </p:spPr>
          <p:txBody>
            <a:bodyPr wrap="square" lIns="0" tIns="0" rIns="0" bIns="0" anchor="t" anchorCtr="0"/>
            <a:p>
              <a:pPr algn="r">
                <a:lnSpc>
                  <a:spcPct val="120000"/>
                </a:lnSpc>
              </a:pPr>
              <a:r>
                <a:rPr lang="zh-CN" altLang="en-US" sz="1000" dirty="0">
                  <a:solidFill>
                    <a:srgbClr val="656D78"/>
                  </a:solidFill>
                  <a:latin typeface="Arial" panose="020B0604020202020204" pitchFamily="34" charset="0"/>
                  <a:ea typeface="微软雅黑" panose="020B0503020204020204" pitchFamily="34" charset="-122"/>
                  <a:sym typeface="微软雅黑" panose="020B0503020204020204" pitchFamily="34" charset="-122"/>
                </a:rPr>
                <a:t>利益冲突审查、案件管理、用印申请、CRM、日程管理、工作日志……</a:t>
              </a:r>
              <a:endParaRPr lang="zh-CN" altLang="en-US" sz="1000" dirty="0">
                <a:solidFill>
                  <a:srgbClr val="656D78"/>
                </a:solidFill>
                <a:latin typeface="Arial" panose="020B0604020202020204" pitchFamily="34" charset="0"/>
                <a:ea typeface="微软雅黑" panose="020B0503020204020204" pitchFamily="34" charset="-122"/>
                <a:sym typeface="微软雅黑" panose="020B0503020204020204" pitchFamily="34" charset="-122"/>
              </a:endParaRPr>
            </a:p>
            <a:p>
              <a:pPr algn="r">
                <a:lnSpc>
                  <a:spcPct val="120000"/>
                </a:lnSpc>
              </a:pPr>
              <a:endParaRPr lang="zh-CN" altLang="en-US" sz="1000" dirty="0">
                <a:solidFill>
                  <a:srgbClr val="656D78"/>
                </a:solidFill>
                <a:latin typeface="Arial" panose="020B0604020202020204" pitchFamily="34" charset="0"/>
                <a:ea typeface="微软雅黑" panose="020B0503020204020204" pitchFamily="34" charset="-122"/>
              </a:endParaRPr>
            </a:p>
          </p:txBody>
        </p:sp>
        <p:sp>
          <p:nvSpPr>
            <p:cNvPr id="65" name="Rectangle: Rounded Corners 40"/>
            <p:cNvSpPr/>
            <p:nvPr/>
          </p:nvSpPr>
          <p:spPr>
            <a:xfrm flipH="1">
              <a:off x="2986473" y="1900630"/>
              <a:ext cx="565904" cy="565904"/>
            </a:xfrm>
            <a:prstGeom prst="roundRect">
              <a:avLst>
                <a:gd name="adj" fmla="val 1655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anchor="ctr" anchorCtr="1">
              <a:normAutofit/>
            </a:bodyPr>
            <a:p>
              <a:pPr algn="ctr" fontAlgn="auto"/>
              <a:r>
                <a:rPr lang="en-US" sz="1600" strike="noStrike" noProof="1">
                  <a:solidFill>
                    <a:schemeClr val="bg1"/>
                  </a:solidFill>
                  <a:latin typeface="Impact" panose="020B0806030902050204" pitchFamily="34" charset="0"/>
                </a:rPr>
                <a:t>01</a:t>
              </a:r>
              <a:endParaRPr lang="en-US" sz="1600" strike="noStrike" noProof="1">
                <a:solidFill>
                  <a:schemeClr val="bg1"/>
                </a:solidFill>
                <a:latin typeface="Impact" panose="020B0806030902050204" pitchFamily="34" charset="0"/>
              </a:endParaRPr>
            </a:p>
          </p:txBody>
        </p:sp>
      </p:grpSp>
      <p:grpSp>
        <p:nvGrpSpPr>
          <p:cNvPr id="66" name="PA_库_组合 41"/>
          <p:cNvGrpSpPr/>
          <p:nvPr/>
        </p:nvGrpSpPr>
        <p:grpSpPr>
          <a:xfrm>
            <a:off x="931863" y="3128963"/>
            <a:ext cx="2620962" cy="1008062"/>
            <a:chOff x="932482" y="3133300"/>
            <a:chExt cx="2619895" cy="1007288"/>
          </a:xfrm>
        </p:grpSpPr>
        <p:sp>
          <p:nvSpPr>
            <p:cNvPr id="67" name="TextBox 35"/>
            <p:cNvSpPr txBox="1"/>
            <p:nvPr/>
          </p:nvSpPr>
          <p:spPr>
            <a:xfrm flipH="1">
              <a:off x="1713039" y="3133300"/>
              <a:ext cx="1077218" cy="215444"/>
            </a:xfrm>
            <a:prstGeom prst="rect">
              <a:avLst/>
            </a:prstGeom>
            <a:noFill/>
          </p:spPr>
          <p:txBody>
            <a:bodyPr wrap="none" lIns="0" tIns="0" rIns="0" bIns="0" anchor="ctr">
              <a:normAutofit fontScale="90000"/>
            </a:bodyPr>
            <a:p>
              <a:pPr algn="r" fontAlgn="auto"/>
              <a:r>
                <a:rPr lang="zh-CN" altLang="en-US" sz="1400" b="1" noProof="1" dirty="0">
                  <a:solidFill>
                    <a:srgbClr val="656D78"/>
                  </a:solidFill>
                  <a:latin typeface="+mn-lt"/>
                  <a:ea typeface="+mn-ea"/>
                  <a:cs typeface="+mn-cs"/>
                  <a:sym typeface="+mn-lt"/>
                </a:rPr>
                <a:t>项目协作、案源中心</a:t>
              </a:r>
              <a:endParaRPr lang="zh-CN" altLang="en-US" sz="1400" b="1" noProof="1" dirty="0">
                <a:solidFill>
                  <a:srgbClr val="656D78"/>
                </a:solidFill>
              </a:endParaRPr>
            </a:p>
          </p:txBody>
        </p:sp>
        <p:sp>
          <p:nvSpPr>
            <p:cNvPr id="68" name="TextBox 36"/>
            <p:cNvSpPr txBox="1"/>
            <p:nvPr/>
          </p:nvSpPr>
          <p:spPr>
            <a:xfrm flipH="1">
              <a:off x="932482" y="3399409"/>
              <a:ext cx="1857775" cy="741179"/>
            </a:xfrm>
            <a:prstGeom prst="rect">
              <a:avLst/>
            </a:prstGeom>
            <a:noFill/>
            <a:ln w="9525">
              <a:noFill/>
            </a:ln>
          </p:spPr>
          <p:txBody>
            <a:bodyPr wrap="square" lIns="0" tIns="0" rIns="0" bIns="0" anchor="t" anchorCtr="0"/>
            <a:p>
              <a:pPr algn="r" defTabSz="457200">
                <a:lnSpc>
                  <a:spcPct val="90000"/>
                </a:lnSpc>
              </a:pPr>
              <a:r>
                <a:rPr lang="zh-CN" altLang="en-US" sz="900" dirty="0">
                  <a:solidFill>
                    <a:srgbClr val="656D78"/>
                  </a:solidFill>
                  <a:latin typeface="Arial" panose="020B0604020202020204" pitchFamily="34" charset="0"/>
                  <a:ea typeface="微软雅黑" panose="020B0503020204020204" pitchFamily="34" charset="-122"/>
                  <a:sym typeface="微软雅黑" panose="020B0503020204020204" pitchFamily="34" charset="-122"/>
                </a:rPr>
                <a:t>方便律师跨所、跨地区、跨专业协同办案，提高工作效率，为青年律师提供海量案源……</a:t>
              </a:r>
              <a:endParaRPr lang="zh-CN" altLang="en-US" sz="900" dirty="0">
                <a:solidFill>
                  <a:srgbClr val="656D78"/>
                </a:solidFill>
                <a:latin typeface="Arial" panose="020B0604020202020204" pitchFamily="34" charset="0"/>
                <a:ea typeface="微软雅黑" panose="020B0503020204020204" pitchFamily="34" charset="-122"/>
                <a:sym typeface="微软雅黑" panose="020B0503020204020204" pitchFamily="34" charset="-122"/>
              </a:endParaRPr>
            </a:p>
            <a:p>
              <a:pPr algn="r" defTabSz="457200">
                <a:lnSpc>
                  <a:spcPct val="90000"/>
                </a:lnSpc>
              </a:pPr>
              <a:endParaRPr lang="zh-CN" altLang="en-US" sz="900" dirty="0">
                <a:solidFill>
                  <a:srgbClr val="656D78"/>
                </a:solidFill>
                <a:latin typeface="Arial" panose="020B0604020202020204" pitchFamily="34" charset="0"/>
                <a:ea typeface="微软雅黑" panose="020B0503020204020204" pitchFamily="34" charset="-122"/>
              </a:endParaRPr>
            </a:p>
          </p:txBody>
        </p:sp>
        <p:sp>
          <p:nvSpPr>
            <p:cNvPr id="69" name="Rectangle: Rounded Corners 41"/>
            <p:cNvSpPr/>
            <p:nvPr/>
          </p:nvSpPr>
          <p:spPr>
            <a:xfrm flipH="1">
              <a:off x="2986473" y="3163472"/>
              <a:ext cx="565904" cy="565904"/>
            </a:xfrm>
            <a:prstGeom prst="roundRect">
              <a:avLst>
                <a:gd name="adj" fmla="val 16554"/>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anchor="ctr" anchorCtr="1">
              <a:normAutofit/>
            </a:bodyPr>
            <a:p>
              <a:pPr algn="ctr" fontAlgn="auto"/>
              <a:r>
                <a:rPr lang="en-AU" sz="1600" strike="noStrike" noProof="1">
                  <a:solidFill>
                    <a:schemeClr val="bg1"/>
                  </a:solidFill>
                  <a:latin typeface="Impact" panose="020B0806030902050204" pitchFamily="34" charset="0"/>
                </a:rPr>
                <a:t>02</a:t>
              </a:r>
              <a:endParaRPr lang="en-AU" sz="1600" strike="noStrike" noProof="1">
                <a:solidFill>
                  <a:schemeClr val="bg1"/>
                </a:solidFill>
                <a:latin typeface="Impact" panose="020B0806030902050204" pitchFamily="34" charset="0"/>
              </a:endParaRPr>
            </a:p>
          </p:txBody>
        </p:sp>
      </p:grpSp>
      <p:grpSp>
        <p:nvGrpSpPr>
          <p:cNvPr id="70" name="PA_库_组合 42"/>
          <p:cNvGrpSpPr/>
          <p:nvPr/>
        </p:nvGrpSpPr>
        <p:grpSpPr>
          <a:xfrm>
            <a:off x="931863" y="4425950"/>
            <a:ext cx="2620962" cy="977900"/>
            <a:chOff x="932482" y="4426315"/>
            <a:chExt cx="2619895" cy="977117"/>
          </a:xfrm>
        </p:grpSpPr>
        <p:sp>
          <p:nvSpPr>
            <p:cNvPr id="71" name="TextBox 39"/>
            <p:cNvSpPr txBox="1"/>
            <p:nvPr/>
          </p:nvSpPr>
          <p:spPr>
            <a:xfrm flipH="1">
              <a:off x="932482" y="4662253"/>
              <a:ext cx="1857775" cy="741179"/>
            </a:xfrm>
            <a:prstGeom prst="rect">
              <a:avLst/>
            </a:prstGeom>
            <a:noFill/>
            <a:ln w="9525">
              <a:noFill/>
            </a:ln>
          </p:spPr>
          <p:txBody>
            <a:bodyPr wrap="square" lIns="0" tIns="0" rIns="0" bIns="0" anchor="t" anchorCtr="0"/>
            <a:p>
              <a:pPr algn="r">
                <a:lnSpc>
                  <a:spcPct val="120000"/>
                </a:lnSpc>
                <a:spcBef>
                  <a:spcPct val="0"/>
                </a:spcBef>
                <a:buNone/>
              </a:pPr>
              <a:r>
                <a:rPr lang="zh-CN" altLang="en-US" sz="900" dirty="0">
                  <a:solidFill>
                    <a:srgbClr val="656D78"/>
                  </a:solidFill>
                  <a:sym typeface="+mn-ea"/>
                </a:rPr>
                <a:t>收案、业务、用印等审批、电子卷案归档、公告通知管理、人事管理……</a:t>
              </a:r>
              <a:endParaRPr lang="zh-CN" altLang="en-US" sz="900" dirty="0">
                <a:solidFill>
                  <a:srgbClr val="656D78"/>
                </a:solidFill>
                <a:latin typeface="Arial" panose="020B0604020202020204" pitchFamily="34" charset="0"/>
                <a:ea typeface="微软雅黑" panose="020B0503020204020204" pitchFamily="34" charset="-122"/>
              </a:endParaRPr>
            </a:p>
          </p:txBody>
        </p:sp>
        <p:sp>
          <p:nvSpPr>
            <p:cNvPr id="72" name="TextBox 38"/>
            <p:cNvSpPr txBox="1"/>
            <p:nvPr/>
          </p:nvSpPr>
          <p:spPr>
            <a:xfrm flipH="1">
              <a:off x="1597962" y="4426315"/>
              <a:ext cx="1192530" cy="215265"/>
            </a:xfrm>
            <a:prstGeom prst="rect">
              <a:avLst/>
            </a:prstGeom>
            <a:noFill/>
          </p:spPr>
          <p:txBody>
            <a:bodyPr wrap="none" lIns="0" tIns="0" rIns="0" bIns="0" anchor="ctr">
              <a:normAutofit fontScale="90000"/>
            </a:bodyPr>
            <a:p>
              <a:pPr defTabSz="685800" fontAlgn="auto">
                <a:buClrTx/>
                <a:buSzTx/>
                <a:buFontTx/>
              </a:pPr>
              <a:r>
                <a:rPr lang="zh-CN" altLang="en-US" sz="1400" b="1" noProof="1" dirty="0">
                  <a:solidFill>
                    <a:srgbClr val="656D78"/>
                  </a:solidFill>
                  <a:latin typeface="+mn-lt"/>
                  <a:ea typeface="+mn-ea"/>
                  <a:cs typeface="+mn-cs"/>
                  <a:sym typeface="+mn-lt"/>
                </a:rPr>
                <a:t>行政、审批系统</a:t>
              </a:r>
              <a:endParaRPr lang="zh-CN" altLang="en-US" sz="1400" b="1" noProof="1" dirty="0">
                <a:solidFill>
                  <a:srgbClr val="656D78"/>
                </a:solidFill>
              </a:endParaRPr>
            </a:p>
          </p:txBody>
        </p:sp>
        <p:sp>
          <p:nvSpPr>
            <p:cNvPr id="73" name="Rectangle: Rounded Corners 42"/>
            <p:cNvSpPr/>
            <p:nvPr/>
          </p:nvSpPr>
          <p:spPr>
            <a:xfrm flipH="1">
              <a:off x="2986473" y="4426315"/>
              <a:ext cx="565904" cy="565904"/>
            </a:xfrm>
            <a:prstGeom prst="roundRect">
              <a:avLst>
                <a:gd name="adj" fmla="val 16554"/>
              </a:avLst>
            </a:prstGeom>
            <a:solidFill>
              <a:srgbClr val="3B6D85"/>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anchor="ctr" anchorCtr="1">
              <a:normAutofit/>
            </a:bodyPr>
            <a:p>
              <a:pPr algn="ctr" fontAlgn="auto"/>
              <a:r>
                <a:rPr lang="en-US" sz="1600" strike="noStrike" noProof="1">
                  <a:solidFill>
                    <a:schemeClr val="bg1"/>
                  </a:solidFill>
                  <a:latin typeface="Impact" panose="020B0806030902050204" pitchFamily="34" charset="0"/>
                </a:rPr>
                <a:t>03</a:t>
              </a:r>
              <a:endParaRPr lang="en-US" sz="1600" strike="noStrike" noProof="1">
                <a:solidFill>
                  <a:schemeClr val="bg1"/>
                </a:solidFill>
                <a:latin typeface="Impact" panose="020B0806030902050204" pitchFamily="34" charset="0"/>
              </a:endParaRPr>
            </a:p>
          </p:txBody>
        </p:sp>
      </p:gr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grpId="0" nodeType="afterEffect">
                                  <p:stCondLst>
                                    <p:cond delay="0"/>
                                  </p:stCondLst>
                                  <p:childTnLst>
                                    <p:set>
                                      <p:cBhvr>
                                        <p:cTn id="6" dur="1" fill="hold">
                                          <p:stCondLst>
                                            <p:cond delay="0"/>
                                          </p:stCondLst>
                                        </p:cTn>
                                        <p:tgtEl>
                                          <p:spTgt spid="41"/>
                                        </p:tgtEl>
                                        <p:attrNameLst>
                                          <p:attrName>style.visibility</p:attrName>
                                        </p:attrNameLst>
                                      </p:cBhvr>
                                      <p:to>
                                        <p:strVal val="visible"/>
                                      </p:to>
                                    </p:set>
                                    <p:anim calcmode="lin" valueType="num">
                                      <p:cBhvr>
                                        <p:cTn id="7" dur="500"/>
                                        <p:tgtEl>
                                          <p:spTgt spid="41"/>
                                        </p:tgtEl>
                                        <p:attrNameLst>
                                          <p:attrName>ppt_y</p:attrName>
                                        </p:attrNameLst>
                                      </p:cBhvr>
                                      <p:tavLst>
                                        <p:tav tm="0">
                                          <p:val>
                                            <p:strVal val="#ppt_y-#ppt_h*1.125000"/>
                                          </p:val>
                                        </p:tav>
                                        <p:tav tm="100000">
                                          <p:val>
                                            <p:strVal val="#ppt_y"/>
                                          </p:val>
                                        </p:tav>
                                      </p:tavLst>
                                    </p:anim>
                                    <p:animEffect transition="in" filter="wipe(down)">
                                      <p:cBhvr>
                                        <p:cTn id="8" dur="500"/>
                                        <p:tgtEl>
                                          <p:spTgt spid="41"/>
                                        </p:tgtEl>
                                      </p:cBhvr>
                                    </p:animEffect>
                                  </p:childTnLst>
                                </p:cTn>
                              </p:par>
                            </p:childTnLst>
                          </p:cTn>
                        </p:par>
                        <p:par>
                          <p:cTn id="9" fill="hold">
                            <p:stCondLst>
                              <p:cond delay="500"/>
                            </p:stCondLst>
                            <p:childTnLst>
                              <p:par>
                                <p:cTn id="10" presetID="49" presetClass="entr" presetSubtype="0" decel="100000" fill="hold" nodeType="after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p:cTn id="12" dur="500" fill="hold"/>
                                        <p:tgtEl>
                                          <p:spTgt spid="3"/>
                                        </p:tgtEl>
                                        <p:attrNameLst>
                                          <p:attrName>ppt_w</p:attrName>
                                        </p:attrNameLst>
                                      </p:cBhvr>
                                      <p:tavLst>
                                        <p:tav tm="0">
                                          <p:val>
                                            <p:fltVal val="0.000000"/>
                                          </p:val>
                                        </p:tav>
                                        <p:tav tm="100000">
                                          <p:val>
                                            <p:strVal val="#ppt_w"/>
                                          </p:val>
                                        </p:tav>
                                      </p:tavLst>
                                    </p:anim>
                                    <p:anim calcmode="lin" valueType="num">
                                      <p:cBhvr>
                                        <p:cTn id="13" dur="500" fill="hold"/>
                                        <p:tgtEl>
                                          <p:spTgt spid="3"/>
                                        </p:tgtEl>
                                        <p:attrNameLst>
                                          <p:attrName>ppt_h</p:attrName>
                                        </p:attrNameLst>
                                      </p:cBhvr>
                                      <p:tavLst>
                                        <p:tav tm="0">
                                          <p:val>
                                            <p:fltVal val="0.000000"/>
                                          </p:val>
                                        </p:tav>
                                        <p:tav tm="100000">
                                          <p:val>
                                            <p:strVal val="#ppt_h"/>
                                          </p:val>
                                        </p:tav>
                                      </p:tavLst>
                                    </p:anim>
                                    <p:anim calcmode="lin" valueType="num">
                                      <p:cBhvr>
                                        <p:cTn id="14" dur="500" fill="hold"/>
                                        <p:tgtEl>
                                          <p:spTgt spid="3"/>
                                        </p:tgtEl>
                                        <p:attrNameLst>
                                          <p:attrName>style.rotation</p:attrName>
                                        </p:attrNameLst>
                                      </p:cBhvr>
                                      <p:tavLst>
                                        <p:tav tm="0">
                                          <p:val>
                                            <p:fltVal val="360.000000"/>
                                          </p:val>
                                        </p:tav>
                                        <p:tav tm="100000">
                                          <p:val>
                                            <p:fltVal val="0.000000"/>
                                          </p:val>
                                        </p:tav>
                                      </p:tavLst>
                                    </p:anim>
                                    <p:animEffect transition="in" filter="fade">
                                      <p:cBhvr>
                                        <p:cTn id="15" dur="500"/>
                                        <p:tgtEl>
                                          <p:spTgt spid="3"/>
                                        </p:tgtEl>
                                      </p:cBhvr>
                                    </p:animEffect>
                                  </p:childTnLst>
                                </p:cTn>
                              </p:par>
                            </p:childTnLst>
                          </p:cTn>
                        </p:par>
                        <p:par>
                          <p:cTn id="16" fill="hold">
                            <p:stCondLst>
                              <p:cond delay="1000"/>
                            </p:stCondLst>
                            <p:childTnLst>
                              <p:par>
                                <p:cTn id="17" presetID="23" presetClass="entr" presetSubtype="528" fill="hold" nodeType="afterEffect">
                                  <p:stCondLst>
                                    <p:cond delay="0"/>
                                  </p:stCondLst>
                                  <p:childTnLst>
                                    <p:set>
                                      <p:cBhvr>
                                        <p:cTn id="18" dur="1" fill="hold">
                                          <p:stCondLst>
                                            <p:cond delay="0"/>
                                          </p:stCondLst>
                                        </p:cTn>
                                        <p:tgtEl>
                                          <p:spTgt spid="62"/>
                                        </p:tgtEl>
                                        <p:attrNameLst>
                                          <p:attrName>style.visibility</p:attrName>
                                        </p:attrNameLst>
                                      </p:cBhvr>
                                      <p:to>
                                        <p:strVal val="visible"/>
                                      </p:to>
                                    </p:set>
                                    <p:anim calcmode="lin" valueType="num">
                                      <p:cBhvr>
                                        <p:cTn id="19" dur="500" fill="hold"/>
                                        <p:tgtEl>
                                          <p:spTgt spid="62"/>
                                        </p:tgtEl>
                                        <p:attrNameLst>
                                          <p:attrName>ppt_w</p:attrName>
                                        </p:attrNameLst>
                                      </p:cBhvr>
                                      <p:tavLst>
                                        <p:tav tm="0">
                                          <p:val>
                                            <p:fltVal val="0.000000"/>
                                          </p:val>
                                        </p:tav>
                                        <p:tav tm="100000">
                                          <p:val>
                                            <p:strVal val="#ppt_w"/>
                                          </p:val>
                                        </p:tav>
                                      </p:tavLst>
                                    </p:anim>
                                    <p:anim calcmode="lin" valueType="num">
                                      <p:cBhvr>
                                        <p:cTn id="20" dur="500" fill="hold"/>
                                        <p:tgtEl>
                                          <p:spTgt spid="62"/>
                                        </p:tgtEl>
                                        <p:attrNameLst>
                                          <p:attrName>ppt_h</p:attrName>
                                        </p:attrNameLst>
                                      </p:cBhvr>
                                      <p:tavLst>
                                        <p:tav tm="0">
                                          <p:val>
                                            <p:fltVal val="0.000000"/>
                                          </p:val>
                                        </p:tav>
                                        <p:tav tm="100000">
                                          <p:val>
                                            <p:strVal val="#ppt_h"/>
                                          </p:val>
                                        </p:tav>
                                      </p:tavLst>
                                    </p:anim>
                                    <p:anim calcmode="lin" valueType="num">
                                      <p:cBhvr>
                                        <p:cTn id="21" dur="500" fill="hold"/>
                                        <p:tgtEl>
                                          <p:spTgt spid="62"/>
                                        </p:tgtEl>
                                        <p:attrNameLst>
                                          <p:attrName>ppt_x</p:attrName>
                                        </p:attrNameLst>
                                      </p:cBhvr>
                                      <p:tavLst>
                                        <p:tav tm="0">
                                          <p:val>
                                            <p:fltVal val="0.500000"/>
                                          </p:val>
                                        </p:tav>
                                        <p:tav tm="100000">
                                          <p:val>
                                            <p:strVal val="#ppt_x"/>
                                          </p:val>
                                        </p:tav>
                                      </p:tavLst>
                                    </p:anim>
                                    <p:anim calcmode="lin" valueType="num">
                                      <p:cBhvr>
                                        <p:cTn id="22" dur="500" fill="hold"/>
                                        <p:tgtEl>
                                          <p:spTgt spid="62"/>
                                        </p:tgtEl>
                                        <p:attrNameLst>
                                          <p:attrName>ppt_y</p:attrName>
                                        </p:attrNameLst>
                                      </p:cBhvr>
                                      <p:tavLst>
                                        <p:tav tm="0">
                                          <p:val>
                                            <p:fltVal val="0.500000"/>
                                          </p:val>
                                        </p:tav>
                                        <p:tav tm="100000">
                                          <p:val>
                                            <p:strVal val="#ppt_y"/>
                                          </p:val>
                                        </p:tav>
                                      </p:tavLst>
                                    </p:anim>
                                  </p:childTnLst>
                                </p:cTn>
                              </p:par>
                            </p:childTnLst>
                          </p:cTn>
                        </p:par>
                        <p:par>
                          <p:cTn id="23" fill="hold">
                            <p:stCondLst>
                              <p:cond delay="1500"/>
                            </p:stCondLst>
                            <p:childTnLst>
                              <p:par>
                                <p:cTn id="24" presetID="23" presetClass="entr" presetSubtype="528" fill="hold" nodeType="afterEffect">
                                  <p:stCondLst>
                                    <p:cond delay="0"/>
                                  </p:stCondLst>
                                  <p:childTnLst>
                                    <p:set>
                                      <p:cBhvr>
                                        <p:cTn id="25" dur="1" fill="hold">
                                          <p:stCondLst>
                                            <p:cond delay="0"/>
                                          </p:stCondLst>
                                        </p:cTn>
                                        <p:tgtEl>
                                          <p:spTgt spid="66"/>
                                        </p:tgtEl>
                                        <p:attrNameLst>
                                          <p:attrName>style.visibility</p:attrName>
                                        </p:attrNameLst>
                                      </p:cBhvr>
                                      <p:to>
                                        <p:strVal val="visible"/>
                                      </p:to>
                                    </p:set>
                                    <p:anim calcmode="lin" valueType="num">
                                      <p:cBhvr>
                                        <p:cTn id="26" dur="500" fill="hold"/>
                                        <p:tgtEl>
                                          <p:spTgt spid="66"/>
                                        </p:tgtEl>
                                        <p:attrNameLst>
                                          <p:attrName>ppt_w</p:attrName>
                                        </p:attrNameLst>
                                      </p:cBhvr>
                                      <p:tavLst>
                                        <p:tav tm="0">
                                          <p:val>
                                            <p:fltVal val="0.000000"/>
                                          </p:val>
                                        </p:tav>
                                        <p:tav tm="100000">
                                          <p:val>
                                            <p:strVal val="#ppt_w"/>
                                          </p:val>
                                        </p:tav>
                                      </p:tavLst>
                                    </p:anim>
                                    <p:anim calcmode="lin" valueType="num">
                                      <p:cBhvr>
                                        <p:cTn id="27" dur="500" fill="hold"/>
                                        <p:tgtEl>
                                          <p:spTgt spid="66"/>
                                        </p:tgtEl>
                                        <p:attrNameLst>
                                          <p:attrName>ppt_h</p:attrName>
                                        </p:attrNameLst>
                                      </p:cBhvr>
                                      <p:tavLst>
                                        <p:tav tm="0">
                                          <p:val>
                                            <p:fltVal val="0.000000"/>
                                          </p:val>
                                        </p:tav>
                                        <p:tav tm="100000">
                                          <p:val>
                                            <p:strVal val="#ppt_h"/>
                                          </p:val>
                                        </p:tav>
                                      </p:tavLst>
                                    </p:anim>
                                    <p:anim calcmode="lin" valueType="num">
                                      <p:cBhvr>
                                        <p:cTn id="28" dur="500" fill="hold"/>
                                        <p:tgtEl>
                                          <p:spTgt spid="66"/>
                                        </p:tgtEl>
                                        <p:attrNameLst>
                                          <p:attrName>ppt_x</p:attrName>
                                        </p:attrNameLst>
                                      </p:cBhvr>
                                      <p:tavLst>
                                        <p:tav tm="0">
                                          <p:val>
                                            <p:fltVal val="0.500000"/>
                                          </p:val>
                                        </p:tav>
                                        <p:tav tm="100000">
                                          <p:val>
                                            <p:strVal val="#ppt_x"/>
                                          </p:val>
                                        </p:tav>
                                      </p:tavLst>
                                    </p:anim>
                                    <p:anim calcmode="lin" valueType="num">
                                      <p:cBhvr>
                                        <p:cTn id="29" dur="500" fill="hold"/>
                                        <p:tgtEl>
                                          <p:spTgt spid="66"/>
                                        </p:tgtEl>
                                        <p:attrNameLst>
                                          <p:attrName>ppt_y</p:attrName>
                                        </p:attrNameLst>
                                      </p:cBhvr>
                                      <p:tavLst>
                                        <p:tav tm="0">
                                          <p:val>
                                            <p:fltVal val="0.500000"/>
                                          </p:val>
                                        </p:tav>
                                        <p:tav tm="100000">
                                          <p:val>
                                            <p:strVal val="#ppt_y"/>
                                          </p:val>
                                        </p:tav>
                                      </p:tavLst>
                                    </p:anim>
                                  </p:childTnLst>
                                </p:cTn>
                              </p:par>
                            </p:childTnLst>
                          </p:cTn>
                        </p:par>
                        <p:par>
                          <p:cTn id="30" fill="hold">
                            <p:stCondLst>
                              <p:cond delay="2000"/>
                            </p:stCondLst>
                            <p:childTnLst>
                              <p:par>
                                <p:cTn id="31" presetID="23" presetClass="entr" presetSubtype="528" fill="hold" nodeType="afterEffect">
                                  <p:stCondLst>
                                    <p:cond delay="0"/>
                                  </p:stCondLst>
                                  <p:childTnLst>
                                    <p:set>
                                      <p:cBhvr>
                                        <p:cTn id="32" dur="1" fill="hold">
                                          <p:stCondLst>
                                            <p:cond delay="0"/>
                                          </p:stCondLst>
                                        </p:cTn>
                                        <p:tgtEl>
                                          <p:spTgt spid="70"/>
                                        </p:tgtEl>
                                        <p:attrNameLst>
                                          <p:attrName>style.visibility</p:attrName>
                                        </p:attrNameLst>
                                      </p:cBhvr>
                                      <p:to>
                                        <p:strVal val="visible"/>
                                      </p:to>
                                    </p:set>
                                    <p:anim calcmode="lin" valueType="num">
                                      <p:cBhvr>
                                        <p:cTn id="33" dur="500" fill="hold"/>
                                        <p:tgtEl>
                                          <p:spTgt spid="70"/>
                                        </p:tgtEl>
                                        <p:attrNameLst>
                                          <p:attrName>ppt_w</p:attrName>
                                        </p:attrNameLst>
                                      </p:cBhvr>
                                      <p:tavLst>
                                        <p:tav tm="0">
                                          <p:val>
                                            <p:fltVal val="0.000000"/>
                                          </p:val>
                                        </p:tav>
                                        <p:tav tm="100000">
                                          <p:val>
                                            <p:strVal val="#ppt_w"/>
                                          </p:val>
                                        </p:tav>
                                      </p:tavLst>
                                    </p:anim>
                                    <p:anim calcmode="lin" valueType="num">
                                      <p:cBhvr>
                                        <p:cTn id="34" dur="500" fill="hold"/>
                                        <p:tgtEl>
                                          <p:spTgt spid="70"/>
                                        </p:tgtEl>
                                        <p:attrNameLst>
                                          <p:attrName>ppt_h</p:attrName>
                                        </p:attrNameLst>
                                      </p:cBhvr>
                                      <p:tavLst>
                                        <p:tav tm="0">
                                          <p:val>
                                            <p:fltVal val="0.000000"/>
                                          </p:val>
                                        </p:tav>
                                        <p:tav tm="100000">
                                          <p:val>
                                            <p:strVal val="#ppt_h"/>
                                          </p:val>
                                        </p:tav>
                                      </p:tavLst>
                                    </p:anim>
                                    <p:anim calcmode="lin" valueType="num">
                                      <p:cBhvr>
                                        <p:cTn id="35" dur="500" fill="hold"/>
                                        <p:tgtEl>
                                          <p:spTgt spid="70"/>
                                        </p:tgtEl>
                                        <p:attrNameLst>
                                          <p:attrName>ppt_x</p:attrName>
                                        </p:attrNameLst>
                                      </p:cBhvr>
                                      <p:tavLst>
                                        <p:tav tm="0">
                                          <p:val>
                                            <p:fltVal val="0.500000"/>
                                          </p:val>
                                        </p:tav>
                                        <p:tav tm="100000">
                                          <p:val>
                                            <p:strVal val="#ppt_x"/>
                                          </p:val>
                                        </p:tav>
                                      </p:tavLst>
                                    </p:anim>
                                    <p:anim calcmode="lin" valueType="num">
                                      <p:cBhvr>
                                        <p:cTn id="36" dur="500" fill="hold"/>
                                        <p:tgtEl>
                                          <p:spTgt spid="70"/>
                                        </p:tgtEl>
                                        <p:attrNameLst>
                                          <p:attrName>ppt_y</p:attrName>
                                        </p:attrNameLst>
                                      </p:cBhvr>
                                      <p:tavLst>
                                        <p:tav tm="0">
                                          <p:val>
                                            <p:fltVal val="0.500000"/>
                                          </p:val>
                                        </p:tav>
                                        <p:tav tm="100000">
                                          <p:val>
                                            <p:strVal val="#ppt_y"/>
                                          </p:val>
                                        </p:tav>
                                      </p:tavLst>
                                    </p:anim>
                                  </p:childTnLst>
                                </p:cTn>
                              </p:par>
                            </p:childTnLst>
                          </p:cTn>
                        </p:par>
                        <p:par>
                          <p:cTn id="37" fill="hold">
                            <p:stCondLst>
                              <p:cond delay="2500"/>
                            </p:stCondLst>
                            <p:childTnLst>
                              <p:par>
                                <p:cTn id="38" presetID="23" presetClass="entr" presetSubtype="528" fill="hold" nodeType="afterEffect">
                                  <p:stCondLst>
                                    <p:cond delay="0"/>
                                  </p:stCondLst>
                                  <p:childTnLst>
                                    <p:set>
                                      <p:cBhvr>
                                        <p:cTn id="39" dur="1" fill="hold">
                                          <p:stCondLst>
                                            <p:cond delay="0"/>
                                          </p:stCondLst>
                                        </p:cTn>
                                        <p:tgtEl>
                                          <p:spTgt spid="50"/>
                                        </p:tgtEl>
                                        <p:attrNameLst>
                                          <p:attrName>style.visibility</p:attrName>
                                        </p:attrNameLst>
                                      </p:cBhvr>
                                      <p:to>
                                        <p:strVal val="visible"/>
                                      </p:to>
                                    </p:set>
                                    <p:anim calcmode="lin" valueType="num">
                                      <p:cBhvr>
                                        <p:cTn id="40" dur="500" fill="hold"/>
                                        <p:tgtEl>
                                          <p:spTgt spid="50"/>
                                        </p:tgtEl>
                                        <p:attrNameLst>
                                          <p:attrName>ppt_w</p:attrName>
                                        </p:attrNameLst>
                                      </p:cBhvr>
                                      <p:tavLst>
                                        <p:tav tm="0">
                                          <p:val>
                                            <p:fltVal val="0.000000"/>
                                          </p:val>
                                        </p:tav>
                                        <p:tav tm="100000">
                                          <p:val>
                                            <p:strVal val="#ppt_w"/>
                                          </p:val>
                                        </p:tav>
                                      </p:tavLst>
                                    </p:anim>
                                    <p:anim calcmode="lin" valueType="num">
                                      <p:cBhvr>
                                        <p:cTn id="41" dur="500" fill="hold"/>
                                        <p:tgtEl>
                                          <p:spTgt spid="50"/>
                                        </p:tgtEl>
                                        <p:attrNameLst>
                                          <p:attrName>ppt_h</p:attrName>
                                        </p:attrNameLst>
                                      </p:cBhvr>
                                      <p:tavLst>
                                        <p:tav tm="0">
                                          <p:val>
                                            <p:fltVal val="0.000000"/>
                                          </p:val>
                                        </p:tav>
                                        <p:tav tm="100000">
                                          <p:val>
                                            <p:strVal val="#ppt_h"/>
                                          </p:val>
                                        </p:tav>
                                      </p:tavLst>
                                    </p:anim>
                                    <p:anim calcmode="lin" valueType="num">
                                      <p:cBhvr>
                                        <p:cTn id="42" dur="500" fill="hold"/>
                                        <p:tgtEl>
                                          <p:spTgt spid="50"/>
                                        </p:tgtEl>
                                        <p:attrNameLst>
                                          <p:attrName>ppt_x</p:attrName>
                                        </p:attrNameLst>
                                      </p:cBhvr>
                                      <p:tavLst>
                                        <p:tav tm="0">
                                          <p:val>
                                            <p:fltVal val="0.500000"/>
                                          </p:val>
                                        </p:tav>
                                        <p:tav tm="100000">
                                          <p:val>
                                            <p:strVal val="#ppt_x"/>
                                          </p:val>
                                        </p:tav>
                                      </p:tavLst>
                                    </p:anim>
                                    <p:anim calcmode="lin" valueType="num">
                                      <p:cBhvr>
                                        <p:cTn id="43" dur="500" fill="hold"/>
                                        <p:tgtEl>
                                          <p:spTgt spid="50"/>
                                        </p:tgtEl>
                                        <p:attrNameLst>
                                          <p:attrName>ppt_y</p:attrName>
                                        </p:attrNameLst>
                                      </p:cBhvr>
                                      <p:tavLst>
                                        <p:tav tm="0">
                                          <p:val>
                                            <p:fltVal val="0.500000"/>
                                          </p:val>
                                        </p:tav>
                                        <p:tav tm="100000">
                                          <p:val>
                                            <p:strVal val="#ppt_y"/>
                                          </p:val>
                                        </p:tav>
                                      </p:tavLst>
                                    </p:anim>
                                  </p:childTnLst>
                                </p:cTn>
                              </p:par>
                            </p:childTnLst>
                          </p:cTn>
                        </p:par>
                        <p:par>
                          <p:cTn id="44" fill="hold">
                            <p:stCondLst>
                              <p:cond delay="3000"/>
                            </p:stCondLst>
                            <p:childTnLst>
                              <p:par>
                                <p:cTn id="45" presetID="23" presetClass="entr" presetSubtype="528" fill="hold" nodeType="afterEffect">
                                  <p:stCondLst>
                                    <p:cond delay="0"/>
                                  </p:stCondLst>
                                  <p:childTnLst>
                                    <p:set>
                                      <p:cBhvr>
                                        <p:cTn id="46" dur="1" fill="hold">
                                          <p:stCondLst>
                                            <p:cond delay="0"/>
                                          </p:stCondLst>
                                        </p:cTn>
                                        <p:tgtEl>
                                          <p:spTgt spid="54"/>
                                        </p:tgtEl>
                                        <p:attrNameLst>
                                          <p:attrName>style.visibility</p:attrName>
                                        </p:attrNameLst>
                                      </p:cBhvr>
                                      <p:to>
                                        <p:strVal val="visible"/>
                                      </p:to>
                                    </p:set>
                                    <p:anim calcmode="lin" valueType="num">
                                      <p:cBhvr>
                                        <p:cTn id="47" dur="500" fill="hold"/>
                                        <p:tgtEl>
                                          <p:spTgt spid="54"/>
                                        </p:tgtEl>
                                        <p:attrNameLst>
                                          <p:attrName>ppt_w</p:attrName>
                                        </p:attrNameLst>
                                      </p:cBhvr>
                                      <p:tavLst>
                                        <p:tav tm="0">
                                          <p:val>
                                            <p:fltVal val="0.000000"/>
                                          </p:val>
                                        </p:tav>
                                        <p:tav tm="100000">
                                          <p:val>
                                            <p:strVal val="#ppt_w"/>
                                          </p:val>
                                        </p:tav>
                                      </p:tavLst>
                                    </p:anim>
                                    <p:anim calcmode="lin" valueType="num">
                                      <p:cBhvr>
                                        <p:cTn id="48" dur="500" fill="hold"/>
                                        <p:tgtEl>
                                          <p:spTgt spid="54"/>
                                        </p:tgtEl>
                                        <p:attrNameLst>
                                          <p:attrName>ppt_h</p:attrName>
                                        </p:attrNameLst>
                                      </p:cBhvr>
                                      <p:tavLst>
                                        <p:tav tm="0">
                                          <p:val>
                                            <p:fltVal val="0.000000"/>
                                          </p:val>
                                        </p:tav>
                                        <p:tav tm="100000">
                                          <p:val>
                                            <p:strVal val="#ppt_h"/>
                                          </p:val>
                                        </p:tav>
                                      </p:tavLst>
                                    </p:anim>
                                    <p:anim calcmode="lin" valueType="num">
                                      <p:cBhvr>
                                        <p:cTn id="49" dur="500" fill="hold"/>
                                        <p:tgtEl>
                                          <p:spTgt spid="54"/>
                                        </p:tgtEl>
                                        <p:attrNameLst>
                                          <p:attrName>ppt_x</p:attrName>
                                        </p:attrNameLst>
                                      </p:cBhvr>
                                      <p:tavLst>
                                        <p:tav tm="0">
                                          <p:val>
                                            <p:fltVal val="0.500000"/>
                                          </p:val>
                                        </p:tav>
                                        <p:tav tm="100000">
                                          <p:val>
                                            <p:strVal val="#ppt_x"/>
                                          </p:val>
                                        </p:tav>
                                      </p:tavLst>
                                    </p:anim>
                                    <p:anim calcmode="lin" valueType="num">
                                      <p:cBhvr>
                                        <p:cTn id="50" dur="500" fill="hold"/>
                                        <p:tgtEl>
                                          <p:spTgt spid="54"/>
                                        </p:tgtEl>
                                        <p:attrNameLst>
                                          <p:attrName>ppt_y</p:attrName>
                                        </p:attrNameLst>
                                      </p:cBhvr>
                                      <p:tavLst>
                                        <p:tav tm="0">
                                          <p:val>
                                            <p:fltVal val="0.500000"/>
                                          </p:val>
                                        </p:tav>
                                        <p:tav tm="100000">
                                          <p:val>
                                            <p:strVal val="#ppt_y"/>
                                          </p:val>
                                        </p:tav>
                                      </p:tavLst>
                                    </p:anim>
                                  </p:childTnLst>
                                </p:cTn>
                              </p:par>
                            </p:childTnLst>
                          </p:cTn>
                        </p:par>
                        <p:par>
                          <p:cTn id="51" fill="hold">
                            <p:stCondLst>
                              <p:cond delay="3500"/>
                            </p:stCondLst>
                            <p:childTnLst>
                              <p:par>
                                <p:cTn id="52" presetID="23" presetClass="entr" presetSubtype="528" fill="hold" nodeType="afterEffect">
                                  <p:stCondLst>
                                    <p:cond delay="0"/>
                                  </p:stCondLst>
                                  <p:childTnLst>
                                    <p:set>
                                      <p:cBhvr>
                                        <p:cTn id="53" dur="1" fill="hold">
                                          <p:stCondLst>
                                            <p:cond delay="0"/>
                                          </p:stCondLst>
                                        </p:cTn>
                                        <p:tgtEl>
                                          <p:spTgt spid="58"/>
                                        </p:tgtEl>
                                        <p:attrNameLst>
                                          <p:attrName>style.visibility</p:attrName>
                                        </p:attrNameLst>
                                      </p:cBhvr>
                                      <p:to>
                                        <p:strVal val="visible"/>
                                      </p:to>
                                    </p:set>
                                    <p:anim calcmode="lin" valueType="num">
                                      <p:cBhvr>
                                        <p:cTn id="54" dur="500" fill="hold"/>
                                        <p:tgtEl>
                                          <p:spTgt spid="58"/>
                                        </p:tgtEl>
                                        <p:attrNameLst>
                                          <p:attrName>ppt_w</p:attrName>
                                        </p:attrNameLst>
                                      </p:cBhvr>
                                      <p:tavLst>
                                        <p:tav tm="0">
                                          <p:val>
                                            <p:fltVal val="0.000000"/>
                                          </p:val>
                                        </p:tav>
                                        <p:tav tm="100000">
                                          <p:val>
                                            <p:strVal val="#ppt_w"/>
                                          </p:val>
                                        </p:tav>
                                      </p:tavLst>
                                    </p:anim>
                                    <p:anim calcmode="lin" valueType="num">
                                      <p:cBhvr>
                                        <p:cTn id="55" dur="500" fill="hold"/>
                                        <p:tgtEl>
                                          <p:spTgt spid="58"/>
                                        </p:tgtEl>
                                        <p:attrNameLst>
                                          <p:attrName>ppt_h</p:attrName>
                                        </p:attrNameLst>
                                      </p:cBhvr>
                                      <p:tavLst>
                                        <p:tav tm="0">
                                          <p:val>
                                            <p:fltVal val="0.000000"/>
                                          </p:val>
                                        </p:tav>
                                        <p:tav tm="100000">
                                          <p:val>
                                            <p:strVal val="#ppt_h"/>
                                          </p:val>
                                        </p:tav>
                                      </p:tavLst>
                                    </p:anim>
                                    <p:anim calcmode="lin" valueType="num">
                                      <p:cBhvr>
                                        <p:cTn id="56" dur="500" fill="hold"/>
                                        <p:tgtEl>
                                          <p:spTgt spid="58"/>
                                        </p:tgtEl>
                                        <p:attrNameLst>
                                          <p:attrName>ppt_x</p:attrName>
                                        </p:attrNameLst>
                                      </p:cBhvr>
                                      <p:tavLst>
                                        <p:tav tm="0">
                                          <p:val>
                                            <p:fltVal val="0.500000"/>
                                          </p:val>
                                        </p:tav>
                                        <p:tav tm="100000">
                                          <p:val>
                                            <p:strVal val="#ppt_x"/>
                                          </p:val>
                                        </p:tav>
                                      </p:tavLst>
                                    </p:anim>
                                    <p:anim calcmode="lin" valueType="num">
                                      <p:cBhvr>
                                        <p:cTn id="57" dur="500" fill="hold"/>
                                        <p:tgtEl>
                                          <p:spTgt spid="58"/>
                                        </p:tgtEl>
                                        <p:attrNameLst>
                                          <p:attrName>ppt_y</p:attrName>
                                        </p:attrNameLst>
                                      </p:cBhvr>
                                      <p:tavLst>
                                        <p:tav tm="0">
                                          <p:val>
                                            <p:fltVal val="0.500000"/>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cstate="screen"/>
          <a:srcRect l="35490" b="47335"/>
          <a:stretch>
            <a:fillRect/>
          </a:stretch>
        </p:blipFill>
        <p:spPr>
          <a:xfrm>
            <a:off x="-2845268" y="-922890"/>
            <a:ext cx="10435766" cy="7780890"/>
          </a:xfrm>
          <a:custGeom>
            <a:avLst/>
            <a:gdLst>
              <a:gd name="connsiteX0" fmla="*/ 0 w 6539008"/>
              <a:gd name="connsiteY0" fmla="*/ 0 h 4875469"/>
              <a:gd name="connsiteX1" fmla="*/ 6539008 w 6539008"/>
              <a:gd name="connsiteY1" fmla="*/ 0 h 4875469"/>
              <a:gd name="connsiteX2" fmla="*/ 6539008 w 6539008"/>
              <a:gd name="connsiteY2" fmla="*/ 4875469 h 4875469"/>
              <a:gd name="connsiteX3" fmla="*/ 0 w 6539008"/>
              <a:gd name="connsiteY3" fmla="*/ 4875469 h 4875469"/>
            </a:gdLst>
            <a:ahLst/>
            <a:cxnLst>
              <a:cxn ang="0">
                <a:pos x="connsiteX0" y="connsiteY0"/>
              </a:cxn>
              <a:cxn ang="0">
                <a:pos x="connsiteX1" y="connsiteY1"/>
              </a:cxn>
              <a:cxn ang="0">
                <a:pos x="connsiteX2" y="connsiteY2"/>
              </a:cxn>
              <a:cxn ang="0">
                <a:pos x="connsiteX3" y="connsiteY3"/>
              </a:cxn>
            </a:cxnLst>
            <a:rect l="l" t="t" r="r" b="b"/>
            <a:pathLst>
              <a:path w="6539008" h="4875469">
                <a:moveTo>
                  <a:pt x="0" y="0"/>
                </a:moveTo>
                <a:lnTo>
                  <a:pt x="6539008" y="0"/>
                </a:lnTo>
                <a:lnTo>
                  <a:pt x="6539008" y="4875469"/>
                </a:lnTo>
                <a:lnTo>
                  <a:pt x="0" y="4875469"/>
                </a:lnTo>
                <a:close/>
              </a:path>
            </a:pathLst>
          </a:custGeom>
        </p:spPr>
      </p:pic>
      <p:sp>
        <p:nvSpPr>
          <p:cNvPr id="3" name="任意多边形: 形状 2"/>
          <p:cNvSpPr/>
          <p:nvPr/>
        </p:nvSpPr>
        <p:spPr>
          <a:xfrm flipH="1">
            <a:off x="7265988" y="606425"/>
            <a:ext cx="3429000" cy="5346700"/>
          </a:xfrm>
          <a:custGeom>
            <a:avLst/>
            <a:gdLst>
              <a:gd name="connsiteX0" fmla="*/ 0 w 3429000"/>
              <a:gd name="connsiteY0" fmla="*/ 0 h 5346376"/>
              <a:gd name="connsiteX1" fmla="*/ 3429000 w 3429000"/>
              <a:gd name="connsiteY1" fmla="*/ 0 h 5346376"/>
              <a:gd name="connsiteX2" fmla="*/ 3429000 w 3429000"/>
              <a:gd name="connsiteY2" fmla="*/ 958689 h 5346376"/>
              <a:gd name="connsiteX3" fmla="*/ 3355859 w 3429000"/>
              <a:gd name="connsiteY3" fmla="*/ 958689 h 5346376"/>
              <a:gd name="connsiteX4" fmla="*/ 3355859 w 3429000"/>
              <a:gd name="connsiteY4" fmla="*/ 73141 h 5346376"/>
              <a:gd name="connsiteX5" fmla="*/ 73141 w 3429000"/>
              <a:gd name="connsiteY5" fmla="*/ 73141 h 5346376"/>
              <a:gd name="connsiteX6" fmla="*/ 73141 w 3429000"/>
              <a:gd name="connsiteY6" fmla="*/ 5273235 h 5346376"/>
              <a:gd name="connsiteX7" fmla="*/ 3355859 w 3429000"/>
              <a:gd name="connsiteY7" fmla="*/ 5273235 h 5346376"/>
              <a:gd name="connsiteX8" fmla="*/ 3355859 w 3429000"/>
              <a:gd name="connsiteY8" fmla="*/ 4222589 h 5346376"/>
              <a:gd name="connsiteX9" fmla="*/ 3429000 w 3429000"/>
              <a:gd name="connsiteY9" fmla="*/ 4222589 h 5346376"/>
              <a:gd name="connsiteX10" fmla="*/ 3429000 w 3429000"/>
              <a:gd name="connsiteY10" fmla="*/ 5346376 h 5346376"/>
              <a:gd name="connsiteX11" fmla="*/ 0 w 3429000"/>
              <a:gd name="connsiteY11" fmla="*/ 5346376 h 5346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429000" h="5346376">
                <a:moveTo>
                  <a:pt x="0" y="0"/>
                </a:moveTo>
                <a:lnTo>
                  <a:pt x="3429000" y="0"/>
                </a:lnTo>
                <a:lnTo>
                  <a:pt x="3429000" y="958689"/>
                </a:lnTo>
                <a:lnTo>
                  <a:pt x="3355859" y="958689"/>
                </a:lnTo>
                <a:lnTo>
                  <a:pt x="3355859" y="73141"/>
                </a:lnTo>
                <a:lnTo>
                  <a:pt x="73141" y="73141"/>
                </a:lnTo>
                <a:lnTo>
                  <a:pt x="73141" y="5273235"/>
                </a:lnTo>
                <a:lnTo>
                  <a:pt x="3355859" y="5273235"/>
                </a:lnTo>
                <a:lnTo>
                  <a:pt x="3355859" y="4222589"/>
                </a:lnTo>
                <a:lnTo>
                  <a:pt x="3429000" y="4222589"/>
                </a:lnTo>
                <a:lnTo>
                  <a:pt x="3429000" y="5346376"/>
                </a:lnTo>
                <a:lnTo>
                  <a:pt x="0" y="5346376"/>
                </a:lnTo>
                <a:close/>
              </a:path>
            </a:pathLst>
          </a:custGeom>
          <a:solidFill>
            <a:schemeClr val="accent1"/>
          </a:solidFill>
          <a:ln w="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fontAlgn="auto"/>
            <a:endParaRPr lang="zh-CN" altLang="en-US" strike="noStrike" noProof="1" dirty="0">
              <a:solidFill>
                <a:schemeClr val="tx1"/>
              </a:solidFill>
            </a:endParaRPr>
          </a:p>
        </p:txBody>
      </p:sp>
      <p:sp>
        <p:nvSpPr>
          <p:cNvPr id="4" name="矩形 3"/>
          <p:cNvSpPr/>
          <p:nvPr/>
        </p:nvSpPr>
        <p:spPr>
          <a:xfrm>
            <a:off x="4837113" y="4021138"/>
            <a:ext cx="5857875" cy="344487"/>
          </a:xfrm>
          <a:prstGeom prst="rect">
            <a:avLst/>
          </a:prstGeom>
          <a:noFill/>
          <a:ln w="9525">
            <a:noFill/>
          </a:ln>
        </p:spPr>
        <p:txBody>
          <a:bodyPr wrap="square" anchor="t" anchorCtr="0">
            <a:spAutoFit/>
          </a:bodyPr>
          <a:p>
            <a:pPr algn="ctr">
              <a:lnSpc>
                <a:spcPct val="150000"/>
              </a:lnSpc>
            </a:pPr>
            <a:r>
              <a:rPr lang="en-US" altLang="zh-CN" sz="1100" dirty="0">
                <a:solidFill>
                  <a:srgbClr val="262626"/>
                </a:solidFill>
                <a:latin typeface="Arial" panose="020B0604020202020204" pitchFamily="34" charset="0"/>
                <a:ea typeface="微软雅黑" panose="020B0503020204020204" pitchFamily="34" charset="-122"/>
                <a:sym typeface="微软雅黑" panose="020B0503020204020204" pitchFamily="34" charset="-122"/>
              </a:rPr>
              <a:t>Examples of application scenarios</a:t>
            </a:r>
            <a:endParaRPr lang="en-US" altLang="zh-CN" sz="1100" dirty="0">
              <a:solidFill>
                <a:srgbClr val="262626"/>
              </a:solidFill>
              <a:latin typeface="Arial" panose="020B0604020202020204" pitchFamily="34" charset="0"/>
              <a:ea typeface="Roboto Medium" pitchFamily="2" charset="0"/>
            </a:endParaRPr>
          </a:p>
        </p:txBody>
      </p:sp>
      <p:sp>
        <p:nvSpPr>
          <p:cNvPr id="5" name="文本框 4"/>
          <p:cNvSpPr txBox="1"/>
          <p:nvPr/>
        </p:nvSpPr>
        <p:spPr>
          <a:xfrm>
            <a:off x="5589588" y="1646238"/>
            <a:ext cx="3390900" cy="1570037"/>
          </a:xfrm>
          <a:prstGeom prst="rect">
            <a:avLst/>
          </a:prstGeom>
          <a:noFill/>
          <a:ln w="9525">
            <a:noFill/>
          </a:ln>
        </p:spPr>
        <p:txBody>
          <a:bodyPr wrap="square" anchor="ctr" anchorCtr="0">
            <a:spAutoFit/>
          </a:bodyPr>
          <a:p>
            <a:pPr algn="ctr"/>
            <a:r>
              <a:rPr lang="en-US" altLang="zh-CN" sz="9600" dirty="0">
                <a:solidFill>
                  <a:schemeClr val="accent2"/>
                </a:solidFill>
                <a:latin typeface="Arial" panose="020B0604020202020204" pitchFamily="34" charset="0"/>
                <a:ea typeface="微软雅黑" panose="020B0503020204020204" pitchFamily="34" charset="-122"/>
              </a:rPr>
              <a:t>02</a:t>
            </a:r>
            <a:endParaRPr lang="zh-CN" altLang="en-US" sz="9600" dirty="0">
              <a:solidFill>
                <a:schemeClr val="accent2"/>
              </a:solidFill>
              <a:latin typeface="Arial" panose="020B0604020202020204" pitchFamily="34" charset="0"/>
              <a:ea typeface="微软雅黑" panose="020B0503020204020204" pitchFamily="34" charset="-122"/>
            </a:endParaRPr>
          </a:p>
        </p:txBody>
      </p:sp>
      <p:sp>
        <p:nvSpPr>
          <p:cNvPr id="6" name="文本框 5"/>
          <p:cNvSpPr txBox="1"/>
          <p:nvPr/>
        </p:nvSpPr>
        <p:spPr>
          <a:xfrm>
            <a:off x="4837113" y="2822575"/>
            <a:ext cx="5857875" cy="1198563"/>
          </a:xfrm>
          <a:prstGeom prst="rect">
            <a:avLst/>
          </a:prstGeom>
          <a:noFill/>
          <a:ln w="9525">
            <a:noFill/>
          </a:ln>
        </p:spPr>
        <p:txBody>
          <a:bodyPr wrap="square" anchor="ctr" anchorCtr="0">
            <a:spAutoFit/>
          </a:bodyPr>
          <a:p>
            <a:pPr algn="ctr"/>
            <a:r>
              <a:rPr lang="zh-CN" altLang="en-US" sz="3600" b="1" dirty="0">
                <a:solidFill>
                  <a:schemeClr val="accent1"/>
                </a:solidFill>
                <a:latin typeface="微软雅黑" panose="020B0503020204020204" pitchFamily="34" charset="-122"/>
                <a:ea typeface="微软雅黑" panose="020B0503020204020204" pitchFamily="34" charset="-122"/>
                <a:sym typeface="微软雅黑" panose="020B0503020204020204" pitchFamily="34" charset="-122"/>
              </a:rPr>
              <a:t>律所管理</a:t>
            </a:r>
            <a:br>
              <a:rPr lang="zh-CN" altLang="en-US" sz="3600" b="1" dirty="0">
                <a:solidFill>
                  <a:schemeClr val="accent1"/>
                </a:solidFill>
                <a:latin typeface="微软雅黑" panose="020B0503020204020204" pitchFamily="34" charset="-122"/>
                <a:ea typeface="微软雅黑" panose="020B0503020204020204" pitchFamily="34" charset="-122"/>
                <a:sym typeface="微软雅黑" panose="020B0503020204020204" pitchFamily="34" charset="-122"/>
              </a:rPr>
            </a:br>
            <a:r>
              <a:rPr lang="zh-CN" altLang="en-US" sz="3600" b="1" dirty="0">
                <a:solidFill>
                  <a:schemeClr val="accent1"/>
                </a:solidFill>
                <a:latin typeface="微软雅黑" panose="020B0503020204020204" pitchFamily="34" charset="-122"/>
                <a:ea typeface="微软雅黑" panose="020B0503020204020204" pitchFamily="34" charset="-122"/>
                <a:sym typeface="微软雅黑" panose="020B0503020204020204" pitchFamily="34" charset="-122"/>
              </a:rPr>
              <a:t>应用场景举例</a:t>
            </a:r>
            <a:endParaRPr lang="zh-CN" altLang="en-US" sz="3600" b="1" dirty="0">
              <a:solidFill>
                <a:schemeClr val="accent1"/>
              </a:solidFill>
              <a:latin typeface="微软雅黑" panose="020B0503020204020204" pitchFamily="34" charset="-122"/>
              <a:ea typeface="微软雅黑" panose="020B0503020204020204" pitchFamily="34" charset="-122"/>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par>
                          <p:cTn id="8" fill="hold">
                            <p:stCondLst>
                              <p:cond delay="500"/>
                            </p:stCondLst>
                            <p:childTnLst>
                              <p:par>
                                <p:cTn id="9" presetID="21" presetClass="entr" presetSubtype="1"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heel(1)">
                                      <p:cBhvr>
                                        <p:cTn id="11" dur="2000"/>
                                        <p:tgtEl>
                                          <p:spTgt spid="5"/>
                                        </p:tgtEl>
                                      </p:cBhvr>
                                    </p:animEffect>
                                  </p:childTnLst>
                                </p:cTn>
                              </p:par>
                            </p:childTnLst>
                          </p:cTn>
                        </p:par>
                        <p:par>
                          <p:cTn id="12" fill="hold">
                            <p:stCondLst>
                              <p:cond delay="2500"/>
                            </p:stCondLst>
                            <p:childTnLst>
                              <p:par>
                                <p:cTn id="13" presetID="56" presetClass="entr" presetSubtype="0" fill="hold" grpId="0" nodeType="afterEffect">
                                  <p:stCondLst>
                                    <p:cond delay="0"/>
                                  </p:stCondLst>
                                  <p:iterate type="lt">
                                    <p:tmPct val="10000"/>
                                  </p:iterate>
                                  <p:childTnLst>
                                    <p:set>
                                      <p:cBhvr>
                                        <p:cTn id="14" dur="1" fill="hold">
                                          <p:stCondLst>
                                            <p:cond delay="0"/>
                                          </p:stCondLst>
                                        </p:cTn>
                                        <p:tgtEl>
                                          <p:spTgt spid="6"/>
                                        </p:tgtEl>
                                        <p:attrNameLst>
                                          <p:attrName>style.visibility</p:attrName>
                                        </p:attrNameLst>
                                      </p:cBhvr>
                                      <p:to>
                                        <p:strVal val="visible"/>
                                      </p:to>
                                    </p:set>
                                    <p:anim by="(-#ppt_w*2)" calcmode="lin" valueType="num">
                                      <p:cBhvr rctx="PPT">
                                        <p:cTn id="15" dur="500" autoRev="1" fill="hold">
                                          <p:stCondLst>
                                            <p:cond delay="0"/>
                                          </p:stCondLst>
                                        </p:cTn>
                                        <p:tgtEl>
                                          <p:spTgt spid="6"/>
                                        </p:tgtEl>
                                        <p:attrNameLst>
                                          <p:attrName>ppt_w</p:attrName>
                                        </p:attrNameLst>
                                      </p:cBhvr>
                                    </p:anim>
                                    <p:anim by="(#ppt_w*0.50)" calcmode="lin" valueType="num">
                                      <p:cBhvr>
                                        <p:cTn id="16" dur="500" decel="50000" autoRev="1" fill="hold">
                                          <p:stCondLst>
                                            <p:cond delay="0"/>
                                          </p:stCondLst>
                                        </p:cTn>
                                        <p:tgtEl>
                                          <p:spTgt spid="6"/>
                                        </p:tgtEl>
                                        <p:attrNameLst>
                                          <p:attrName>ppt_x</p:attrName>
                                        </p:attrNameLst>
                                      </p:cBhvr>
                                    </p:anim>
                                    <p:anim from="(-#ppt_h/2)" to="(#ppt_y)" calcmode="lin" valueType="num">
                                      <p:cBhvr>
                                        <p:cTn id="17" dur="1000" fill="hold">
                                          <p:stCondLst>
                                            <p:cond delay="0"/>
                                          </p:stCondLst>
                                        </p:cTn>
                                        <p:tgtEl>
                                          <p:spTgt spid="6"/>
                                        </p:tgtEl>
                                        <p:attrNameLst>
                                          <p:attrName>ppt_y</p:attrName>
                                        </p:attrNameLst>
                                      </p:cBhvr>
                                    </p:anim>
                                    <p:animRot by="21600000">
                                      <p:cBhvr>
                                        <p:cTn id="18" dur="1000" fill="hold">
                                          <p:stCondLst>
                                            <p:cond delay="0"/>
                                          </p:stCondLst>
                                        </p:cTn>
                                        <p:tgtEl>
                                          <p:spTgt spid="6"/>
                                        </p:tgtEl>
                                        <p:attrNameLst>
                                          <p:attrName>r</p:attrName>
                                        </p:attrNameLst>
                                      </p:cBhvr>
                                    </p:animRot>
                                  </p:childTnLst>
                                </p:cTn>
                              </p:par>
                            </p:childTnLst>
                          </p:cTn>
                        </p:par>
                        <p:par>
                          <p:cTn id="19" fill="hold">
                            <p:stCondLst>
                              <p:cond delay="4400"/>
                            </p:stCondLst>
                            <p:childTnLst>
                              <p:par>
                                <p:cTn id="20" presetID="42" presetClass="entr" presetSubtype="0" fill="hold" grpId="0" nodeType="after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1000"/>
                                        <p:tgtEl>
                                          <p:spTgt spid="4"/>
                                        </p:tgtEl>
                                      </p:cBhvr>
                                    </p:animEffect>
                                    <p:anim calcmode="lin" valueType="num">
                                      <p:cBhvr>
                                        <p:cTn id="23" dur="1000" fill="hold"/>
                                        <p:tgtEl>
                                          <p:spTgt spid="4"/>
                                        </p:tgtEl>
                                        <p:attrNameLst>
                                          <p:attrName>ppt_x</p:attrName>
                                        </p:attrNameLst>
                                      </p:cBhvr>
                                      <p:tavLst>
                                        <p:tav tm="0">
                                          <p:val>
                                            <p:strVal val="#ppt_x"/>
                                          </p:val>
                                        </p:tav>
                                        <p:tav tm="100000">
                                          <p:val>
                                            <p:strVal val="#ppt_x"/>
                                          </p:val>
                                        </p:tav>
                                      </p:tavLst>
                                    </p:anim>
                                    <p:anim calcmode="lin" valueType="num">
                                      <p:cBhvr>
                                        <p:cTn id="24"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P spid="5" grpId="0"/>
      <p:bldP spid="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 name="PA-文本框 10"/>
          <p:cNvSpPr txBox="1"/>
          <p:nvPr>
            <p:custDataLst>
              <p:tags r:id="rId1"/>
            </p:custDataLst>
          </p:nvPr>
        </p:nvSpPr>
        <p:spPr>
          <a:xfrm>
            <a:off x="862013" y="30163"/>
            <a:ext cx="3254375" cy="450850"/>
          </a:xfrm>
          <a:prstGeom prst="rect">
            <a:avLst/>
          </a:prstGeom>
          <a:noFill/>
          <a:ln w="9525">
            <a:noFill/>
          </a:ln>
        </p:spPr>
        <p:txBody>
          <a:bodyPr wrap="square" anchor="t" anchorCtr="0">
            <a:spAutoFit/>
          </a:bodyPr>
          <a:p>
            <a:pPr>
              <a:lnSpc>
                <a:spcPct val="130000"/>
              </a:lnSpc>
            </a:pPr>
            <a:r>
              <a:rPr lang="zh-CN" altLang="en-US" b="1" dirty="0">
                <a:latin typeface="微软雅黑" panose="020B0503020204020204" pitchFamily="34" charset="-122"/>
                <a:ea typeface="微软雅黑" panose="020B0503020204020204" pitchFamily="34" charset="-122"/>
              </a:rPr>
              <a:t>利益冲突检索</a:t>
            </a:r>
            <a:endParaRPr lang="zh-CN" altLang="en-US" b="1" dirty="0">
              <a:latin typeface="微软雅黑" panose="020B0503020204020204" pitchFamily="34" charset="-122"/>
              <a:ea typeface="微软雅黑" panose="020B0503020204020204" pitchFamily="34" charset="-122"/>
            </a:endParaRPr>
          </a:p>
        </p:txBody>
      </p:sp>
      <p:pic>
        <p:nvPicPr>
          <p:cNvPr id="33" name="图片 32"/>
          <p:cNvPicPr>
            <a:picLocks noChangeAspect="1"/>
          </p:cNvPicPr>
          <p:nvPr/>
        </p:nvPicPr>
        <p:blipFill>
          <a:blip r:embed="rId2" cstate="screen"/>
          <a:srcRect l="35490" b="47335"/>
          <a:stretch>
            <a:fillRect/>
          </a:stretch>
        </p:blipFill>
        <p:spPr>
          <a:xfrm rot="10800000" flipH="1">
            <a:off x="0" y="0"/>
            <a:ext cx="1129890" cy="842443"/>
          </a:xfrm>
          <a:custGeom>
            <a:avLst/>
            <a:gdLst>
              <a:gd name="connsiteX0" fmla="*/ 0 w 6539008"/>
              <a:gd name="connsiteY0" fmla="*/ 0 h 4875469"/>
              <a:gd name="connsiteX1" fmla="*/ 6539008 w 6539008"/>
              <a:gd name="connsiteY1" fmla="*/ 0 h 4875469"/>
              <a:gd name="connsiteX2" fmla="*/ 6539008 w 6539008"/>
              <a:gd name="connsiteY2" fmla="*/ 4875469 h 4875469"/>
              <a:gd name="connsiteX3" fmla="*/ 0 w 6539008"/>
              <a:gd name="connsiteY3" fmla="*/ 4875469 h 4875469"/>
            </a:gdLst>
            <a:ahLst/>
            <a:cxnLst>
              <a:cxn ang="0">
                <a:pos x="connsiteX0" y="connsiteY0"/>
              </a:cxn>
              <a:cxn ang="0">
                <a:pos x="connsiteX1" y="connsiteY1"/>
              </a:cxn>
              <a:cxn ang="0">
                <a:pos x="connsiteX2" y="connsiteY2"/>
              </a:cxn>
              <a:cxn ang="0">
                <a:pos x="connsiteX3" y="connsiteY3"/>
              </a:cxn>
            </a:cxnLst>
            <a:rect l="l" t="t" r="r" b="b"/>
            <a:pathLst>
              <a:path w="6539008" h="4875469">
                <a:moveTo>
                  <a:pt x="0" y="0"/>
                </a:moveTo>
                <a:lnTo>
                  <a:pt x="6539008" y="0"/>
                </a:lnTo>
                <a:lnTo>
                  <a:pt x="6539008" y="4875469"/>
                </a:lnTo>
                <a:lnTo>
                  <a:pt x="0" y="4875469"/>
                </a:lnTo>
                <a:close/>
              </a:path>
            </a:pathLst>
          </a:custGeom>
        </p:spPr>
      </p:pic>
      <p:sp>
        <p:nvSpPr>
          <p:cNvPr id="15363" name="文本框 2"/>
          <p:cNvSpPr txBox="1"/>
          <p:nvPr/>
        </p:nvSpPr>
        <p:spPr>
          <a:xfrm>
            <a:off x="744855" y="5678805"/>
            <a:ext cx="10670540" cy="737235"/>
          </a:xfrm>
          <a:prstGeom prst="rect">
            <a:avLst/>
          </a:prstGeom>
          <a:noFill/>
          <a:ln w="9525">
            <a:noFill/>
          </a:ln>
        </p:spPr>
        <p:txBody>
          <a:bodyPr wrap="square" anchor="t" anchorCtr="0">
            <a:spAutoFit/>
          </a:bodyPr>
          <a:p>
            <a:pPr>
              <a:lnSpc>
                <a:spcPct val="150000"/>
              </a:lnSpc>
            </a:pPr>
            <a:r>
              <a:rPr lang="zh-CN" altLang="en-US" sz="1400" dirty="0">
                <a:latin typeface="思源黑体" panose="020B0400000000000000" pitchFamily="34" charset="-122"/>
                <a:ea typeface="思源黑体" panose="020B0400000000000000" pitchFamily="34" charset="-122"/>
                <a:sym typeface="微软雅黑" panose="020B0503020204020204" pitchFamily="34" charset="-122"/>
              </a:rPr>
              <a:t>检索：1、双重代理型利益冲突；2、同一律所型利益冲突；3、可在系统设置委托人成对方当事人回避期冲突 。</a:t>
            </a:r>
            <a:endParaRPr lang="zh-CN" altLang="en-US" sz="1400" dirty="0">
              <a:latin typeface="思源黑体" panose="020B0400000000000000" pitchFamily="34" charset="-122"/>
              <a:ea typeface="思源黑体" panose="020B0400000000000000" pitchFamily="34" charset="-122"/>
              <a:sym typeface="微软雅黑" panose="020B0503020204020204" pitchFamily="34" charset="-122"/>
            </a:endParaRPr>
          </a:p>
          <a:p>
            <a:pPr>
              <a:lnSpc>
                <a:spcPct val="150000"/>
              </a:lnSpc>
            </a:pPr>
            <a:r>
              <a:rPr lang="zh-CN" altLang="en-US" sz="1400" dirty="0">
                <a:latin typeface="思源黑体" panose="020B0400000000000000" pitchFamily="34" charset="-122"/>
                <a:ea typeface="思源黑体" panose="020B0400000000000000" pitchFamily="34" charset="-122"/>
              </a:rPr>
              <a:t>并且可通过身份证号和手机号判断客户是否为同名客户。</a:t>
            </a:r>
            <a:endParaRPr lang="zh-CN" altLang="en-US" sz="1400" dirty="0">
              <a:latin typeface="思源黑体" panose="020B0400000000000000" pitchFamily="34" charset="-122"/>
              <a:ea typeface="思源黑体" panose="020B0400000000000000" pitchFamily="34" charset="-122"/>
            </a:endParaRPr>
          </a:p>
        </p:txBody>
      </p:sp>
      <p:pic>
        <p:nvPicPr>
          <p:cNvPr id="3" name="图片 2"/>
          <p:cNvPicPr>
            <a:picLocks noChangeAspect="1"/>
          </p:cNvPicPr>
          <p:nvPr/>
        </p:nvPicPr>
        <p:blipFill>
          <a:blip r:embed="rId3"/>
          <a:stretch>
            <a:fillRect/>
          </a:stretch>
        </p:blipFill>
        <p:spPr>
          <a:xfrm>
            <a:off x="744855" y="1023620"/>
            <a:ext cx="10596880" cy="4413885"/>
          </a:xfrm>
          <a:prstGeom prst="rect">
            <a:avLst/>
          </a:prstGeom>
        </p:spPr>
      </p:pic>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grpId="0" nodeType="after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p:cTn id="7" dur="500"/>
                                        <p:tgtEl>
                                          <p:spTgt spid="31"/>
                                        </p:tgtEl>
                                        <p:attrNameLst>
                                          <p:attrName>ppt_y</p:attrName>
                                        </p:attrNameLst>
                                      </p:cBhvr>
                                      <p:tavLst>
                                        <p:tav tm="0">
                                          <p:val>
                                            <p:strVal val="#ppt_y-#ppt_h*1.125000"/>
                                          </p:val>
                                        </p:tav>
                                        <p:tav tm="100000">
                                          <p:val>
                                            <p:strVal val="#ppt_y"/>
                                          </p:val>
                                        </p:tav>
                                      </p:tavLst>
                                    </p:anim>
                                    <p:animEffect transition="in" filter="wipe(down)">
                                      <p:cBhvr>
                                        <p:cTn id="8"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 name="PA-文本框 10"/>
          <p:cNvSpPr txBox="1"/>
          <p:nvPr>
            <p:custDataLst>
              <p:tags r:id="rId1"/>
            </p:custDataLst>
          </p:nvPr>
        </p:nvSpPr>
        <p:spPr>
          <a:xfrm>
            <a:off x="862013" y="30163"/>
            <a:ext cx="3254375" cy="450850"/>
          </a:xfrm>
          <a:prstGeom prst="rect">
            <a:avLst/>
          </a:prstGeom>
          <a:noFill/>
          <a:ln w="9525">
            <a:noFill/>
          </a:ln>
        </p:spPr>
        <p:txBody>
          <a:bodyPr wrap="square" anchor="t" anchorCtr="0">
            <a:spAutoFit/>
          </a:bodyPr>
          <a:p>
            <a:pPr>
              <a:lnSpc>
                <a:spcPct val="130000"/>
              </a:lnSpc>
            </a:pPr>
            <a:r>
              <a:rPr lang="zh-CN" altLang="en-US" b="1" dirty="0">
                <a:latin typeface="微软雅黑" panose="020B0503020204020204" pitchFamily="34" charset="-122"/>
                <a:ea typeface="微软雅黑" panose="020B0503020204020204" pitchFamily="34" charset="-122"/>
              </a:rPr>
              <a:t>我的案件</a:t>
            </a:r>
            <a:endParaRPr lang="zh-CN" altLang="en-US" b="1" dirty="0">
              <a:latin typeface="微软雅黑" panose="020B0503020204020204" pitchFamily="34" charset="-122"/>
              <a:ea typeface="微软雅黑" panose="020B0503020204020204" pitchFamily="34" charset="-122"/>
            </a:endParaRPr>
          </a:p>
        </p:txBody>
      </p:sp>
      <p:pic>
        <p:nvPicPr>
          <p:cNvPr id="33" name="图片 32"/>
          <p:cNvPicPr>
            <a:picLocks noChangeAspect="1"/>
          </p:cNvPicPr>
          <p:nvPr/>
        </p:nvPicPr>
        <p:blipFill>
          <a:blip r:embed="rId2" cstate="screen"/>
          <a:srcRect l="35490" b="47335"/>
          <a:stretch>
            <a:fillRect/>
          </a:stretch>
        </p:blipFill>
        <p:spPr>
          <a:xfrm rot="10800000" flipH="1">
            <a:off x="0" y="0"/>
            <a:ext cx="1129890" cy="842443"/>
          </a:xfrm>
          <a:custGeom>
            <a:avLst/>
            <a:gdLst>
              <a:gd name="connsiteX0" fmla="*/ 0 w 6539008"/>
              <a:gd name="connsiteY0" fmla="*/ 0 h 4875469"/>
              <a:gd name="connsiteX1" fmla="*/ 6539008 w 6539008"/>
              <a:gd name="connsiteY1" fmla="*/ 0 h 4875469"/>
              <a:gd name="connsiteX2" fmla="*/ 6539008 w 6539008"/>
              <a:gd name="connsiteY2" fmla="*/ 4875469 h 4875469"/>
              <a:gd name="connsiteX3" fmla="*/ 0 w 6539008"/>
              <a:gd name="connsiteY3" fmla="*/ 4875469 h 4875469"/>
            </a:gdLst>
            <a:ahLst/>
            <a:cxnLst>
              <a:cxn ang="0">
                <a:pos x="connsiteX0" y="connsiteY0"/>
              </a:cxn>
              <a:cxn ang="0">
                <a:pos x="connsiteX1" y="connsiteY1"/>
              </a:cxn>
              <a:cxn ang="0">
                <a:pos x="connsiteX2" y="connsiteY2"/>
              </a:cxn>
              <a:cxn ang="0">
                <a:pos x="connsiteX3" y="connsiteY3"/>
              </a:cxn>
            </a:cxnLst>
            <a:rect l="l" t="t" r="r" b="b"/>
            <a:pathLst>
              <a:path w="6539008" h="4875469">
                <a:moveTo>
                  <a:pt x="0" y="0"/>
                </a:moveTo>
                <a:lnTo>
                  <a:pt x="6539008" y="0"/>
                </a:lnTo>
                <a:lnTo>
                  <a:pt x="6539008" y="4875469"/>
                </a:lnTo>
                <a:lnTo>
                  <a:pt x="0" y="4875469"/>
                </a:lnTo>
                <a:close/>
              </a:path>
            </a:pathLst>
          </a:custGeom>
        </p:spPr>
      </p:pic>
      <p:sp>
        <p:nvSpPr>
          <p:cNvPr id="16387" name="文本框 33"/>
          <p:cNvSpPr txBox="1"/>
          <p:nvPr/>
        </p:nvSpPr>
        <p:spPr>
          <a:xfrm>
            <a:off x="620713" y="6180138"/>
            <a:ext cx="11091862" cy="306705"/>
          </a:xfrm>
          <a:prstGeom prst="rect">
            <a:avLst/>
          </a:prstGeom>
          <a:noFill/>
          <a:ln w="9525">
            <a:noFill/>
          </a:ln>
        </p:spPr>
        <p:txBody>
          <a:bodyPr wrap="square" anchor="t" anchorCtr="0">
            <a:spAutoFit/>
          </a:bodyPr>
          <a:p>
            <a:pPr algn="ctr"/>
            <a:r>
              <a:rPr lang="zh-CN" altLang="en-US" sz="1400" dirty="0">
                <a:latin typeface="思源黑体" panose="020B0400000000000000" pitchFamily="34" charset="-122"/>
                <a:ea typeface="思源黑体" panose="020B0400000000000000" pitchFamily="34" charset="-122"/>
                <a:sym typeface="微软雅黑" panose="020B0503020204020204" pitchFamily="34" charset="-122"/>
              </a:rPr>
              <a:t>管理自己账号下的所有案件，可以通过检索条件对案件进行统计，并可以进行费用减免、退费、归档、申请发票、添加开庭提醒等操作。</a:t>
            </a:r>
            <a:endParaRPr lang="zh-CN" altLang="en-US" sz="1400" dirty="0">
              <a:latin typeface="思源黑体" panose="020B0400000000000000" pitchFamily="34" charset="-122"/>
              <a:ea typeface="思源黑体" panose="020B0400000000000000" pitchFamily="34" charset="-122"/>
              <a:sym typeface="微软雅黑" panose="020B0503020204020204" pitchFamily="34" charset="-122"/>
            </a:endParaRPr>
          </a:p>
        </p:txBody>
      </p:sp>
      <p:pic>
        <p:nvPicPr>
          <p:cNvPr id="2" name="图片 1"/>
          <p:cNvPicPr>
            <a:picLocks noChangeAspect="1"/>
          </p:cNvPicPr>
          <p:nvPr/>
        </p:nvPicPr>
        <p:blipFill>
          <a:blip r:embed="rId3"/>
          <a:stretch>
            <a:fillRect/>
          </a:stretch>
        </p:blipFill>
        <p:spPr>
          <a:xfrm>
            <a:off x="785495" y="1010285"/>
            <a:ext cx="10621010" cy="5003165"/>
          </a:xfrm>
          <a:prstGeom prst="rect">
            <a:avLst/>
          </a:prstGeom>
        </p:spPr>
      </p:pic>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grpId="0" nodeType="after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p:cTn id="7" dur="500"/>
                                        <p:tgtEl>
                                          <p:spTgt spid="31"/>
                                        </p:tgtEl>
                                        <p:attrNameLst>
                                          <p:attrName>ppt_y</p:attrName>
                                        </p:attrNameLst>
                                      </p:cBhvr>
                                      <p:tavLst>
                                        <p:tav tm="0">
                                          <p:val>
                                            <p:strVal val="#ppt_y-#ppt_h*1.125000"/>
                                          </p:val>
                                        </p:tav>
                                        <p:tav tm="100000">
                                          <p:val>
                                            <p:strVal val="#ppt_y"/>
                                          </p:val>
                                        </p:tav>
                                      </p:tavLst>
                                    </p:anim>
                                    <p:animEffect transition="in" filter="wipe(down)">
                                      <p:cBhvr>
                                        <p:cTn id="8"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 name="PA-文本框 10"/>
          <p:cNvSpPr txBox="1"/>
          <p:nvPr>
            <p:custDataLst>
              <p:tags r:id="rId1"/>
            </p:custDataLst>
          </p:nvPr>
        </p:nvSpPr>
        <p:spPr>
          <a:xfrm>
            <a:off x="862013" y="30163"/>
            <a:ext cx="3254375" cy="450850"/>
          </a:xfrm>
          <a:prstGeom prst="rect">
            <a:avLst/>
          </a:prstGeom>
          <a:noFill/>
          <a:ln w="9525">
            <a:noFill/>
          </a:ln>
        </p:spPr>
        <p:txBody>
          <a:bodyPr wrap="square" anchor="t" anchorCtr="0">
            <a:spAutoFit/>
          </a:bodyPr>
          <a:p>
            <a:pPr>
              <a:lnSpc>
                <a:spcPct val="130000"/>
              </a:lnSpc>
            </a:pPr>
            <a:r>
              <a:rPr lang="zh-CN" altLang="en-US" b="1" dirty="0">
                <a:latin typeface="微软雅黑" panose="020B0503020204020204" pitchFamily="34" charset="-122"/>
                <a:ea typeface="微软雅黑" panose="020B0503020204020204" pitchFamily="34" charset="-122"/>
              </a:rPr>
              <a:t>我的团队</a:t>
            </a:r>
            <a:endParaRPr lang="zh-CN" altLang="en-US" b="1" dirty="0">
              <a:latin typeface="微软雅黑" panose="020B0503020204020204" pitchFamily="34" charset="-122"/>
              <a:ea typeface="微软雅黑" panose="020B0503020204020204" pitchFamily="34" charset="-122"/>
            </a:endParaRPr>
          </a:p>
        </p:txBody>
      </p:sp>
      <p:pic>
        <p:nvPicPr>
          <p:cNvPr id="33" name="图片 32"/>
          <p:cNvPicPr>
            <a:picLocks noChangeAspect="1"/>
          </p:cNvPicPr>
          <p:nvPr/>
        </p:nvPicPr>
        <p:blipFill>
          <a:blip r:embed="rId2" cstate="screen"/>
          <a:srcRect l="35490" b="47335"/>
          <a:stretch>
            <a:fillRect/>
          </a:stretch>
        </p:blipFill>
        <p:spPr>
          <a:xfrm rot="10800000" flipH="1">
            <a:off x="0" y="0"/>
            <a:ext cx="1129890" cy="842443"/>
          </a:xfrm>
          <a:custGeom>
            <a:avLst/>
            <a:gdLst>
              <a:gd name="connsiteX0" fmla="*/ 0 w 6539008"/>
              <a:gd name="connsiteY0" fmla="*/ 0 h 4875469"/>
              <a:gd name="connsiteX1" fmla="*/ 6539008 w 6539008"/>
              <a:gd name="connsiteY1" fmla="*/ 0 h 4875469"/>
              <a:gd name="connsiteX2" fmla="*/ 6539008 w 6539008"/>
              <a:gd name="connsiteY2" fmla="*/ 4875469 h 4875469"/>
              <a:gd name="connsiteX3" fmla="*/ 0 w 6539008"/>
              <a:gd name="connsiteY3" fmla="*/ 4875469 h 4875469"/>
            </a:gdLst>
            <a:ahLst/>
            <a:cxnLst>
              <a:cxn ang="0">
                <a:pos x="connsiteX0" y="connsiteY0"/>
              </a:cxn>
              <a:cxn ang="0">
                <a:pos x="connsiteX1" y="connsiteY1"/>
              </a:cxn>
              <a:cxn ang="0">
                <a:pos x="connsiteX2" y="connsiteY2"/>
              </a:cxn>
              <a:cxn ang="0">
                <a:pos x="connsiteX3" y="connsiteY3"/>
              </a:cxn>
            </a:cxnLst>
            <a:rect l="l" t="t" r="r" b="b"/>
            <a:pathLst>
              <a:path w="6539008" h="4875469">
                <a:moveTo>
                  <a:pt x="0" y="0"/>
                </a:moveTo>
                <a:lnTo>
                  <a:pt x="6539008" y="0"/>
                </a:lnTo>
                <a:lnTo>
                  <a:pt x="6539008" y="4875469"/>
                </a:lnTo>
                <a:lnTo>
                  <a:pt x="0" y="4875469"/>
                </a:lnTo>
                <a:close/>
              </a:path>
            </a:pathLst>
          </a:custGeom>
        </p:spPr>
      </p:pic>
      <p:sp>
        <p:nvSpPr>
          <p:cNvPr id="17411" name="文本框 7"/>
          <p:cNvSpPr txBox="1"/>
          <p:nvPr/>
        </p:nvSpPr>
        <p:spPr>
          <a:xfrm>
            <a:off x="690563" y="5356225"/>
            <a:ext cx="3125787" cy="412750"/>
          </a:xfrm>
          <a:prstGeom prst="rect">
            <a:avLst/>
          </a:prstGeom>
          <a:noFill/>
          <a:ln w="9525">
            <a:noFill/>
          </a:ln>
        </p:spPr>
        <p:txBody>
          <a:bodyPr wrap="square" anchor="t" anchorCtr="0">
            <a:spAutoFit/>
          </a:bodyPr>
          <a:p>
            <a:pPr>
              <a:lnSpc>
                <a:spcPct val="150000"/>
              </a:lnSpc>
            </a:pPr>
            <a:r>
              <a:rPr lang="zh-CN" altLang="en-US" sz="1400" dirty="0">
                <a:latin typeface="思源黑体" panose="020B0400000000000000" pitchFamily="34" charset="-122"/>
                <a:ea typeface="思源黑体" panose="020B0400000000000000" pitchFamily="34" charset="-122"/>
                <a:sym typeface="微软雅黑" panose="020B0503020204020204" pitchFamily="34" charset="-122"/>
              </a:rPr>
              <a:t>团队负责人可以查看团队成员案件</a:t>
            </a:r>
            <a:endParaRPr lang="zh-CN" altLang="en-US" sz="1400" dirty="0">
              <a:latin typeface="思源黑体" panose="020B0400000000000000" pitchFamily="34" charset="-122"/>
              <a:ea typeface="思源黑体" panose="020B0400000000000000" pitchFamily="34" charset="-122"/>
              <a:sym typeface="微软雅黑" panose="020B0503020204020204" pitchFamily="34" charset="-122"/>
            </a:endParaRPr>
          </a:p>
        </p:txBody>
      </p:sp>
      <p:pic>
        <p:nvPicPr>
          <p:cNvPr id="17412" name="图片 2"/>
          <p:cNvPicPr>
            <a:picLocks noChangeAspect="1"/>
          </p:cNvPicPr>
          <p:nvPr/>
        </p:nvPicPr>
        <p:blipFill>
          <a:blip r:embed="rId3"/>
          <a:stretch>
            <a:fillRect/>
          </a:stretch>
        </p:blipFill>
        <p:spPr>
          <a:xfrm>
            <a:off x="690563" y="842963"/>
            <a:ext cx="9337675" cy="4183062"/>
          </a:xfrm>
          <a:prstGeom prst="rect">
            <a:avLst/>
          </a:prstGeom>
          <a:noFill/>
          <a:ln w="9525">
            <a:noFill/>
          </a:ln>
        </p:spPr>
      </p:pic>
      <p:pic>
        <p:nvPicPr>
          <p:cNvPr id="17413" name="图片 4"/>
          <p:cNvPicPr>
            <a:picLocks noChangeAspect="1"/>
          </p:cNvPicPr>
          <p:nvPr/>
        </p:nvPicPr>
        <p:blipFill>
          <a:blip r:embed="rId4"/>
          <a:stretch>
            <a:fillRect/>
          </a:stretch>
        </p:blipFill>
        <p:spPr>
          <a:xfrm>
            <a:off x="5672138" y="3200400"/>
            <a:ext cx="5649912" cy="2924175"/>
          </a:xfrm>
          <a:prstGeom prst="rect">
            <a:avLst/>
          </a:prstGeom>
          <a:noFill/>
          <a:ln w="9525">
            <a:noFill/>
          </a:ln>
        </p:spPr>
      </p:pic>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grpId="0" nodeType="after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p:cTn id="7" dur="500"/>
                                        <p:tgtEl>
                                          <p:spTgt spid="31"/>
                                        </p:tgtEl>
                                        <p:attrNameLst>
                                          <p:attrName>ppt_y</p:attrName>
                                        </p:attrNameLst>
                                      </p:cBhvr>
                                      <p:tavLst>
                                        <p:tav tm="0">
                                          <p:val>
                                            <p:strVal val="#ppt_y-#ppt_h*1.125000"/>
                                          </p:val>
                                        </p:tav>
                                        <p:tav tm="100000">
                                          <p:val>
                                            <p:strVal val="#ppt_y"/>
                                          </p:val>
                                        </p:tav>
                                      </p:tavLst>
                                    </p:anim>
                                    <p:animEffect transition="in" filter="wipe(down)">
                                      <p:cBhvr>
                                        <p:cTn id="8"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 name="PA-文本框 10"/>
          <p:cNvSpPr txBox="1"/>
          <p:nvPr>
            <p:custDataLst>
              <p:tags r:id="rId1"/>
            </p:custDataLst>
          </p:nvPr>
        </p:nvSpPr>
        <p:spPr>
          <a:xfrm>
            <a:off x="862013" y="30163"/>
            <a:ext cx="3254375" cy="450850"/>
          </a:xfrm>
          <a:prstGeom prst="rect">
            <a:avLst/>
          </a:prstGeom>
          <a:noFill/>
          <a:ln w="9525">
            <a:noFill/>
          </a:ln>
        </p:spPr>
        <p:txBody>
          <a:bodyPr wrap="square" anchor="t" anchorCtr="0">
            <a:spAutoFit/>
          </a:bodyPr>
          <a:p>
            <a:pPr>
              <a:lnSpc>
                <a:spcPct val="130000"/>
              </a:lnSpc>
            </a:pPr>
            <a:r>
              <a:rPr lang="zh-CN" altLang="en-US" b="1" dirty="0">
                <a:latin typeface="微软雅黑" panose="020B0503020204020204" pitchFamily="34" charset="-122"/>
                <a:ea typeface="微软雅黑" panose="020B0503020204020204" pitchFamily="34" charset="-122"/>
              </a:rPr>
              <a:t>文书格式统一</a:t>
            </a:r>
            <a:endParaRPr lang="zh-CN" altLang="en-US" b="1" dirty="0">
              <a:latin typeface="微软雅黑" panose="020B0503020204020204" pitchFamily="34" charset="-122"/>
              <a:ea typeface="微软雅黑" panose="020B0503020204020204" pitchFamily="34" charset="-122"/>
            </a:endParaRPr>
          </a:p>
        </p:txBody>
      </p:sp>
      <p:pic>
        <p:nvPicPr>
          <p:cNvPr id="33" name="图片 32"/>
          <p:cNvPicPr>
            <a:picLocks noChangeAspect="1"/>
          </p:cNvPicPr>
          <p:nvPr/>
        </p:nvPicPr>
        <p:blipFill>
          <a:blip r:embed="rId2" cstate="screen"/>
          <a:srcRect l="35490" b="47335"/>
          <a:stretch>
            <a:fillRect/>
          </a:stretch>
        </p:blipFill>
        <p:spPr>
          <a:xfrm rot="10800000" flipH="1">
            <a:off x="0" y="0"/>
            <a:ext cx="1129890" cy="842443"/>
          </a:xfrm>
          <a:custGeom>
            <a:avLst/>
            <a:gdLst>
              <a:gd name="connsiteX0" fmla="*/ 0 w 6539008"/>
              <a:gd name="connsiteY0" fmla="*/ 0 h 4875469"/>
              <a:gd name="connsiteX1" fmla="*/ 6539008 w 6539008"/>
              <a:gd name="connsiteY1" fmla="*/ 0 h 4875469"/>
              <a:gd name="connsiteX2" fmla="*/ 6539008 w 6539008"/>
              <a:gd name="connsiteY2" fmla="*/ 4875469 h 4875469"/>
              <a:gd name="connsiteX3" fmla="*/ 0 w 6539008"/>
              <a:gd name="connsiteY3" fmla="*/ 4875469 h 4875469"/>
            </a:gdLst>
            <a:ahLst/>
            <a:cxnLst>
              <a:cxn ang="0">
                <a:pos x="connsiteX0" y="connsiteY0"/>
              </a:cxn>
              <a:cxn ang="0">
                <a:pos x="connsiteX1" y="connsiteY1"/>
              </a:cxn>
              <a:cxn ang="0">
                <a:pos x="connsiteX2" y="connsiteY2"/>
              </a:cxn>
              <a:cxn ang="0">
                <a:pos x="connsiteX3" y="connsiteY3"/>
              </a:cxn>
            </a:cxnLst>
            <a:rect l="l" t="t" r="r" b="b"/>
            <a:pathLst>
              <a:path w="6539008" h="4875469">
                <a:moveTo>
                  <a:pt x="0" y="0"/>
                </a:moveTo>
                <a:lnTo>
                  <a:pt x="6539008" y="0"/>
                </a:lnTo>
                <a:lnTo>
                  <a:pt x="6539008" y="4875469"/>
                </a:lnTo>
                <a:lnTo>
                  <a:pt x="0" y="4875469"/>
                </a:lnTo>
                <a:close/>
              </a:path>
            </a:pathLst>
          </a:custGeom>
        </p:spPr>
      </p:pic>
      <p:pic>
        <p:nvPicPr>
          <p:cNvPr id="18435" name="图片 2" descr="1"/>
          <p:cNvPicPr>
            <a:picLocks noChangeAspect="1"/>
          </p:cNvPicPr>
          <p:nvPr/>
        </p:nvPicPr>
        <p:blipFill>
          <a:blip r:embed="rId3"/>
          <a:stretch>
            <a:fillRect/>
          </a:stretch>
        </p:blipFill>
        <p:spPr>
          <a:xfrm>
            <a:off x="6940550" y="547688"/>
            <a:ext cx="4030663" cy="5761037"/>
          </a:xfrm>
          <a:prstGeom prst="rect">
            <a:avLst/>
          </a:prstGeom>
          <a:noFill/>
          <a:ln w="12700" cap="flat" cmpd="sng">
            <a:solidFill>
              <a:srgbClr val="343838"/>
            </a:solidFill>
            <a:prstDash val="sysDot"/>
            <a:round/>
            <a:headEnd type="none" w="med" len="med"/>
            <a:tailEnd type="none" w="med" len="med"/>
          </a:ln>
        </p:spPr>
      </p:pic>
      <p:sp>
        <p:nvSpPr>
          <p:cNvPr id="18436" name="文本框 33"/>
          <p:cNvSpPr txBox="1"/>
          <p:nvPr/>
        </p:nvSpPr>
        <p:spPr>
          <a:xfrm>
            <a:off x="1071563" y="1597660"/>
            <a:ext cx="5114925" cy="3107690"/>
          </a:xfrm>
          <a:prstGeom prst="rect">
            <a:avLst/>
          </a:prstGeom>
          <a:noFill/>
          <a:ln w="9525">
            <a:noFill/>
          </a:ln>
        </p:spPr>
        <p:txBody>
          <a:bodyPr wrap="square" anchor="t" anchorCtr="0">
            <a:spAutoFit/>
          </a:bodyPr>
          <a:p>
            <a:pPr>
              <a:lnSpc>
                <a:spcPct val="300000"/>
              </a:lnSpc>
            </a:pPr>
            <a:r>
              <a:rPr lang="zh-CN" altLang="en-US" sz="1400" dirty="0">
                <a:latin typeface="思源黑体 CN Light" pitchFamily="34" charset="-122"/>
                <a:ea typeface="思源黑体 CN Light" pitchFamily="34" charset="-122"/>
                <a:sym typeface="微软雅黑" panose="020B0503020204020204" pitchFamily="34" charset="-122"/>
              </a:rPr>
              <a:t>　　</a:t>
            </a:r>
            <a:r>
              <a:rPr lang="zh-CN" altLang="en-US" sz="1400" dirty="0">
                <a:latin typeface="思源黑体" panose="020B0400000000000000" pitchFamily="34" charset="-122"/>
                <a:ea typeface="思源黑体" panose="020B0400000000000000" pitchFamily="34" charset="-122"/>
                <a:sym typeface="微软雅黑" panose="020B0503020204020204" pitchFamily="34" charset="-122"/>
              </a:rPr>
              <a:t>律所要求律师使用所里统一的文书格式，但执行起来很困难，最终律师还是用自己电脑上的，文书格式五花八门，质量参差不齐，既存在风险隐患，律所品牌形象也难建立。我们可以直接在线通过统一的文书模板生成文书来统一格式。</a:t>
            </a:r>
            <a:endParaRPr lang="zh-CN" altLang="en-US" sz="1400" dirty="0">
              <a:latin typeface="思源黑体" panose="020B0400000000000000" pitchFamily="34" charset="-122"/>
              <a:ea typeface="思源黑体" panose="020B0400000000000000" pitchFamily="34" charset="-122"/>
            </a:endParaRPr>
          </a:p>
          <a:p>
            <a:pPr>
              <a:lnSpc>
                <a:spcPct val="200000"/>
              </a:lnSpc>
            </a:pPr>
            <a:endParaRPr lang="zh-CN" altLang="en-US" sz="1400" dirty="0">
              <a:latin typeface="思源黑体" panose="020B0400000000000000" pitchFamily="34" charset="-122"/>
              <a:ea typeface="思源黑体" panose="020B0400000000000000" pitchFamily="34" charset="-122"/>
              <a:sym typeface="微软雅黑" panose="020B0503020204020204" pitchFamily="34" charset="-122"/>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grpId="0" nodeType="after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p:cTn id="7" dur="500"/>
                                        <p:tgtEl>
                                          <p:spTgt spid="31"/>
                                        </p:tgtEl>
                                        <p:attrNameLst>
                                          <p:attrName>ppt_y</p:attrName>
                                        </p:attrNameLst>
                                      </p:cBhvr>
                                      <p:tavLst>
                                        <p:tav tm="0">
                                          <p:val>
                                            <p:strVal val="#ppt_y-#ppt_h*1.125000"/>
                                          </p:val>
                                        </p:tav>
                                        <p:tav tm="100000">
                                          <p:val>
                                            <p:strVal val="#ppt_y"/>
                                          </p:val>
                                        </p:tav>
                                      </p:tavLst>
                                    </p:anim>
                                    <p:animEffect transition="in" filter="wipe(down)">
                                      <p:cBhvr>
                                        <p:cTn id="8"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 name="PA-文本框 10"/>
          <p:cNvSpPr txBox="1"/>
          <p:nvPr>
            <p:custDataLst>
              <p:tags r:id="rId1"/>
            </p:custDataLst>
          </p:nvPr>
        </p:nvSpPr>
        <p:spPr>
          <a:xfrm>
            <a:off x="862013" y="30163"/>
            <a:ext cx="3254375" cy="450850"/>
          </a:xfrm>
          <a:prstGeom prst="rect">
            <a:avLst/>
          </a:prstGeom>
          <a:noFill/>
          <a:ln w="9525">
            <a:noFill/>
          </a:ln>
        </p:spPr>
        <p:txBody>
          <a:bodyPr wrap="square" anchor="t" anchorCtr="0">
            <a:spAutoFit/>
          </a:bodyPr>
          <a:p>
            <a:pPr>
              <a:lnSpc>
                <a:spcPct val="130000"/>
              </a:lnSpc>
            </a:pPr>
            <a:r>
              <a:rPr lang="zh-CN" altLang="en-US" b="1" dirty="0">
                <a:latin typeface="微软雅黑" panose="020B0503020204020204" pitchFamily="34" charset="-122"/>
                <a:ea typeface="微软雅黑" panose="020B0503020204020204" pitchFamily="34" charset="-122"/>
              </a:rPr>
              <a:t>用印管理系统</a:t>
            </a:r>
            <a:endParaRPr lang="zh-CN" altLang="en-US" b="1" dirty="0">
              <a:latin typeface="微软雅黑" panose="020B0503020204020204" pitchFamily="34" charset="-122"/>
              <a:ea typeface="微软雅黑" panose="020B0503020204020204" pitchFamily="34" charset="-122"/>
            </a:endParaRPr>
          </a:p>
        </p:txBody>
      </p:sp>
      <p:pic>
        <p:nvPicPr>
          <p:cNvPr id="33" name="图片 32"/>
          <p:cNvPicPr>
            <a:picLocks noChangeAspect="1"/>
          </p:cNvPicPr>
          <p:nvPr/>
        </p:nvPicPr>
        <p:blipFill>
          <a:blip r:embed="rId2" cstate="screen"/>
          <a:srcRect l="35490" b="47335"/>
          <a:stretch>
            <a:fillRect/>
          </a:stretch>
        </p:blipFill>
        <p:spPr>
          <a:xfrm rot="10800000" flipH="1">
            <a:off x="0" y="0"/>
            <a:ext cx="1129890" cy="842443"/>
          </a:xfrm>
          <a:custGeom>
            <a:avLst/>
            <a:gdLst>
              <a:gd name="connsiteX0" fmla="*/ 0 w 6539008"/>
              <a:gd name="connsiteY0" fmla="*/ 0 h 4875469"/>
              <a:gd name="connsiteX1" fmla="*/ 6539008 w 6539008"/>
              <a:gd name="connsiteY1" fmla="*/ 0 h 4875469"/>
              <a:gd name="connsiteX2" fmla="*/ 6539008 w 6539008"/>
              <a:gd name="connsiteY2" fmla="*/ 4875469 h 4875469"/>
              <a:gd name="connsiteX3" fmla="*/ 0 w 6539008"/>
              <a:gd name="connsiteY3" fmla="*/ 4875469 h 4875469"/>
            </a:gdLst>
            <a:ahLst/>
            <a:cxnLst>
              <a:cxn ang="0">
                <a:pos x="connsiteX0" y="connsiteY0"/>
              </a:cxn>
              <a:cxn ang="0">
                <a:pos x="connsiteX1" y="connsiteY1"/>
              </a:cxn>
              <a:cxn ang="0">
                <a:pos x="connsiteX2" y="connsiteY2"/>
              </a:cxn>
              <a:cxn ang="0">
                <a:pos x="connsiteX3" y="connsiteY3"/>
              </a:cxn>
            </a:cxnLst>
            <a:rect l="l" t="t" r="r" b="b"/>
            <a:pathLst>
              <a:path w="6539008" h="4875469">
                <a:moveTo>
                  <a:pt x="0" y="0"/>
                </a:moveTo>
                <a:lnTo>
                  <a:pt x="6539008" y="0"/>
                </a:lnTo>
                <a:lnTo>
                  <a:pt x="6539008" y="4875469"/>
                </a:lnTo>
                <a:lnTo>
                  <a:pt x="0" y="4875469"/>
                </a:lnTo>
                <a:close/>
              </a:path>
            </a:pathLst>
          </a:custGeom>
        </p:spPr>
      </p:pic>
      <p:grpSp>
        <p:nvGrpSpPr>
          <p:cNvPr id="3" name="组合 2"/>
          <p:cNvGrpSpPr/>
          <p:nvPr/>
        </p:nvGrpSpPr>
        <p:grpSpPr>
          <a:xfrm>
            <a:off x="1106488" y="1516063"/>
            <a:ext cx="3654425" cy="1677987"/>
            <a:chOff x="7001872" y="4630757"/>
            <a:chExt cx="3654425" cy="1678305"/>
          </a:xfrm>
        </p:grpSpPr>
        <p:sp>
          <p:nvSpPr>
            <p:cNvPr id="34" name="椭圆 33"/>
            <p:cNvSpPr/>
            <p:nvPr/>
          </p:nvSpPr>
          <p:spPr>
            <a:xfrm>
              <a:off x="7001872" y="4726045"/>
              <a:ext cx="266700" cy="266700"/>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auto"/>
              <a:endParaRPr lang="zh-CN" altLang="en-US" strike="noStrike" noProof="1">
                <a:solidFill>
                  <a:schemeClr val="tx1"/>
                </a:solidFill>
              </a:endParaRPr>
            </a:p>
          </p:txBody>
        </p:sp>
        <p:sp>
          <p:nvSpPr>
            <p:cNvPr id="19461" name="文本框 34"/>
            <p:cNvSpPr txBox="1"/>
            <p:nvPr/>
          </p:nvSpPr>
          <p:spPr>
            <a:xfrm>
              <a:off x="7445102" y="4630757"/>
              <a:ext cx="3211195" cy="1678305"/>
            </a:xfrm>
            <a:prstGeom prst="rect">
              <a:avLst/>
            </a:prstGeom>
            <a:noFill/>
            <a:ln w="9525">
              <a:noFill/>
            </a:ln>
          </p:spPr>
          <p:txBody>
            <a:bodyPr wrap="square" anchor="t" anchorCtr="0">
              <a:spAutoFit/>
            </a:bodyPr>
            <a:p>
              <a:pPr>
                <a:lnSpc>
                  <a:spcPct val="120000"/>
                </a:lnSpc>
              </a:pPr>
              <a:r>
                <a:rPr lang="zh-CN" altLang="en-US" sz="1400" dirty="0">
                  <a:latin typeface="思源黑体" panose="020B0400000000000000" pitchFamily="34" charset="-122"/>
                  <a:ea typeface="思源黑体" panose="020B0400000000000000" pitchFamily="34" charset="-122"/>
                  <a:sym typeface="微软雅黑" panose="020B0503020204020204" pitchFamily="34" charset="-122"/>
                </a:rPr>
                <a:t>通过e律师，律师可以随时随地发起申请，审批通过后会收到提醒，再也不用跑来跑去到处找人盖章，并且审批人可在线盖电子公章。</a:t>
              </a:r>
              <a:endParaRPr lang="zh-CN" altLang="en-US" sz="1400" dirty="0">
                <a:latin typeface="思源黑体" panose="020B0400000000000000" pitchFamily="34" charset="-122"/>
                <a:ea typeface="思源黑体" panose="020B0400000000000000" pitchFamily="34" charset="-122"/>
                <a:sym typeface="微软雅黑" panose="020B0503020204020204" pitchFamily="34" charset="-122"/>
              </a:endParaRPr>
            </a:p>
            <a:p>
              <a:pPr>
                <a:lnSpc>
                  <a:spcPct val="120000"/>
                </a:lnSpc>
              </a:pPr>
              <a:endParaRPr lang="zh-CN" altLang="en-US" sz="1400" dirty="0">
                <a:latin typeface="思源黑体" panose="020B0400000000000000" pitchFamily="34" charset="-122"/>
                <a:ea typeface="思源黑体" panose="020B0400000000000000" pitchFamily="34" charset="-122"/>
              </a:endParaRPr>
            </a:p>
            <a:p>
              <a:pPr algn="ctr">
                <a:lnSpc>
                  <a:spcPct val="120000"/>
                </a:lnSpc>
              </a:pPr>
              <a:r>
                <a:rPr lang="zh-CN" altLang="en-US" sz="1600" dirty="0">
                  <a:solidFill>
                    <a:schemeClr val="bg2"/>
                  </a:solidFill>
                  <a:latin typeface="思源黑体" panose="020B0400000000000000" pitchFamily="34" charset="-122"/>
                  <a:ea typeface="思源黑体" panose="020B0400000000000000" pitchFamily="34" charset="-122"/>
                  <a:sym typeface="微软雅黑" panose="020B0503020204020204" pitchFamily="34" charset="-122"/>
                </a:rPr>
                <a:t>　　　</a:t>
              </a:r>
              <a:endParaRPr lang="zh-CN" altLang="en-US" sz="1600" dirty="0">
                <a:latin typeface="思源黑体 CN Light" pitchFamily="34" charset="-122"/>
                <a:ea typeface="思源黑体 CN Light" pitchFamily="34" charset="-122"/>
              </a:endParaRPr>
            </a:p>
          </p:txBody>
        </p:sp>
      </p:grpSp>
      <p:grpSp>
        <p:nvGrpSpPr>
          <p:cNvPr id="36" name="组合 35"/>
          <p:cNvGrpSpPr/>
          <p:nvPr/>
        </p:nvGrpSpPr>
        <p:grpSpPr>
          <a:xfrm>
            <a:off x="1106488" y="2878138"/>
            <a:ext cx="3579812" cy="1123950"/>
            <a:chOff x="6999694" y="5136320"/>
            <a:chExt cx="3580130" cy="1124585"/>
          </a:xfrm>
        </p:grpSpPr>
        <p:sp>
          <p:nvSpPr>
            <p:cNvPr id="37" name="椭圆 36"/>
            <p:cNvSpPr/>
            <p:nvPr/>
          </p:nvSpPr>
          <p:spPr>
            <a:xfrm>
              <a:off x="6999694" y="5221641"/>
              <a:ext cx="266700" cy="266700"/>
            </a:xfrm>
            <a:prstGeom prst="ellipse">
              <a:avLst/>
            </a:prstGeom>
            <a:solidFill>
              <a:srgbClr val="294F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auto"/>
              <a:endParaRPr lang="zh-CN" altLang="en-US" strike="noStrike" noProof="1">
                <a:solidFill>
                  <a:schemeClr val="tx1"/>
                </a:solidFill>
              </a:endParaRPr>
            </a:p>
          </p:txBody>
        </p:sp>
        <p:sp>
          <p:nvSpPr>
            <p:cNvPr id="19464" name="文本框 37"/>
            <p:cNvSpPr txBox="1"/>
            <p:nvPr/>
          </p:nvSpPr>
          <p:spPr>
            <a:xfrm>
              <a:off x="7444829" y="5136320"/>
              <a:ext cx="3134995" cy="1124585"/>
            </a:xfrm>
            <a:prstGeom prst="rect">
              <a:avLst/>
            </a:prstGeom>
            <a:noFill/>
            <a:ln w="9525">
              <a:noFill/>
            </a:ln>
          </p:spPr>
          <p:txBody>
            <a:bodyPr wrap="square" anchor="t" anchorCtr="0">
              <a:spAutoFit/>
            </a:bodyPr>
            <a:p>
              <a:pPr>
                <a:lnSpc>
                  <a:spcPct val="120000"/>
                </a:lnSpc>
              </a:pPr>
              <a:r>
                <a:rPr lang="zh-CN" altLang="en-US" sz="1400" dirty="0">
                  <a:latin typeface="思源黑体" panose="020B0400000000000000" pitchFamily="34" charset="-122"/>
                  <a:ea typeface="思源黑体" panose="020B0400000000000000" pitchFamily="34" charset="-122"/>
                  <a:sym typeface="微软雅黑" panose="020B0503020204020204" pitchFamily="34" charset="-122"/>
                </a:rPr>
                <a:t>用章过程所有合同和审批过程均保留在系统里，可以随时在线查阅，行政再也不用翻箱倒柜找纸质合同。</a:t>
              </a:r>
              <a:endParaRPr lang="zh-CN" altLang="en-US" sz="1400" dirty="0">
                <a:latin typeface="思源黑体" panose="020B0400000000000000" pitchFamily="34" charset="-122"/>
                <a:ea typeface="思源黑体" panose="020B0400000000000000" pitchFamily="34" charset="-122"/>
                <a:sym typeface="微软雅黑" panose="020B0503020204020204" pitchFamily="34" charset="-122"/>
              </a:endParaRPr>
            </a:p>
            <a:p>
              <a:pPr>
                <a:lnSpc>
                  <a:spcPct val="120000"/>
                </a:lnSpc>
              </a:pPr>
              <a:endParaRPr lang="zh-CN" altLang="en-US" sz="1400" dirty="0">
                <a:latin typeface="思源黑体" panose="020B0400000000000000" pitchFamily="34" charset="-122"/>
                <a:ea typeface="思源黑体" panose="020B0400000000000000" pitchFamily="34" charset="-122"/>
                <a:sym typeface="微软雅黑" panose="020B0503020204020204" pitchFamily="34" charset="-122"/>
              </a:endParaRPr>
            </a:p>
          </p:txBody>
        </p:sp>
      </p:grpSp>
      <p:grpSp>
        <p:nvGrpSpPr>
          <p:cNvPr id="39" name="组合 38"/>
          <p:cNvGrpSpPr/>
          <p:nvPr/>
        </p:nvGrpSpPr>
        <p:grpSpPr>
          <a:xfrm>
            <a:off x="1106488" y="4333875"/>
            <a:ext cx="3463925" cy="866775"/>
            <a:chOff x="6999694" y="5688802"/>
            <a:chExt cx="3464560" cy="866140"/>
          </a:xfrm>
        </p:grpSpPr>
        <p:sp>
          <p:nvSpPr>
            <p:cNvPr id="40" name="椭圆 39"/>
            <p:cNvSpPr/>
            <p:nvPr/>
          </p:nvSpPr>
          <p:spPr>
            <a:xfrm>
              <a:off x="6999694" y="5717237"/>
              <a:ext cx="266700" cy="266700"/>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auto"/>
              <a:endParaRPr lang="zh-CN" altLang="en-US" strike="noStrike" noProof="1">
                <a:solidFill>
                  <a:schemeClr val="tx1"/>
                </a:solidFill>
              </a:endParaRPr>
            </a:p>
          </p:txBody>
        </p:sp>
        <p:sp>
          <p:nvSpPr>
            <p:cNvPr id="19467" name="文本框 40"/>
            <p:cNvSpPr txBox="1"/>
            <p:nvPr/>
          </p:nvSpPr>
          <p:spPr>
            <a:xfrm>
              <a:off x="7444829" y="5688802"/>
              <a:ext cx="3019425" cy="866140"/>
            </a:xfrm>
            <a:prstGeom prst="rect">
              <a:avLst/>
            </a:prstGeom>
            <a:noFill/>
            <a:ln w="9525">
              <a:noFill/>
            </a:ln>
          </p:spPr>
          <p:txBody>
            <a:bodyPr wrap="square" anchor="t" anchorCtr="0">
              <a:spAutoFit/>
            </a:bodyPr>
            <a:p>
              <a:pPr>
                <a:lnSpc>
                  <a:spcPct val="120000"/>
                </a:lnSpc>
              </a:pPr>
              <a:r>
                <a:rPr lang="zh-CN" altLang="en-US" sz="1400" dirty="0">
                  <a:latin typeface="思源黑体" panose="020B0400000000000000" pitchFamily="34" charset="-122"/>
                  <a:ea typeface="思源黑体" panose="020B0400000000000000" pitchFamily="34" charset="-122"/>
                  <a:sym typeface="微软雅黑" panose="020B0503020204020204" pitchFamily="34" charset="-122"/>
                </a:rPr>
                <a:t>我们设计的用章流程主要目的就是为了帮助律所进行规范用章并提高工作效率。</a:t>
              </a:r>
              <a:endParaRPr lang="zh-CN" altLang="en-US" sz="1400" dirty="0">
                <a:latin typeface="思源黑体" panose="020B0400000000000000" pitchFamily="34" charset="-122"/>
                <a:ea typeface="思源黑体" panose="020B0400000000000000" pitchFamily="34" charset="-122"/>
                <a:sym typeface="微软雅黑" panose="020B0503020204020204" pitchFamily="34" charset="-122"/>
              </a:endParaRPr>
            </a:p>
          </p:txBody>
        </p:sp>
      </p:grpSp>
      <p:pic>
        <p:nvPicPr>
          <p:cNvPr id="19468" name="图片 41" descr="用章管理系统"/>
          <p:cNvPicPr>
            <a:picLocks noChangeAspect="1"/>
          </p:cNvPicPr>
          <p:nvPr/>
        </p:nvPicPr>
        <p:blipFill>
          <a:blip r:embed="rId3"/>
          <a:stretch>
            <a:fillRect/>
          </a:stretch>
        </p:blipFill>
        <p:spPr>
          <a:xfrm>
            <a:off x="4856163" y="1168400"/>
            <a:ext cx="6218237" cy="4405313"/>
          </a:xfrm>
          <a:prstGeom prst="rect">
            <a:avLst/>
          </a:prstGeom>
          <a:noFill/>
          <a:ln w="9525">
            <a:noFill/>
          </a:ln>
        </p:spPr>
      </p:pic>
      <p:sp>
        <p:nvSpPr>
          <p:cNvPr id="43" name="文本框 42"/>
          <p:cNvSpPr txBox="1"/>
          <p:nvPr/>
        </p:nvSpPr>
        <p:spPr>
          <a:xfrm>
            <a:off x="5316538" y="2609850"/>
            <a:ext cx="2206625" cy="2528888"/>
          </a:xfrm>
          <a:prstGeom prst="rect">
            <a:avLst/>
          </a:prstGeom>
          <a:noFill/>
          <a:ln w="9525">
            <a:noFill/>
          </a:ln>
        </p:spPr>
        <p:txBody>
          <a:bodyPr wrap="square" anchor="t" anchorCtr="0">
            <a:spAutoFit/>
          </a:bodyPr>
          <a:p>
            <a:pPr>
              <a:lnSpc>
                <a:spcPct val="200000"/>
              </a:lnSpc>
            </a:pPr>
            <a:r>
              <a:rPr lang="zh-CN" altLang="en-US" sz="1200" dirty="0">
                <a:latin typeface="思源黑体" panose="020B0400000000000000" pitchFamily="34" charset="-122"/>
                <a:ea typeface="思源黑体" panose="020B0400000000000000" pitchFamily="34" charset="-122"/>
              </a:rPr>
              <a:t>√ 新收案件合同用章</a:t>
            </a:r>
            <a:endParaRPr lang="zh-CN" altLang="en-US" sz="1200" dirty="0">
              <a:latin typeface="思源黑体" panose="020B0400000000000000" pitchFamily="34" charset="-122"/>
              <a:ea typeface="思源黑体" panose="020B0400000000000000" pitchFamily="34" charset="-122"/>
            </a:endParaRPr>
          </a:p>
          <a:p>
            <a:pPr>
              <a:lnSpc>
                <a:spcPct val="200000"/>
              </a:lnSpc>
            </a:pPr>
            <a:r>
              <a:rPr lang="zh-CN" altLang="en-US" sz="1200" dirty="0">
                <a:latin typeface="思源黑体" panose="020B0400000000000000" pitchFamily="34" charset="-122"/>
                <a:ea typeface="思源黑体" panose="020B0400000000000000" pitchFamily="34" charset="-122"/>
              </a:rPr>
              <a:t>√ 合同内容变更用章</a:t>
            </a:r>
            <a:endParaRPr lang="zh-CN" altLang="en-US" sz="1200" dirty="0">
              <a:latin typeface="思源黑体" panose="020B0400000000000000" pitchFamily="34" charset="-122"/>
              <a:ea typeface="思源黑体" panose="020B0400000000000000" pitchFamily="34" charset="-122"/>
            </a:endParaRPr>
          </a:p>
          <a:p>
            <a:pPr>
              <a:lnSpc>
                <a:spcPct val="200000"/>
              </a:lnSpc>
            </a:pPr>
            <a:r>
              <a:rPr lang="zh-CN" altLang="en-US" sz="1200" dirty="0">
                <a:latin typeface="思源黑体" panose="020B0400000000000000" pitchFamily="34" charset="-122"/>
                <a:ea typeface="思源黑体" panose="020B0400000000000000" pitchFamily="34" charset="-122"/>
              </a:rPr>
              <a:t>√ 合同解约用章</a:t>
            </a:r>
            <a:endParaRPr lang="zh-CN" altLang="en-US" sz="1200" dirty="0">
              <a:latin typeface="思源黑体" panose="020B0400000000000000" pitchFamily="34" charset="-122"/>
              <a:ea typeface="思源黑体" panose="020B0400000000000000" pitchFamily="34" charset="-122"/>
            </a:endParaRPr>
          </a:p>
          <a:p>
            <a:pPr>
              <a:lnSpc>
                <a:spcPct val="200000"/>
              </a:lnSpc>
            </a:pPr>
            <a:r>
              <a:rPr lang="zh-CN" altLang="en-US" sz="1200" dirty="0">
                <a:latin typeface="思源黑体" panose="020B0400000000000000" pitchFamily="34" charset="-122"/>
                <a:ea typeface="思源黑体" panose="020B0400000000000000" pitchFamily="34" charset="-122"/>
              </a:rPr>
              <a:t>√ 合作作废用章</a:t>
            </a:r>
            <a:endParaRPr lang="zh-CN" altLang="en-US" sz="1200" dirty="0">
              <a:latin typeface="思源黑体" panose="020B0400000000000000" pitchFamily="34" charset="-122"/>
              <a:ea typeface="思源黑体" panose="020B0400000000000000" pitchFamily="34" charset="-122"/>
            </a:endParaRPr>
          </a:p>
          <a:p>
            <a:pPr>
              <a:lnSpc>
                <a:spcPct val="200000"/>
              </a:lnSpc>
            </a:pPr>
            <a:r>
              <a:rPr lang="zh-CN" altLang="en-US" sz="1200" dirty="0">
                <a:latin typeface="思源黑体" panose="020B0400000000000000" pitchFamily="34" charset="-122"/>
                <a:ea typeface="思源黑体" panose="020B0400000000000000" pitchFamily="34" charset="-122"/>
              </a:rPr>
              <a:t>√ 所函等文书用章</a:t>
            </a:r>
            <a:endParaRPr lang="zh-CN" altLang="en-US" sz="1200" dirty="0">
              <a:latin typeface="思源黑体" panose="020B0400000000000000" pitchFamily="34" charset="-122"/>
              <a:ea typeface="思源黑体" panose="020B0400000000000000" pitchFamily="34" charset="-122"/>
            </a:endParaRPr>
          </a:p>
          <a:p>
            <a:pPr>
              <a:lnSpc>
                <a:spcPct val="200000"/>
              </a:lnSpc>
            </a:pPr>
            <a:r>
              <a:rPr lang="zh-CN" altLang="en-US" sz="1200" dirty="0">
                <a:latin typeface="思源黑体" panose="020B0400000000000000" pitchFamily="34" charset="-122"/>
                <a:ea typeface="思源黑体" panose="020B0400000000000000" pitchFamily="34" charset="-122"/>
              </a:rPr>
              <a:t>√ 其他用章</a:t>
            </a:r>
            <a:endParaRPr lang="zh-CN" altLang="en-US" sz="1200" dirty="0">
              <a:latin typeface="思源黑体" panose="020B0400000000000000" pitchFamily="34" charset="-122"/>
              <a:ea typeface="思源黑体" panose="020B0400000000000000" pitchFamily="34" charset="-122"/>
            </a:endParaRPr>
          </a:p>
          <a:p>
            <a:pPr algn="ctr">
              <a:lnSpc>
                <a:spcPct val="120000"/>
              </a:lnSpc>
            </a:pPr>
            <a:endParaRPr lang="zh-CN" altLang="en-US" sz="1200" dirty="0">
              <a:latin typeface="思源黑体" panose="020B0400000000000000" pitchFamily="34" charset="-122"/>
              <a:ea typeface="思源黑体" panose="020B0400000000000000" pitchFamily="34" charset="-122"/>
              <a:sym typeface="Arial" panose="020B0604020202020204" pitchFamily="34" charset="0"/>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grpId="0" nodeType="after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p:cTn id="7" dur="500"/>
                                        <p:tgtEl>
                                          <p:spTgt spid="31"/>
                                        </p:tgtEl>
                                        <p:attrNameLst>
                                          <p:attrName>ppt_y</p:attrName>
                                        </p:attrNameLst>
                                      </p:cBhvr>
                                      <p:tavLst>
                                        <p:tav tm="0">
                                          <p:val>
                                            <p:strVal val="#ppt_y-#ppt_h*1.125000"/>
                                          </p:val>
                                        </p:tav>
                                        <p:tav tm="100000">
                                          <p:val>
                                            <p:strVal val="#ppt_y"/>
                                          </p:val>
                                        </p:tav>
                                      </p:tavLst>
                                    </p:anim>
                                    <p:animEffect transition="in" filter="wipe(down)">
                                      <p:cBhvr>
                                        <p:cTn id="8" dur="500"/>
                                        <p:tgtEl>
                                          <p:spTgt spid="31"/>
                                        </p:tgtEl>
                                      </p:cBhvr>
                                    </p:animEffect>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p:cTn id="13" dur="500" fill="hold"/>
                                        <p:tgtEl>
                                          <p:spTgt spid="3"/>
                                        </p:tgtEl>
                                        <p:attrNameLst>
                                          <p:attrName>ppt_x</p:attrName>
                                        </p:attrNameLst>
                                      </p:cBhvr>
                                      <p:tavLst>
                                        <p:tav tm="0">
                                          <p:val>
                                            <p:strVal val="#ppt_x"/>
                                          </p:val>
                                        </p:tav>
                                        <p:tav tm="100000">
                                          <p:val>
                                            <p:strVal val="#ppt_x"/>
                                          </p:val>
                                        </p:tav>
                                      </p:tavLst>
                                    </p:anim>
                                    <p:anim calcmode="lin" valueType="num">
                                      <p:cBhvr>
                                        <p:cTn id="14" dur="500" fill="hold"/>
                                        <p:tgtEl>
                                          <p:spTgt spid="3"/>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6"/>
                                        </p:tgtEl>
                                        <p:attrNameLst>
                                          <p:attrName>style.visibility</p:attrName>
                                        </p:attrNameLst>
                                      </p:cBhvr>
                                      <p:to>
                                        <p:strVal val="visible"/>
                                      </p:to>
                                    </p:set>
                                    <p:anim calcmode="lin" valueType="num">
                                      <p:cBhvr>
                                        <p:cTn id="17" dur="500" fill="hold"/>
                                        <p:tgtEl>
                                          <p:spTgt spid="36"/>
                                        </p:tgtEl>
                                        <p:attrNameLst>
                                          <p:attrName>ppt_x</p:attrName>
                                        </p:attrNameLst>
                                      </p:cBhvr>
                                      <p:tavLst>
                                        <p:tav tm="0">
                                          <p:val>
                                            <p:strVal val="#ppt_x"/>
                                          </p:val>
                                        </p:tav>
                                        <p:tav tm="100000">
                                          <p:val>
                                            <p:strVal val="#ppt_x"/>
                                          </p:val>
                                        </p:tav>
                                      </p:tavLst>
                                    </p:anim>
                                    <p:anim calcmode="lin" valueType="num">
                                      <p:cBhvr>
                                        <p:cTn id="18" dur="500" fill="hold"/>
                                        <p:tgtEl>
                                          <p:spTgt spid="36"/>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9"/>
                                        </p:tgtEl>
                                        <p:attrNameLst>
                                          <p:attrName>style.visibility</p:attrName>
                                        </p:attrNameLst>
                                      </p:cBhvr>
                                      <p:to>
                                        <p:strVal val="visible"/>
                                      </p:to>
                                    </p:set>
                                    <p:anim calcmode="lin" valueType="num">
                                      <p:cBhvr>
                                        <p:cTn id="21" dur="500" fill="hold"/>
                                        <p:tgtEl>
                                          <p:spTgt spid="39"/>
                                        </p:tgtEl>
                                        <p:attrNameLst>
                                          <p:attrName>ppt_x</p:attrName>
                                        </p:attrNameLst>
                                      </p:cBhvr>
                                      <p:tavLst>
                                        <p:tav tm="0">
                                          <p:val>
                                            <p:strVal val="#ppt_x"/>
                                          </p:val>
                                        </p:tav>
                                        <p:tav tm="100000">
                                          <p:val>
                                            <p:strVal val="#ppt_x"/>
                                          </p:val>
                                        </p:tav>
                                      </p:tavLst>
                                    </p:anim>
                                    <p:anim calcmode="lin" valueType="num">
                                      <p:cBhvr>
                                        <p:cTn id="22" dur="500" fill="hold"/>
                                        <p:tgtEl>
                                          <p:spTgt spid="39"/>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43"/>
                                        </p:tgtEl>
                                        <p:attrNameLst>
                                          <p:attrName>style.visibility</p:attrName>
                                        </p:attrNameLst>
                                      </p:cBhvr>
                                      <p:to>
                                        <p:strVal val="visible"/>
                                      </p:to>
                                    </p:set>
                                    <p:anim calcmode="lin" valueType="num">
                                      <p:cBhvr>
                                        <p:cTn id="27" dur="500" fill="hold"/>
                                        <p:tgtEl>
                                          <p:spTgt spid="43"/>
                                        </p:tgtEl>
                                        <p:attrNameLst>
                                          <p:attrName>ppt_x</p:attrName>
                                        </p:attrNameLst>
                                      </p:cBhvr>
                                      <p:tavLst>
                                        <p:tav tm="0">
                                          <p:val>
                                            <p:strVal val="#ppt_x"/>
                                          </p:val>
                                        </p:tav>
                                        <p:tav tm="100000">
                                          <p:val>
                                            <p:strVal val="#ppt_x"/>
                                          </p:val>
                                        </p:tav>
                                      </p:tavLst>
                                    </p:anim>
                                    <p:anim calcmode="lin" valueType="num">
                                      <p:cBhvr>
                                        <p:cTn id="28" dur="500" fill="hold"/>
                                        <p:tgtEl>
                                          <p:spTgt spid="4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4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 name="PA-文本框 10"/>
          <p:cNvSpPr txBox="1"/>
          <p:nvPr>
            <p:custDataLst>
              <p:tags r:id="rId1"/>
            </p:custDataLst>
          </p:nvPr>
        </p:nvSpPr>
        <p:spPr>
          <a:xfrm>
            <a:off x="862013" y="30163"/>
            <a:ext cx="3254375" cy="450850"/>
          </a:xfrm>
          <a:prstGeom prst="rect">
            <a:avLst/>
          </a:prstGeom>
          <a:noFill/>
          <a:ln w="9525">
            <a:noFill/>
          </a:ln>
        </p:spPr>
        <p:txBody>
          <a:bodyPr wrap="square" anchor="t" anchorCtr="0">
            <a:spAutoFit/>
          </a:bodyPr>
          <a:p>
            <a:pPr>
              <a:lnSpc>
                <a:spcPct val="130000"/>
              </a:lnSpc>
            </a:pPr>
            <a:r>
              <a:rPr lang="zh-CN" altLang="en-US" b="1" dirty="0">
                <a:latin typeface="微软雅黑" panose="020B0503020204020204" pitchFamily="34" charset="-122"/>
                <a:ea typeface="微软雅黑" panose="020B0503020204020204" pitchFamily="34" charset="-122"/>
              </a:rPr>
              <a:t>用印统计</a:t>
            </a:r>
            <a:endParaRPr lang="zh-CN" altLang="en-US" b="1" dirty="0">
              <a:latin typeface="微软雅黑" panose="020B0503020204020204" pitchFamily="34" charset="-122"/>
              <a:ea typeface="微软雅黑" panose="020B0503020204020204" pitchFamily="34" charset="-122"/>
            </a:endParaRPr>
          </a:p>
        </p:txBody>
      </p:sp>
      <p:pic>
        <p:nvPicPr>
          <p:cNvPr id="33" name="图片 32"/>
          <p:cNvPicPr>
            <a:picLocks noChangeAspect="1"/>
          </p:cNvPicPr>
          <p:nvPr/>
        </p:nvPicPr>
        <p:blipFill>
          <a:blip r:embed="rId2" cstate="screen"/>
          <a:srcRect l="35490" b="47335"/>
          <a:stretch>
            <a:fillRect/>
          </a:stretch>
        </p:blipFill>
        <p:spPr>
          <a:xfrm rot="10800000" flipH="1">
            <a:off x="0" y="0"/>
            <a:ext cx="1129890" cy="842443"/>
          </a:xfrm>
          <a:custGeom>
            <a:avLst/>
            <a:gdLst>
              <a:gd name="connsiteX0" fmla="*/ 0 w 6539008"/>
              <a:gd name="connsiteY0" fmla="*/ 0 h 4875469"/>
              <a:gd name="connsiteX1" fmla="*/ 6539008 w 6539008"/>
              <a:gd name="connsiteY1" fmla="*/ 0 h 4875469"/>
              <a:gd name="connsiteX2" fmla="*/ 6539008 w 6539008"/>
              <a:gd name="connsiteY2" fmla="*/ 4875469 h 4875469"/>
              <a:gd name="connsiteX3" fmla="*/ 0 w 6539008"/>
              <a:gd name="connsiteY3" fmla="*/ 4875469 h 4875469"/>
            </a:gdLst>
            <a:ahLst/>
            <a:cxnLst>
              <a:cxn ang="0">
                <a:pos x="connsiteX0" y="connsiteY0"/>
              </a:cxn>
              <a:cxn ang="0">
                <a:pos x="connsiteX1" y="connsiteY1"/>
              </a:cxn>
              <a:cxn ang="0">
                <a:pos x="connsiteX2" y="connsiteY2"/>
              </a:cxn>
              <a:cxn ang="0">
                <a:pos x="connsiteX3" y="connsiteY3"/>
              </a:cxn>
            </a:cxnLst>
            <a:rect l="l" t="t" r="r" b="b"/>
            <a:pathLst>
              <a:path w="6539008" h="4875469">
                <a:moveTo>
                  <a:pt x="0" y="0"/>
                </a:moveTo>
                <a:lnTo>
                  <a:pt x="6539008" y="0"/>
                </a:lnTo>
                <a:lnTo>
                  <a:pt x="6539008" y="4875469"/>
                </a:lnTo>
                <a:lnTo>
                  <a:pt x="0" y="4875469"/>
                </a:lnTo>
                <a:close/>
              </a:path>
            </a:pathLst>
          </a:custGeom>
        </p:spPr>
      </p:pic>
      <p:sp>
        <p:nvSpPr>
          <p:cNvPr id="20483" name="文本框 33"/>
          <p:cNvSpPr txBox="1"/>
          <p:nvPr/>
        </p:nvSpPr>
        <p:spPr>
          <a:xfrm>
            <a:off x="3248660" y="6103938"/>
            <a:ext cx="5694680" cy="306705"/>
          </a:xfrm>
          <a:prstGeom prst="rect">
            <a:avLst/>
          </a:prstGeom>
          <a:noFill/>
          <a:ln w="9525">
            <a:noFill/>
          </a:ln>
        </p:spPr>
        <p:txBody>
          <a:bodyPr wrap="none" anchor="t" anchorCtr="0">
            <a:spAutoFit/>
          </a:bodyPr>
          <a:p>
            <a:pPr algn="ctr"/>
            <a:r>
              <a:rPr lang="zh-CN" altLang="en-US" sz="1400" dirty="0">
                <a:latin typeface="思源黑体" panose="020B0400000000000000" pitchFamily="34" charset="-122"/>
                <a:ea typeface="思源黑体" panose="020B0400000000000000" pitchFamily="34" charset="-122"/>
                <a:sym typeface="微软雅黑" panose="020B0503020204020204" pitchFamily="34" charset="-122"/>
              </a:rPr>
              <a:t>律所盖出去多少份章，谁申领、谁审批一目了然，并可以生成表格导出</a:t>
            </a:r>
            <a:endParaRPr lang="zh-CN" altLang="en-US" sz="1400" dirty="0">
              <a:latin typeface="思源黑体" panose="020B0400000000000000" pitchFamily="34" charset="-122"/>
              <a:ea typeface="思源黑体" panose="020B0400000000000000" pitchFamily="34" charset="-122"/>
              <a:sym typeface="微软雅黑" panose="020B0503020204020204" pitchFamily="34" charset="-122"/>
            </a:endParaRPr>
          </a:p>
        </p:txBody>
      </p:sp>
      <p:pic>
        <p:nvPicPr>
          <p:cNvPr id="2" name="图片 1"/>
          <p:cNvPicPr>
            <a:picLocks noChangeAspect="1"/>
          </p:cNvPicPr>
          <p:nvPr/>
        </p:nvPicPr>
        <p:blipFill>
          <a:blip r:embed="rId3"/>
          <a:stretch>
            <a:fillRect/>
          </a:stretch>
        </p:blipFill>
        <p:spPr>
          <a:xfrm>
            <a:off x="706755" y="1053465"/>
            <a:ext cx="11026140" cy="4805045"/>
          </a:xfrm>
          <a:prstGeom prst="rect">
            <a:avLst/>
          </a:prstGeom>
        </p:spPr>
      </p:pic>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grpId="0" nodeType="after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p:cTn id="7" dur="500"/>
                                        <p:tgtEl>
                                          <p:spTgt spid="31"/>
                                        </p:tgtEl>
                                        <p:attrNameLst>
                                          <p:attrName>ppt_y</p:attrName>
                                        </p:attrNameLst>
                                      </p:cBhvr>
                                      <p:tavLst>
                                        <p:tav tm="0">
                                          <p:val>
                                            <p:strVal val="#ppt_y-#ppt_h*1.125000"/>
                                          </p:val>
                                        </p:tav>
                                        <p:tav tm="100000">
                                          <p:val>
                                            <p:strVal val="#ppt_y"/>
                                          </p:val>
                                        </p:tav>
                                      </p:tavLst>
                                    </p:anim>
                                    <p:animEffect transition="in" filter="wipe(down)">
                                      <p:cBhvr>
                                        <p:cTn id="8"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 name="PA-文本框 10"/>
          <p:cNvSpPr txBox="1"/>
          <p:nvPr>
            <p:custDataLst>
              <p:tags r:id="rId1"/>
            </p:custDataLst>
          </p:nvPr>
        </p:nvSpPr>
        <p:spPr>
          <a:xfrm>
            <a:off x="862013" y="30163"/>
            <a:ext cx="3254375" cy="450850"/>
          </a:xfrm>
          <a:prstGeom prst="rect">
            <a:avLst/>
          </a:prstGeom>
          <a:noFill/>
          <a:ln w="9525">
            <a:noFill/>
          </a:ln>
        </p:spPr>
        <p:txBody>
          <a:bodyPr wrap="square" anchor="t" anchorCtr="0">
            <a:spAutoFit/>
          </a:bodyPr>
          <a:p>
            <a:pPr>
              <a:lnSpc>
                <a:spcPct val="130000"/>
              </a:lnSpc>
            </a:pPr>
            <a:r>
              <a:rPr lang="zh-CN" altLang="en-US" b="1" dirty="0">
                <a:latin typeface="微软雅黑" panose="020B0503020204020204" pitchFamily="34" charset="-122"/>
                <a:ea typeface="微软雅黑" panose="020B0503020204020204" pitchFamily="34" charset="-122"/>
              </a:rPr>
              <a:t>立案通知</a:t>
            </a:r>
            <a:endParaRPr lang="zh-CN" altLang="en-US" b="1" dirty="0">
              <a:latin typeface="微软雅黑" panose="020B0503020204020204" pitchFamily="34" charset="-122"/>
              <a:ea typeface="微软雅黑" panose="020B0503020204020204" pitchFamily="34" charset="-122"/>
            </a:endParaRPr>
          </a:p>
        </p:txBody>
      </p:sp>
      <p:pic>
        <p:nvPicPr>
          <p:cNvPr id="33" name="图片 32"/>
          <p:cNvPicPr>
            <a:picLocks noChangeAspect="1"/>
          </p:cNvPicPr>
          <p:nvPr/>
        </p:nvPicPr>
        <p:blipFill>
          <a:blip r:embed="rId2" cstate="screen"/>
          <a:srcRect l="35490" b="47335"/>
          <a:stretch>
            <a:fillRect/>
          </a:stretch>
        </p:blipFill>
        <p:spPr>
          <a:xfrm rot="10800000" flipH="1">
            <a:off x="0" y="0"/>
            <a:ext cx="1129890" cy="842443"/>
          </a:xfrm>
          <a:custGeom>
            <a:avLst/>
            <a:gdLst>
              <a:gd name="connsiteX0" fmla="*/ 0 w 6539008"/>
              <a:gd name="connsiteY0" fmla="*/ 0 h 4875469"/>
              <a:gd name="connsiteX1" fmla="*/ 6539008 w 6539008"/>
              <a:gd name="connsiteY1" fmla="*/ 0 h 4875469"/>
              <a:gd name="connsiteX2" fmla="*/ 6539008 w 6539008"/>
              <a:gd name="connsiteY2" fmla="*/ 4875469 h 4875469"/>
              <a:gd name="connsiteX3" fmla="*/ 0 w 6539008"/>
              <a:gd name="connsiteY3" fmla="*/ 4875469 h 4875469"/>
            </a:gdLst>
            <a:ahLst/>
            <a:cxnLst>
              <a:cxn ang="0">
                <a:pos x="connsiteX0" y="connsiteY0"/>
              </a:cxn>
              <a:cxn ang="0">
                <a:pos x="connsiteX1" y="connsiteY1"/>
              </a:cxn>
              <a:cxn ang="0">
                <a:pos x="connsiteX2" y="connsiteY2"/>
              </a:cxn>
              <a:cxn ang="0">
                <a:pos x="connsiteX3" y="connsiteY3"/>
              </a:cxn>
            </a:cxnLst>
            <a:rect l="l" t="t" r="r" b="b"/>
            <a:pathLst>
              <a:path w="6539008" h="4875469">
                <a:moveTo>
                  <a:pt x="0" y="0"/>
                </a:moveTo>
                <a:lnTo>
                  <a:pt x="6539008" y="0"/>
                </a:lnTo>
                <a:lnTo>
                  <a:pt x="6539008" y="4875469"/>
                </a:lnTo>
                <a:lnTo>
                  <a:pt x="0" y="4875469"/>
                </a:lnTo>
                <a:close/>
              </a:path>
            </a:pathLst>
          </a:custGeom>
        </p:spPr>
      </p:pic>
      <p:sp>
        <p:nvSpPr>
          <p:cNvPr id="21507" name="文本框 33"/>
          <p:cNvSpPr txBox="1"/>
          <p:nvPr/>
        </p:nvSpPr>
        <p:spPr>
          <a:xfrm>
            <a:off x="1916113" y="1528763"/>
            <a:ext cx="4040187" cy="2862262"/>
          </a:xfrm>
          <a:prstGeom prst="rect">
            <a:avLst/>
          </a:prstGeom>
          <a:noFill/>
          <a:ln w="9525">
            <a:noFill/>
          </a:ln>
        </p:spPr>
        <p:txBody>
          <a:bodyPr wrap="square" anchor="t" anchorCtr="0">
            <a:spAutoFit/>
          </a:bodyPr>
          <a:p>
            <a:pPr algn="just">
              <a:lnSpc>
                <a:spcPct val="250000"/>
              </a:lnSpc>
            </a:pPr>
            <a:r>
              <a:rPr lang="zh-CN" altLang="en-US" dirty="0">
                <a:latin typeface="思源黑体" panose="020B0400000000000000" pitchFamily="34" charset="-122"/>
                <a:ea typeface="思源黑体" panose="020B0400000000000000" pitchFamily="34" charset="-122"/>
                <a:sym typeface="微软雅黑" panose="020B0503020204020204" pitchFamily="34" charset="-122"/>
              </a:rPr>
              <a:t>某律所管理较松，存在私下收费问题，律所可以开启</a:t>
            </a:r>
            <a:r>
              <a:rPr lang="zh-CN" altLang="en-US" dirty="0">
                <a:solidFill>
                  <a:srgbClr val="C00000"/>
                </a:solidFill>
                <a:latin typeface="思源黑体" panose="020B0400000000000000" pitchFamily="34" charset="-122"/>
                <a:ea typeface="思源黑体" panose="020B0400000000000000" pitchFamily="34" charset="-122"/>
                <a:sym typeface="微软雅黑" panose="020B0503020204020204" pitchFamily="34" charset="-122"/>
              </a:rPr>
              <a:t>立案短信通知委托人</a:t>
            </a:r>
            <a:r>
              <a:rPr lang="zh-CN" altLang="en-US" dirty="0">
                <a:latin typeface="思源黑体" panose="020B0400000000000000" pitchFamily="34" charset="-122"/>
                <a:ea typeface="思源黑体" panose="020B0400000000000000" pitchFamily="34" charset="-122"/>
                <a:sym typeface="微软雅黑" panose="020B0503020204020204" pitchFamily="34" charset="-122"/>
              </a:rPr>
              <a:t>的通道。案件入库，系统自动以短信方式通知委托人或当事人。</a:t>
            </a:r>
            <a:endParaRPr lang="zh-CN" altLang="en-US" dirty="0">
              <a:latin typeface="思源黑体" panose="020B0400000000000000" pitchFamily="34" charset="-122"/>
              <a:ea typeface="思源黑体" panose="020B0400000000000000" pitchFamily="34" charset="-122"/>
              <a:sym typeface="微软雅黑" panose="020B0503020204020204" pitchFamily="34" charset="-122"/>
            </a:endParaRPr>
          </a:p>
        </p:txBody>
      </p:sp>
      <p:pic>
        <p:nvPicPr>
          <p:cNvPr id="21508" name="图片 1" descr="QQ图片20180806175926"/>
          <p:cNvPicPr>
            <a:picLocks noChangeAspect="1"/>
          </p:cNvPicPr>
          <p:nvPr/>
        </p:nvPicPr>
        <p:blipFill>
          <a:blip r:embed="rId3"/>
          <a:stretch>
            <a:fillRect/>
          </a:stretch>
        </p:blipFill>
        <p:spPr>
          <a:xfrm>
            <a:off x="7239000" y="647700"/>
            <a:ext cx="2667000" cy="5429250"/>
          </a:xfrm>
          <a:prstGeom prst="rect">
            <a:avLst/>
          </a:prstGeom>
          <a:noFill/>
          <a:ln w="9525">
            <a:noFill/>
          </a:ln>
        </p:spPr>
      </p:pic>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grpId="0" nodeType="after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p:cTn id="7" dur="500"/>
                                        <p:tgtEl>
                                          <p:spTgt spid="31"/>
                                        </p:tgtEl>
                                        <p:attrNameLst>
                                          <p:attrName>ppt_y</p:attrName>
                                        </p:attrNameLst>
                                      </p:cBhvr>
                                      <p:tavLst>
                                        <p:tav tm="0">
                                          <p:val>
                                            <p:strVal val="#ppt_y-#ppt_h*1.125000"/>
                                          </p:val>
                                        </p:tav>
                                        <p:tav tm="100000">
                                          <p:val>
                                            <p:strVal val="#ppt_y"/>
                                          </p:val>
                                        </p:tav>
                                      </p:tavLst>
                                    </p:anim>
                                    <p:animEffect transition="in" filter="wipe(down)">
                                      <p:cBhvr>
                                        <p:cTn id="8"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 name="PA-文本框 10"/>
          <p:cNvSpPr txBox="1"/>
          <p:nvPr>
            <p:custDataLst>
              <p:tags r:id="rId1"/>
            </p:custDataLst>
          </p:nvPr>
        </p:nvSpPr>
        <p:spPr>
          <a:xfrm>
            <a:off x="862013" y="30163"/>
            <a:ext cx="3254375" cy="450850"/>
          </a:xfrm>
          <a:prstGeom prst="rect">
            <a:avLst/>
          </a:prstGeom>
          <a:noFill/>
          <a:ln w="9525">
            <a:noFill/>
          </a:ln>
        </p:spPr>
        <p:txBody>
          <a:bodyPr wrap="square" anchor="t" anchorCtr="0">
            <a:spAutoFit/>
          </a:bodyPr>
          <a:p>
            <a:pPr>
              <a:lnSpc>
                <a:spcPct val="130000"/>
              </a:lnSpc>
            </a:pPr>
            <a:r>
              <a:rPr lang="zh-CN" altLang="en-US" b="1" dirty="0">
                <a:latin typeface="微软雅黑" panose="020B0503020204020204" pitchFamily="34" charset="-122"/>
                <a:ea typeface="微软雅黑" panose="020B0503020204020204" pitchFamily="34" charset="-122"/>
              </a:rPr>
              <a:t>审批流程自定义</a:t>
            </a:r>
            <a:endParaRPr lang="zh-CN" altLang="en-US" b="1" dirty="0">
              <a:latin typeface="微软雅黑" panose="020B0503020204020204" pitchFamily="34" charset="-122"/>
              <a:ea typeface="微软雅黑" panose="020B0503020204020204" pitchFamily="34" charset="-122"/>
            </a:endParaRPr>
          </a:p>
        </p:txBody>
      </p:sp>
      <p:pic>
        <p:nvPicPr>
          <p:cNvPr id="33" name="图片 32"/>
          <p:cNvPicPr>
            <a:picLocks noChangeAspect="1"/>
          </p:cNvPicPr>
          <p:nvPr/>
        </p:nvPicPr>
        <p:blipFill>
          <a:blip r:embed="rId2" cstate="screen"/>
          <a:srcRect l="35490" b="47335"/>
          <a:stretch>
            <a:fillRect/>
          </a:stretch>
        </p:blipFill>
        <p:spPr>
          <a:xfrm rot="10800000" flipH="1">
            <a:off x="0" y="0"/>
            <a:ext cx="1129890" cy="842443"/>
          </a:xfrm>
          <a:custGeom>
            <a:avLst/>
            <a:gdLst>
              <a:gd name="connsiteX0" fmla="*/ 0 w 6539008"/>
              <a:gd name="connsiteY0" fmla="*/ 0 h 4875469"/>
              <a:gd name="connsiteX1" fmla="*/ 6539008 w 6539008"/>
              <a:gd name="connsiteY1" fmla="*/ 0 h 4875469"/>
              <a:gd name="connsiteX2" fmla="*/ 6539008 w 6539008"/>
              <a:gd name="connsiteY2" fmla="*/ 4875469 h 4875469"/>
              <a:gd name="connsiteX3" fmla="*/ 0 w 6539008"/>
              <a:gd name="connsiteY3" fmla="*/ 4875469 h 4875469"/>
            </a:gdLst>
            <a:ahLst/>
            <a:cxnLst>
              <a:cxn ang="0">
                <a:pos x="connsiteX0" y="connsiteY0"/>
              </a:cxn>
              <a:cxn ang="0">
                <a:pos x="connsiteX1" y="connsiteY1"/>
              </a:cxn>
              <a:cxn ang="0">
                <a:pos x="connsiteX2" y="connsiteY2"/>
              </a:cxn>
              <a:cxn ang="0">
                <a:pos x="connsiteX3" y="connsiteY3"/>
              </a:cxn>
            </a:cxnLst>
            <a:rect l="l" t="t" r="r" b="b"/>
            <a:pathLst>
              <a:path w="6539008" h="4875469">
                <a:moveTo>
                  <a:pt x="0" y="0"/>
                </a:moveTo>
                <a:lnTo>
                  <a:pt x="6539008" y="0"/>
                </a:lnTo>
                <a:lnTo>
                  <a:pt x="6539008" y="4875469"/>
                </a:lnTo>
                <a:lnTo>
                  <a:pt x="0" y="4875469"/>
                </a:lnTo>
                <a:close/>
              </a:path>
            </a:pathLst>
          </a:custGeom>
        </p:spPr>
      </p:pic>
      <p:sp>
        <p:nvSpPr>
          <p:cNvPr id="22531" name="文本框 3"/>
          <p:cNvSpPr txBox="1"/>
          <p:nvPr/>
        </p:nvSpPr>
        <p:spPr>
          <a:xfrm>
            <a:off x="698500" y="1065213"/>
            <a:ext cx="10687050" cy="1076325"/>
          </a:xfrm>
          <a:prstGeom prst="rect">
            <a:avLst/>
          </a:prstGeom>
          <a:noFill/>
          <a:ln w="9525">
            <a:noFill/>
          </a:ln>
        </p:spPr>
        <p:txBody>
          <a:bodyPr wrap="square" anchor="t" anchorCtr="0">
            <a:spAutoFit/>
          </a:bodyPr>
          <a:p>
            <a:pPr>
              <a:lnSpc>
                <a:spcPct val="200000"/>
              </a:lnSpc>
            </a:pPr>
            <a:r>
              <a:rPr lang="zh-CN" altLang="en-US" sz="1600" dirty="0">
                <a:latin typeface="思源黑体" panose="020B0400000000000000" pitchFamily="34" charset="-122"/>
                <a:ea typeface="思源黑体" panose="020B0400000000000000" pitchFamily="34" charset="-122"/>
                <a:sym typeface="微软雅黑" panose="020B0503020204020204" pitchFamily="34" charset="-122"/>
              </a:rPr>
              <a:t>针对不同的收案、业务、用印栏目设置不同的审批流程，做到专项专批。</a:t>
            </a:r>
            <a:endParaRPr lang="zh-CN" altLang="en-US" sz="1600" dirty="0">
              <a:latin typeface="思源黑体" panose="020B0400000000000000" pitchFamily="34" charset="-122"/>
              <a:ea typeface="思源黑体" panose="020B0400000000000000" pitchFamily="34" charset="-122"/>
              <a:sym typeface="微软雅黑" panose="020B0503020204020204" pitchFamily="34" charset="-122"/>
            </a:endParaRPr>
          </a:p>
          <a:p>
            <a:pPr>
              <a:lnSpc>
                <a:spcPct val="200000"/>
              </a:lnSpc>
            </a:pPr>
            <a:r>
              <a:rPr lang="zh-CN" altLang="en-US" sz="1600" dirty="0">
                <a:latin typeface="思源黑体" panose="020B0400000000000000" pitchFamily="34" charset="-122"/>
                <a:ea typeface="思源黑体" panose="020B0400000000000000" pitchFamily="34" charset="-122"/>
                <a:sym typeface="微软雅黑" panose="020B0503020204020204" pitchFamily="34" charset="-122"/>
              </a:rPr>
              <a:t>流程可以简化至一级审批，也可以设置多级审批（无级数限制），满足不同类型律所审批需求。</a:t>
            </a:r>
            <a:endParaRPr lang="zh-CN" altLang="en-US" sz="1600" dirty="0">
              <a:latin typeface="思源黑体" panose="020B0400000000000000" pitchFamily="34" charset="-122"/>
              <a:ea typeface="思源黑体" panose="020B0400000000000000" pitchFamily="34" charset="-122"/>
              <a:sym typeface="微软雅黑" panose="020B0503020204020204" pitchFamily="34" charset="-122"/>
            </a:endParaRPr>
          </a:p>
        </p:txBody>
      </p:sp>
      <p:pic>
        <p:nvPicPr>
          <p:cNvPr id="2" name="图片 1"/>
          <p:cNvPicPr>
            <a:picLocks noChangeAspect="1"/>
          </p:cNvPicPr>
          <p:nvPr/>
        </p:nvPicPr>
        <p:blipFill>
          <a:blip r:embed="rId3"/>
          <a:stretch>
            <a:fillRect/>
          </a:stretch>
        </p:blipFill>
        <p:spPr>
          <a:xfrm>
            <a:off x="756285" y="2485390"/>
            <a:ext cx="10679430" cy="3450590"/>
          </a:xfrm>
          <a:prstGeom prst="rect">
            <a:avLst/>
          </a:prstGeom>
        </p:spPr>
      </p:pic>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grpId="0" nodeType="after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p:cTn id="7" dur="500"/>
                                        <p:tgtEl>
                                          <p:spTgt spid="31"/>
                                        </p:tgtEl>
                                        <p:attrNameLst>
                                          <p:attrName>ppt_y</p:attrName>
                                        </p:attrNameLst>
                                      </p:cBhvr>
                                      <p:tavLst>
                                        <p:tav tm="0">
                                          <p:val>
                                            <p:strVal val="#ppt_y-#ppt_h*1.125000"/>
                                          </p:val>
                                        </p:tav>
                                        <p:tav tm="100000">
                                          <p:val>
                                            <p:strVal val="#ppt_y"/>
                                          </p:val>
                                        </p:tav>
                                      </p:tavLst>
                                    </p:anim>
                                    <p:animEffect transition="in" filter="wipe(down)">
                                      <p:cBhvr>
                                        <p:cTn id="8"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 name="PA-文本框 10"/>
          <p:cNvSpPr txBox="1"/>
          <p:nvPr>
            <p:custDataLst>
              <p:tags r:id="rId1"/>
            </p:custDataLst>
          </p:nvPr>
        </p:nvSpPr>
        <p:spPr>
          <a:xfrm>
            <a:off x="862013" y="30163"/>
            <a:ext cx="3254375" cy="450850"/>
          </a:xfrm>
          <a:prstGeom prst="rect">
            <a:avLst/>
          </a:prstGeom>
          <a:noFill/>
          <a:ln w="9525">
            <a:noFill/>
          </a:ln>
        </p:spPr>
        <p:txBody>
          <a:bodyPr wrap="square" anchor="t" anchorCtr="0">
            <a:spAutoFit/>
          </a:bodyPr>
          <a:p>
            <a:pPr>
              <a:lnSpc>
                <a:spcPct val="130000"/>
              </a:lnSpc>
            </a:pPr>
            <a:r>
              <a:rPr lang="zh-CN" altLang="en-US" b="1" dirty="0">
                <a:latin typeface="微软雅黑" panose="020B0503020204020204" pitchFamily="34" charset="-122"/>
                <a:ea typeface="微软雅黑" panose="020B0503020204020204" pitchFamily="34" charset="-122"/>
              </a:rPr>
              <a:t>日志导出功能</a:t>
            </a:r>
            <a:endParaRPr lang="zh-CN" altLang="en-US" b="1" dirty="0">
              <a:latin typeface="微软雅黑" panose="020B0503020204020204" pitchFamily="34" charset="-122"/>
              <a:ea typeface="微软雅黑" panose="020B0503020204020204" pitchFamily="34" charset="-122"/>
            </a:endParaRPr>
          </a:p>
        </p:txBody>
      </p:sp>
      <p:pic>
        <p:nvPicPr>
          <p:cNvPr id="33" name="图片 32"/>
          <p:cNvPicPr>
            <a:picLocks noChangeAspect="1"/>
          </p:cNvPicPr>
          <p:nvPr/>
        </p:nvPicPr>
        <p:blipFill>
          <a:blip r:embed="rId2" cstate="screen"/>
          <a:srcRect l="35490" b="47335"/>
          <a:stretch>
            <a:fillRect/>
          </a:stretch>
        </p:blipFill>
        <p:spPr>
          <a:xfrm rot="10800000" flipH="1">
            <a:off x="0" y="0"/>
            <a:ext cx="1129890" cy="842443"/>
          </a:xfrm>
          <a:custGeom>
            <a:avLst/>
            <a:gdLst>
              <a:gd name="connsiteX0" fmla="*/ 0 w 6539008"/>
              <a:gd name="connsiteY0" fmla="*/ 0 h 4875469"/>
              <a:gd name="connsiteX1" fmla="*/ 6539008 w 6539008"/>
              <a:gd name="connsiteY1" fmla="*/ 0 h 4875469"/>
              <a:gd name="connsiteX2" fmla="*/ 6539008 w 6539008"/>
              <a:gd name="connsiteY2" fmla="*/ 4875469 h 4875469"/>
              <a:gd name="connsiteX3" fmla="*/ 0 w 6539008"/>
              <a:gd name="connsiteY3" fmla="*/ 4875469 h 4875469"/>
            </a:gdLst>
            <a:ahLst/>
            <a:cxnLst>
              <a:cxn ang="0">
                <a:pos x="connsiteX0" y="connsiteY0"/>
              </a:cxn>
              <a:cxn ang="0">
                <a:pos x="connsiteX1" y="connsiteY1"/>
              </a:cxn>
              <a:cxn ang="0">
                <a:pos x="connsiteX2" y="connsiteY2"/>
              </a:cxn>
              <a:cxn ang="0">
                <a:pos x="connsiteX3" y="connsiteY3"/>
              </a:cxn>
            </a:cxnLst>
            <a:rect l="l" t="t" r="r" b="b"/>
            <a:pathLst>
              <a:path w="6539008" h="4875469">
                <a:moveTo>
                  <a:pt x="0" y="0"/>
                </a:moveTo>
                <a:lnTo>
                  <a:pt x="6539008" y="0"/>
                </a:lnTo>
                <a:lnTo>
                  <a:pt x="6539008" y="4875469"/>
                </a:lnTo>
                <a:lnTo>
                  <a:pt x="0" y="4875469"/>
                </a:lnTo>
                <a:close/>
              </a:path>
            </a:pathLst>
          </a:custGeom>
        </p:spPr>
      </p:pic>
      <p:pic>
        <p:nvPicPr>
          <p:cNvPr id="23555" name="图片 54" descr="服务"/>
          <p:cNvPicPr>
            <a:picLocks noChangeAspect="1"/>
          </p:cNvPicPr>
          <p:nvPr/>
        </p:nvPicPr>
        <p:blipFill>
          <a:blip r:embed="rId3"/>
          <a:stretch>
            <a:fillRect/>
          </a:stretch>
        </p:blipFill>
        <p:spPr>
          <a:xfrm>
            <a:off x="5540375" y="1385888"/>
            <a:ext cx="736600" cy="403225"/>
          </a:xfrm>
          <a:prstGeom prst="rect">
            <a:avLst/>
          </a:prstGeom>
          <a:noFill/>
          <a:ln w="9525">
            <a:noFill/>
          </a:ln>
        </p:spPr>
      </p:pic>
      <p:sp>
        <p:nvSpPr>
          <p:cNvPr id="23556" name="文本框 2"/>
          <p:cNvSpPr txBox="1"/>
          <p:nvPr/>
        </p:nvSpPr>
        <p:spPr>
          <a:xfrm>
            <a:off x="684213" y="1385888"/>
            <a:ext cx="10823575" cy="1060450"/>
          </a:xfrm>
          <a:prstGeom prst="rect">
            <a:avLst/>
          </a:prstGeom>
          <a:noFill/>
          <a:ln w="9525">
            <a:noFill/>
          </a:ln>
        </p:spPr>
        <p:txBody>
          <a:bodyPr wrap="square" anchor="t" anchorCtr="0">
            <a:spAutoFit/>
          </a:bodyPr>
          <a:p>
            <a:pPr>
              <a:lnSpc>
                <a:spcPct val="150000"/>
              </a:lnSpc>
            </a:pPr>
            <a:r>
              <a:rPr lang="zh-CN" altLang="en-US" sz="1400" dirty="0">
                <a:latin typeface="思源黑体" panose="020B0400000000000000" pitchFamily="34" charset="-122"/>
                <a:ea typeface="思源黑体" panose="020B0400000000000000" pitchFamily="34" charset="-122"/>
                <a:sym typeface="微软雅黑" panose="020B0503020204020204" pitchFamily="34" charset="-122"/>
              </a:rPr>
              <a:t>顾问单位合同到期的时，客户总要问：合同期给我们做了什么　　　　？</a:t>
            </a:r>
            <a:endParaRPr lang="zh-CN" altLang="en-US" sz="1400" dirty="0">
              <a:latin typeface="思源黑体" panose="020B0400000000000000" pitchFamily="34" charset="-122"/>
              <a:ea typeface="思源黑体" panose="020B0400000000000000" pitchFamily="34" charset="-122"/>
              <a:sym typeface="微软雅黑" panose="020B0503020204020204" pitchFamily="34" charset="-122"/>
            </a:endParaRPr>
          </a:p>
          <a:p>
            <a:pPr>
              <a:lnSpc>
                <a:spcPct val="150000"/>
              </a:lnSpc>
            </a:pPr>
            <a:r>
              <a:rPr lang="zh-CN" altLang="en-US" sz="1400" dirty="0">
                <a:latin typeface="思源黑体" panose="020B0400000000000000" pitchFamily="34" charset="-122"/>
                <a:ea typeface="思源黑体" panose="020B0400000000000000" pitchFamily="34" charset="-122"/>
                <a:sym typeface="微软雅黑" panose="020B0503020204020204" pitchFamily="34" charset="-122"/>
              </a:rPr>
              <a:t>时间一长，很多事情没印象，我们该怎么回复客户？</a:t>
            </a:r>
            <a:endParaRPr lang="zh-CN" altLang="en-US" sz="1400" dirty="0">
              <a:latin typeface="思源黑体" panose="020B0400000000000000" pitchFamily="34" charset="-122"/>
              <a:ea typeface="思源黑体" panose="020B0400000000000000" pitchFamily="34" charset="-122"/>
              <a:sym typeface="微软雅黑" panose="020B0503020204020204" pitchFamily="34" charset="-122"/>
            </a:endParaRPr>
          </a:p>
          <a:p>
            <a:pPr>
              <a:lnSpc>
                <a:spcPct val="150000"/>
              </a:lnSpc>
            </a:pPr>
            <a:r>
              <a:rPr lang="zh-CN" altLang="en-US" sz="1400" dirty="0">
                <a:latin typeface="思源黑体" panose="020B0400000000000000" pitchFamily="34" charset="-122"/>
                <a:ea typeface="思源黑体" panose="020B0400000000000000" pitchFamily="34" charset="-122"/>
                <a:sym typeface="微软雅黑" panose="020B0503020204020204" pitchFamily="34" charset="-122"/>
              </a:rPr>
              <a:t>如果记录日志，需要的时候可以通过案号或委托人检索相应日志并直接导出，方便快捷，并且工作内容一目了然。</a:t>
            </a:r>
            <a:endParaRPr lang="zh-CN" altLang="en-US" sz="1400" dirty="0">
              <a:latin typeface="思源黑体" panose="020B0400000000000000" pitchFamily="34" charset="-122"/>
              <a:ea typeface="思源黑体" panose="020B0400000000000000" pitchFamily="34" charset="-122"/>
              <a:sym typeface="微软雅黑" panose="020B0503020204020204" pitchFamily="34" charset="-122"/>
            </a:endParaRPr>
          </a:p>
        </p:txBody>
      </p:sp>
      <p:pic>
        <p:nvPicPr>
          <p:cNvPr id="2" name="图片 1"/>
          <p:cNvPicPr>
            <a:picLocks noChangeAspect="1"/>
          </p:cNvPicPr>
          <p:nvPr/>
        </p:nvPicPr>
        <p:blipFill>
          <a:blip r:embed="rId4"/>
          <a:stretch>
            <a:fillRect/>
          </a:stretch>
        </p:blipFill>
        <p:spPr>
          <a:xfrm>
            <a:off x="770890" y="2863215"/>
            <a:ext cx="10650855" cy="3147060"/>
          </a:xfrm>
          <a:prstGeom prst="rect">
            <a:avLst/>
          </a:prstGeom>
        </p:spPr>
      </p:pic>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grpId="0" nodeType="after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p:cTn id="7" dur="500"/>
                                        <p:tgtEl>
                                          <p:spTgt spid="31"/>
                                        </p:tgtEl>
                                        <p:attrNameLst>
                                          <p:attrName>ppt_y</p:attrName>
                                        </p:attrNameLst>
                                      </p:cBhvr>
                                      <p:tavLst>
                                        <p:tav tm="0">
                                          <p:val>
                                            <p:strVal val="#ppt_y-#ppt_h*1.125000"/>
                                          </p:val>
                                        </p:tav>
                                        <p:tav tm="100000">
                                          <p:val>
                                            <p:strVal val="#ppt_y"/>
                                          </p:val>
                                        </p:tav>
                                      </p:tavLst>
                                    </p:anim>
                                    <p:animEffect transition="in" filter="wipe(down)">
                                      <p:cBhvr>
                                        <p:cTn id="8"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 name="PA-文本框 10"/>
          <p:cNvSpPr txBox="1"/>
          <p:nvPr>
            <p:custDataLst>
              <p:tags r:id="rId1"/>
            </p:custDataLst>
          </p:nvPr>
        </p:nvSpPr>
        <p:spPr>
          <a:xfrm>
            <a:off x="862013" y="30163"/>
            <a:ext cx="3254375" cy="450850"/>
          </a:xfrm>
          <a:prstGeom prst="rect">
            <a:avLst/>
          </a:prstGeom>
          <a:noFill/>
          <a:ln w="9525">
            <a:noFill/>
          </a:ln>
        </p:spPr>
        <p:txBody>
          <a:bodyPr wrap="square" anchor="t" anchorCtr="0">
            <a:spAutoFit/>
          </a:bodyPr>
          <a:p>
            <a:pPr>
              <a:lnSpc>
                <a:spcPct val="130000"/>
              </a:lnSpc>
            </a:pPr>
            <a:r>
              <a:rPr lang="zh-CN" altLang="en-US" b="1" dirty="0">
                <a:latin typeface="微软雅黑" panose="020B0503020204020204" pitchFamily="34" charset="-122"/>
                <a:ea typeface="微软雅黑" panose="020B0503020204020204" pitchFamily="34" charset="-122"/>
              </a:rPr>
              <a:t>电子归档</a:t>
            </a:r>
            <a:endParaRPr lang="zh-CN" altLang="en-US" b="1" dirty="0">
              <a:latin typeface="微软雅黑" panose="020B0503020204020204" pitchFamily="34" charset="-122"/>
              <a:ea typeface="微软雅黑" panose="020B0503020204020204" pitchFamily="34" charset="-122"/>
            </a:endParaRPr>
          </a:p>
        </p:txBody>
      </p:sp>
      <p:pic>
        <p:nvPicPr>
          <p:cNvPr id="33" name="图片 32"/>
          <p:cNvPicPr>
            <a:picLocks noChangeAspect="1"/>
          </p:cNvPicPr>
          <p:nvPr/>
        </p:nvPicPr>
        <p:blipFill>
          <a:blip r:embed="rId2" cstate="screen"/>
          <a:srcRect l="35490" b="47335"/>
          <a:stretch>
            <a:fillRect/>
          </a:stretch>
        </p:blipFill>
        <p:spPr>
          <a:xfrm rot="10800000" flipH="1">
            <a:off x="0" y="0"/>
            <a:ext cx="1129890" cy="842443"/>
          </a:xfrm>
          <a:custGeom>
            <a:avLst/>
            <a:gdLst>
              <a:gd name="connsiteX0" fmla="*/ 0 w 6539008"/>
              <a:gd name="connsiteY0" fmla="*/ 0 h 4875469"/>
              <a:gd name="connsiteX1" fmla="*/ 6539008 w 6539008"/>
              <a:gd name="connsiteY1" fmla="*/ 0 h 4875469"/>
              <a:gd name="connsiteX2" fmla="*/ 6539008 w 6539008"/>
              <a:gd name="connsiteY2" fmla="*/ 4875469 h 4875469"/>
              <a:gd name="connsiteX3" fmla="*/ 0 w 6539008"/>
              <a:gd name="connsiteY3" fmla="*/ 4875469 h 4875469"/>
            </a:gdLst>
            <a:ahLst/>
            <a:cxnLst>
              <a:cxn ang="0">
                <a:pos x="connsiteX0" y="connsiteY0"/>
              </a:cxn>
              <a:cxn ang="0">
                <a:pos x="connsiteX1" y="connsiteY1"/>
              </a:cxn>
              <a:cxn ang="0">
                <a:pos x="connsiteX2" y="connsiteY2"/>
              </a:cxn>
              <a:cxn ang="0">
                <a:pos x="connsiteX3" y="connsiteY3"/>
              </a:cxn>
            </a:cxnLst>
            <a:rect l="l" t="t" r="r" b="b"/>
            <a:pathLst>
              <a:path w="6539008" h="4875469">
                <a:moveTo>
                  <a:pt x="0" y="0"/>
                </a:moveTo>
                <a:lnTo>
                  <a:pt x="6539008" y="0"/>
                </a:lnTo>
                <a:lnTo>
                  <a:pt x="6539008" y="4875469"/>
                </a:lnTo>
                <a:lnTo>
                  <a:pt x="0" y="4875469"/>
                </a:lnTo>
                <a:close/>
              </a:path>
            </a:pathLst>
          </a:custGeom>
        </p:spPr>
      </p:pic>
      <p:sp>
        <p:nvSpPr>
          <p:cNvPr id="24579" name="文本框 3"/>
          <p:cNvSpPr txBox="1"/>
          <p:nvPr/>
        </p:nvSpPr>
        <p:spPr>
          <a:xfrm>
            <a:off x="688975" y="5953125"/>
            <a:ext cx="10871200" cy="306705"/>
          </a:xfrm>
          <a:prstGeom prst="rect">
            <a:avLst/>
          </a:prstGeom>
          <a:noFill/>
          <a:ln w="9525">
            <a:noFill/>
          </a:ln>
        </p:spPr>
        <p:txBody>
          <a:bodyPr wrap="square" anchor="t" anchorCtr="0">
            <a:spAutoFit/>
          </a:bodyPr>
          <a:p>
            <a:pPr algn="ctr"/>
            <a:r>
              <a:rPr lang="zh-CN" altLang="en-US" sz="1400" dirty="0">
                <a:latin typeface="思源黑体" panose="020B0400000000000000" pitchFamily="34" charset="-122"/>
                <a:ea typeface="思源黑体" panose="020B0400000000000000" pitchFamily="34" charset="-122"/>
                <a:sym typeface="微软雅黑" panose="020B0503020204020204" pitchFamily="34" charset="-122"/>
              </a:rPr>
              <a:t>电子卷宗，律师可以随时在线查阅或者下载，省去线下翻案卷的时间。律所管理人员可随时了解律师办案情况。</a:t>
            </a:r>
            <a:endParaRPr lang="zh-CN" altLang="en-US" sz="1400" dirty="0">
              <a:latin typeface="思源黑体" panose="020B0400000000000000" pitchFamily="34" charset="-122"/>
              <a:ea typeface="思源黑体" panose="020B0400000000000000" pitchFamily="34" charset="-122"/>
              <a:sym typeface="微软雅黑" panose="020B0503020204020204" pitchFamily="34" charset="-122"/>
            </a:endParaRPr>
          </a:p>
        </p:txBody>
      </p:sp>
      <p:pic>
        <p:nvPicPr>
          <p:cNvPr id="3" name="图片 2"/>
          <p:cNvPicPr>
            <a:picLocks noChangeAspect="1"/>
          </p:cNvPicPr>
          <p:nvPr/>
        </p:nvPicPr>
        <p:blipFill>
          <a:blip r:embed="rId3"/>
          <a:stretch>
            <a:fillRect/>
          </a:stretch>
        </p:blipFill>
        <p:spPr>
          <a:xfrm>
            <a:off x="688975" y="842645"/>
            <a:ext cx="10871200" cy="4885055"/>
          </a:xfrm>
          <a:prstGeom prst="rect">
            <a:avLst/>
          </a:prstGeom>
        </p:spPr>
      </p:pic>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grpId="0" nodeType="after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p:cTn id="7" dur="500"/>
                                        <p:tgtEl>
                                          <p:spTgt spid="31"/>
                                        </p:tgtEl>
                                        <p:attrNameLst>
                                          <p:attrName>ppt_y</p:attrName>
                                        </p:attrNameLst>
                                      </p:cBhvr>
                                      <p:tavLst>
                                        <p:tav tm="0">
                                          <p:val>
                                            <p:strVal val="#ppt_y-#ppt_h*1.125000"/>
                                          </p:val>
                                        </p:tav>
                                        <p:tav tm="100000">
                                          <p:val>
                                            <p:strVal val="#ppt_y"/>
                                          </p:val>
                                        </p:tav>
                                      </p:tavLst>
                                    </p:anim>
                                    <p:animEffect transition="in" filter="wipe(down)">
                                      <p:cBhvr>
                                        <p:cTn id="8"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 name="PA-文本框 10"/>
          <p:cNvSpPr txBox="1"/>
          <p:nvPr>
            <p:custDataLst>
              <p:tags r:id="rId1"/>
            </p:custDataLst>
          </p:nvPr>
        </p:nvSpPr>
        <p:spPr>
          <a:xfrm>
            <a:off x="862013" y="30163"/>
            <a:ext cx="3254375" cy="450850"/>
          </a:xfrm>
          <a:prstGeom prst="rect">
            <a:avLst/>
          </a:prstGeom>
          <a:noFill/>
          <a:ln w="9525">
            <a:noFill/>
          </a:ln>
        </p:spPr>
        <p:txBody>
          <a:bodyPr wrap="square" anchor="t" anchorCtr="0">
            <a:spAutoFit/>
          </a:bodyPr>
          <a:p>
            <a:pPr>
              <a:lnSpc>
                <a:spcPct val="130000"/>
              </a:lnSpc>
            </a:pPr>
            <a:r>
              <a:rPr lang="zh-CN" altLang="en-US" b="1" dirty="0">
                <a:latin typeface="微软雅黑" panose="020B0503020204020204" pitchFamily="34" charset="-122"/>
                <a:ea typeface="微软雅黑" panose="020B0503020204020204" pitchFamily="34" charset="-122"/>
              </a:rPr>
              <a:t>合伙人财务透明</a:t>
            </a:r>
            <a:endParaRPr lang="zh-CN" altLang="en-US" b="1" dirty="0">
              <a:latin typeface="微软雅黑" panose="020B0503020204020204" pitchFamily="34" charset="-122"/>
              <a:ea typeface="微软雅黑" panose="020B0503020204020204" pitchFamily="34" charset="-122"/>
            </a:endParaRPr>
          </a:p>
        </p:txBody>
      </p:sp>
      <p:pic>
        <p:nvPicPr>
          <p:cNvPr id="33" name="图片 32"/>
          <p:cNvPicPr>
            <a:picLocks noChangeAspect="1"/>
          </p:cNvPicPr>
          <p:nvPr/>
        </p:nvPicPr>
        <p:blipFill>
          <a:blip r:embed="rId2" cstate="screen"/>
          <a:srcRect l="35490" b="47335"/>
          <a:stretch>
            <a:fillRect/>
          </a:stretch>
        </p:blipFill>
        <p:spPr>
          <a:xfrm rot="10800000" flipH="1">
            <a:off x="0" y="0"/>
            <a:ext cx="1129890" cy="842443"/>
          </a:xfrm>
          <a:custGeom>
            <a:avLst/>
            <a:gdLst>
              <a:gd name="connsiteX0" fmla="*/ 0 w 6539008"/>
              <a:gd name="connsiteY0" fmla="*/ 0 h 4875469"/>
              <a:gd name="connsiteX1" fmla="*/ 6539008 w 6539008"/>
              <a:gd name="connsiteY1" fmla="*/ 0 h 4875469"/>
              <a:gd name="connsiteX2" fmla="*/ 6539008 w 6539008"/>
              <a:gd name="connsiteY2" fmla="*/ 4875469 h 4875469"/>
              <a:gd name="connsiteX3" fmla="*/ 0 w 6539008"/>
              <a:gd name="connsiteY3" fmla="*/ 4875469 h 4875469"/>
            </a:gdLst>
            <a:ahLst/>
            <a:cxnLst>
              <a:cxn ang="0">
                <a:pos x="connsiteX0" y="connsiteY0"/>
              </a:cxn>
              <a:cxn ang="0">
                <a:pos x="connsiteX1" y="connsiteY1"/>
              </a:cxn>
              <a:cxn ang="0">
                <a:pos x="connsiteX2" y="connsiteY2"/>
              </a:cxn>
              <a:cxn ang="0">
                <a:pos x="connsiteX3" y="connsiteY3"/>
              </a:cxn>
            </a:cxnLst>
            <a:rect l="l" t="t" r="r" b="b"/>
            <a:pathLst>
              <a:path w="6539008" h="4875469">
                <a:moveTo>
                  <a:pt x="0" y="0"/>
                </a:moveTo>
                <a:lnTo>
                  <a:pt x="6539008" y="0"/>
                </a:lnTo>
                <a:lnTo>
                  <a:pt x="6539008" y="4875469"/>
                </a:lnTo>
                <a:lnTo>
                  <a:pt x="0" y="4875469"/>
                </a:lnTo>
                <a:close/>
              </a:path>
            </a:pathLst>
          </a:custGeom>
        </p:spPr>
      </p:pic>
      <p:sp>
        <p:nvSpPr>
          <p:cNvPr id="25603" name="文本框 3"/>
          <p:cNvSpPr txBox="1"/>
          <p:nvPr/>
        </p:nvSpPr>
        <p:spPr>
          <a:xfrm>
            <a:off x="862965" y="5977255"/>
            <a:ext cx="10598150" cy="306705"/>
          </a:xfrm>
          <a:prstGeom prst="rect">
            <a:avLst/>
          </a:prstGeom>
          <a:noFill/>
          <a:ln w="9525">
            <a:noFill/>
          </a:ln>
        </p:spPr>
        <p:txBody>
          <a:bodyPr wrap="square" anchor="t" anchorCtr="0">
            <a:spAutoFit/>
          </a:bodyPr>
          <a:p>
            <a:pPr algn="ctr"/>
            <a:r>
              <a:rPr lang="zh-CN" altLang="en-US" sz="1400" dirty="0">
                <a:latin typeface="思源黑体" panose="020B0400000000000000" pitchFamily="34" charset="-122"/>
                <a:ea typeface="思源黑体" panose="020B0400000000000000" pitchFamily="34" charset="-122"/>
                <a:sym typeface="微软雅黑" panose="020B0503020204020204" pitchFamily="34" charset="-122"/>
              </a:rPr>
              <a:t>合伙人可以通过律所的收支明细和财务统计了解律所的财务情况。</a:t>
            </a:r>
            <a:endParaRPr lang="zh-CN" altLang="en-US" sz="1400" dirty="0">
              <a:latin typeface="思源黑体" panose="020B0400000000000000" pitchFamily="34" charset="-122"/>
              <a:ea typeface="思源黑体" panose="020B0400000000000000" pitchFamily="34" charset="-122"/>
              <a:sym typeface="微软雅黑" panose="020B0503020204020204" pitchFamily="34" charset="-122"/>
            </a:endParaRPr>
          </a:p>
        </p:txBody>
      </p:sp>
      <p:pic>
        <p:nvPicPr>
          <p:cNvPr id="2" name="图片 1"/>
          <p:cNvPicPr>
            <a:picLocks noChangeAspect="1"/>
          </p:cNvPicPr>
          <p:nvPr/>
        </p:nvPicPr>
        <p:blipFill>
          <a:blip r:embed="rId3"/>
          <a:stretch>
            <a:fillRect/>
          </a:stretch>
        </p:blipFill>
        <p:spPr>
          <a:xfrm>
            <a:off x="838200" y="1068705"/>
            <a:ext cx="10622915" cy="4682490"/>
          </a:xfrm>
          <a:prstGeom prst="rect">
            <a:avLst/>
          </a:prstGeom>
        </p:spPr>
      </p:pic>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grpId="0" nodeType="after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p:cTn id="7" dur="500"/>
                                        <p:tgtEl>
                                          <p:spTgt spid="31"/>
                                        </p:tgtEl>
                                        <p:attrNameLst>
                                          <p:attrName>ppt_y</p:attrName>
                                        </p:attrNameLst>
                                      </p:cBhvr>
                                      <p:tavLst>
                                        <p:tav tm="0">
                                          <p:val>
                                            <p:strVal val="#ppt_y-#ppt_h*1.125000"/>
                                          </p:val>
                                        </p:tav>
                                        <p:tav tm="100000">
                                          <p:val>
                                            <p:strVal val="#ppt_y"/>
                                          </p:val>
                                        </p:tav>
                                      </p:tavLst>
                                    </p:anim>
                                    <p:animEffect transition="in" filter="wipe(down)">
                                      <p:cBhvr>
                                        <p:cTn id="8"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 name="PA-文本框 10"/>
          <p:cNvSpPr txBox="1"/>
          <p:nvPr>
            <p:custDataLst>
              <p:tags r:id="rId1"/>
            </p:custDataLst>
          </p:nvPr>
        </p:nvSpPr>
        <p:spPr>
          <a:xfrm>
            <a:off x="862013" y="30163"/>
            <a:ext cx="3254375" cy="450850"/>
          </a:xfrm>
          <a:prstGeom prst="rect">
            <a:avLst/>
          </a:prstGeom>
          <a:noFill/>
          <a:ln w="9525">
            <a:noFill/>
          </a:ln>
        </p:spPr>
        <p:txBody>
          <a:bodyPr wrap="square" anchor="t" anchorCtr="0">
            <a:spAutoFit/>
          </a:bodyPr>
          <a:p>
            <a:pPr>
              <a:lnSpc>
                <a:spcPct val="130000"/>
              </a:lnSpc>
            </a:pPr>
            <a:r>
              <a:rPr lang="zh-CN" altLang="en-US" b="1" dirty="0">
                <a:latin typeface="微软雅黑" panose="020B0503020204020204" pitchFamily="34" charset="-122"/>
                <a:ea typeface="微软雅黑" panose="020B0503020204020204" pitchFamily="34" charset="-122"/>
              </a:rPr>
              <a:t>发票管理</a:t>
            </a:r>
            <a:endParaRPr lang="zh-CN" altLang="en-US" b="1" dirty="0">
              <a:latin typeface="微软雅黑" panose="020B0503020204020204" pitchFamily="34" charset="-122"/>
              <a:ea typeface="微软雅黑" panose="020B0503020204020204" pitchFamily="34" charset="-122"/>
            </a:endParaRPr>
          </a:p>
        </p:txBody>
      </p:sp>
      <p:pic>
        <p:nvPicPr>
          <p:cNvPr id="33" name="图片 32"/>
          <p:cNvPicPr>
            <a:picLocks noChangeAspect="1"/>
          </p:cNvPicPr>
          <p:nvPr/>
        </p:nvPicPr>
        <p:blipFill>
          <a:blip r:embed="rId2" cstate="screen"/>
          <a:srcRect l="35490" b="47335"/>
          <a:stretch>
            <a:fillRect/>
          </a:stretch>
        </p:blipFill>
        <p:spPr>
          <a:xfrm rot="10800000" flipH="1">
            <a:off x="0" y="0"/>
            <a:ext cx="1129890" cy="842443"/>
          </a:xfrm>
          <a:custGeom>
            <a:avLst/>
            <a:gdLst>
              <a:gd name="connsiteX0" fmla="*/ 0 w 6539008"/>
              <a:gd name="connsiteY0" fmla="*/ 0 h 4875469"/>
              <a:gd name="connsiteX1" fmla="*/ 6539008 w 6539008"/>
              <a:gd name="connsiteY1" fmla="*/ 0 h 4875469"/>
              <a:gd name="connsiteX2" fmla="*/ 6539008 w 6539008"/>
              <a:gd name="connsiteY2" fmla="*/ 4875469 h 4875469"/>
              <a:gd name="connsiteX3" fmla="*/ 0 w 6539008"/>
              <a:gd name="connsiteY3" fmla="*/ 4875469 h 4875469"/>
            </a:gdLst>
            <a:ahLst/>
            <a:cxnLst>
              <a:cxn ang="0">
                <a:pos x="connsiteX0" y="connsiteY0"/>
              </a:cxn>
              <a:cxn ang="0">
                <a:pos x="connsiteX1" y="connsiteY1"/>
              </a:cxn>
              <a:cxn ang="0">
                <a:pos x="connsiteX2" y="connsiteY2"/>
              </a:cxn>
              <a:cxn ang="0">
                <a:pos x="connsiteX3" y="connsiteY3"/>
              </a:cxn>
            </a:cxnLst>
            <a:rect l="l" t="t" r="r" b="b"/>
            <a:pathLst>
              <a:path w="6539008" h="4875469">
                <a:moveTo>
                  <a:pt x="0" y="0"/>
                </a:moveTo>
                <a:lnTo>
                  <a:pt x="6539008" y="0"/>
                </a:lnTo>
                <a:lnTo>
                  <a:pt x="6539008" y="4875469"/>
                </a:lnTo>
                <a:lnTo>
                  <a:pt x="0" y="4875469"/>
                </a:lnTo>
                <a:close/>
              </a:path>
            </a:pathLst>
          </a:custGeom>
        </p:spPr>
      </p:pic>
      <p:sp>
        <p:nvSpPr>
          <p:cNvPr id="26627" name="文本框 3"/>
          <p:cNvSpPr txBox="1"/>
          <p:nvPr/>
        </p:nvSpPr>
        <p:spPr>
          <a:xfrm>
            <a:off x="862965" y="5977255"/>
            <a:ext cx="10630535" cy="306705"/>
          </a:xfrm>
          <a:prstGeom prst="rect">
            <a:avLst/>
          </a:prstGeom>
          <a:noFill/>
          <a:ln w="9525">
            <a:noFill/>
          </a:ln>
        </p:spPr>
        <p:txBody>
          <a:bodyPr wrap="square" anchor="t" anchorCtr="0">
            <a:spAutoFit/>
          </a:bodyPr>
          <a:p>
            <a:pPr algn="ctr"/>
            <a:r>
              <a:rPr lang="zh-CN" altLang="en-US" sz="1400" dirty="0">
                <a:latin typeface="思源黑体" panose="020B0400000000000000" pitchFamily="34" charset="-122"/>
                <a:ea typeface="思源黑体" panose="020B0400000000000000" pitchFamily="34" charset="-122"/>
                <a:sym typeface="微软雅黑" panose="020B0503020204020204" pitchFamily="34" charset="-122"/>
              </a:rPr>
              <a:t>财务按律师提交的开票申请进行登记，案件是否开票一目了然，同时方便律所相关数据统计。</a:t>
            </a:r>
            <a:endParaRPr lang="zh-CN" altLang="en-US" sz="1400" dirty="0">
              <a:latin typeface="思源黑体" panose="020B0400000000000000" pitchFamily="34" charset="-122"/>
              <a:ea typeface="思源黑体" panose="020B0400000000000000" pitchFamily="34" charset="-122"/>
              <a:sym typeface="微软雅黑" panose="020B0503020204020204" pitchFamily="34" charset="-122"/>
            </a:endParaRPr>
          </a:p>
        </p:txBody>
      </p:sp>
      <p:pic>
        <p:nvPicPr>
          <p:cNvPr id="2" name="图片 1"/>
          <p:cNvPicPr>
            <a:picLocks noChangeAspect="1"/>
          </p:cNvPicPr>
          <p:nvPr/>
        </p:nvPicPr>
        <p:blipFill>
          <a:blip r:embed="rId3"/>
          <a:stretch>
            <a:fillRect/>
          </a:stretch>
        </p:blipFill>
        <p:spPr>
          <a:xfrm>
            <a:off x="862330" y="842645"/>
            <a:ext cx="10631170" cy="5007610"/>
          </a:xfrm>
          <a:prstGeom prst="rect">
            <a:avLst/>
          </a:prstGeom>
        </p:spPr>
      </p:pic>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grpId="0" nodeType="after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p:cTn id="7" dur="500"/>
                                        <p:tgtEl>
                                          <p:spTgt spid="31"/>
                                        </p:tgtEl>
                                        <p:attrNameLst>
                                          <p:attrName>ppt_y</p:attrName>
                                        </p:attrNameLst>
                                      </p:cBhvr>
                                      <p:tavLst>
                                        <p:tav tm="0">
                                          <p:val>
                                            <p:strVal val="#ppt_y-#ppt_h*1.125000"/>
                                          </p:val>
                                        </p:tav>
                                        <p:tav tm="100000">
                                          <p:val>
                                            <p:strVal val="#ppt_y"/>
                                          </p:val>
                                        </p:tav>
                                      </p:tavLst>
                                    </p:anim>
                                    <p:animEffect transition="in" filter="wipe(down)">
                                      <p:cBhvr>
                                        <p:cTn id="8"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 name="PA-文本框 10"/>
          <p:cNvSpPr txBox="1"/>
          <p:nvPr>
            <p:custDataLst>
              <p:tags r:id="rId1"/>
            </p:custDataLst>
          </p:nvPr>
        </p:nvSpPr>
        <p:spPr>
          <a:xfrm>
            <a:off x="862013" y="30163"/>
            <a:ext cx="3254375" cy="450850"/>
          </a:xfrm>
          <a:prstGeom prst="rect">
            <a:avLst/>
          </a:prstGeom>
          <a:noFill/>
          <a:ln w="9525">
            <a:noFill/>
          </a:ln>
        </p:spPr>
        <p:txBody>
          <a:bodyPr wrap="square" anchor="t" anchorCtr="0">
            <a:spAutoFit/>
          </a:bodyPr>
          <a:p>
            <a:pPr>
              <a:lnSpc>
                <a:spcPct val="130000"/>
              </a:lnSpc>
            </a:pPr>
            <a:r>
              <a:rPr lang="zh-CN" altLang="en-US" b="1" dirty="0">
                <a:latin typeface="微软雅黑" panose="020B0503020204020204" pitchFamily="34" charset="-122"/>
                <a:ea typeface="微软雅黑" panose="020B0503020204020204" pitchFamily="34" charset="-122"/>
              </a:rPr>
              <a:t>数据统计</a:t>
            </a:r>
            <a:endParaRPr lang="zh-CN" altLang="en-US" b="1" dirty="0">
              <a:latin typeface="微软雅黑" panose="020B0503020204020204" pitchFamily="34" charset="-122"/>
              <a:ea typeface="微软雅黑" panose="020B0503020204020204" pitchFamily="34" charset="-122"/>
            </a:endParaRPr>
          </a:p>
        </p:txBody>
      </p:sp>
      <p:pic>
        <p:nvPicPr>
          <p:cNvPr id="33" name="图片 32"/>
          <p:cNvPicPr>
            <a:picLocks noChangeAspect="1"/>
          </p:cNvPicPr>
          <p:nvPr/>
        </p:nvPicPr>
        <p:blipFill>
          <a:blip r:embed="rId2" cstate="screen"/>
          <a:srcRect l="35490" b="47335"/>
          <a:stretch>
            <a:fillRect/>
          </a:stretch>
        </p:blipFill>
        <p:spPr>
          <a:xfrm rot="10800000" flipH="1">
            <a:off x="0" y="0"/>
            <a:ext cx="1129890" cy="842443"/>
          </a:xfrm>
          <a:custGeom>
            <a:avLst/>
            <a:gdLst>
              <a:gd name="connsiteX0" fmla="*/ 0 w 6539008"/>
              <a:gd name="connsiteY0" fmla="*/ 0 h 4875469"/>
              <a:gd name="connsiteX1" fmla="*/ 6539008 w 6539008"/>
              <a:gd name="connsiteY1" fmla="*/ 0 h 4875469"/>
              <a:gd name="connsiteX2" fmla="*/ 6539008 w 6539008"/>
              <a:gd name="connsiteY2" fmla="*/ 4875469 h 4875469"/>
              <a:gd name="connsiteX3" fmla="*/ 0 w 6539008"/>
              <a:gd name="connsiteY3" fmla="*/ 4875469 h 4875469"/>
            </a:gdLst>
            <a:ahLst/>
            <a:cxnLst>
              <a:cxn ang="0">
                <a:pos x="connsiteX0" y="connsiteY0"/>
              </a:cxn>
              <a:cxn ang="0">
                <a:pos x="connsiteX1" y="connsiteY1"/>
              </a:cxn>
              <a:cxn ang="0">
                <a:pos x="connsiteX2" y="connsiteY2"/>
              </a:cxn>
              <a:cxn ang="0">
                <a:pos x="connsiteX3" y="connsiteY3"/>
              </a:cxn>
            </a:cxnLst>
            <a:rect l="l" t="t" r="r" b="b"/>
            <a:pathLst>
              <a:path w="6539008" h="4875469">
                <a:moveTo>
                  <a:pt x="0" y="0"/>
                </a:moveTo>
                <a:lnTo>
                  <a:pt x="6539008" y="0"/>
                </a:lnTo>
                <a:lnTo>
                  <a:pt x="6539008" y="4875469"/>
                </a:lnTo>
                <a:lnTo>
                  <a:pt x="0" y="4875469"/>
                </a:lnTo>
                <a:close/>
              </a:path>
            </a:pathLst>
          </a:custGeom>
        </p:spPr>
      </p:pic>
      <p:sp>
        <p:nvSpPr>
          <p:cNvPr id="27651" name="文本框 3"/>
          <p:cNvSpPr txBox="1"/>
          <p:nvPr/>
        </p:nvSpPr>
        <p:spPr>
          <a:xfrm>
            <a:off x="709613" y="5775325"/>
            <a:ext cx="10558462" cy="414020"/>
          </a:xfrm>
          <a:prstGeom prst="rect">
            <a:avLst/>
          </a:prstGeom>
          <a:noFill/>
          <a:ln w="9525">
            <a:noFill/>
          </a:ln>
        </p:spPr>
        <p:txBody>
          <a:bodyPr wrap="square" anchor="t" anchorCtr="0">
            <a:spAutoFit/>
          </a:bodyPr>
          <a:p>
            <a:pPr algn="ctr">
              <a:lnSpc>
                <a:spcPct val="150000"/>
              </a:lnSpc>
            </a:pPr>
            <a:r>
              <a:rPr lang="zh-CN" altLang="en-US" sz="1400" dirty="0">
                <a:latin typeface="思源黑体" panose="020B0400000000000000" pitchFamily="34" charset="-122"/>
                <a:ea typeface="思源黑体" panose="020B0400000000000000" pitchFamily="34" charset="-122"/>
                <a:sym typeface="微软雅黑" panose="020B0503020204020204" pitchFamily="34" charset="-122"/>
              </a:rPr>
              <a:t>业务收费汇率表、个人业务汇总表、分类开票汇总、诉讼标的统计等，根据需求，进行各类财务统计。</a:t>
            </a:r>
            <a:endParaRPr lang="zh-CN" altLang="en-US" sz="1400" dirty="0">
              <a:latin typeface="思源黑体" panose="020B0400000000000000" pitchFamily="34" charset="-122"/>
              <a:ea typeface="思源黑体" panose="020B0400000000000000" pitchFamily="34" charset="-122"/>
              <a:sym typeface="微软雅黑" panose="020B0503020204020204" pitchFamily="34" charset="-122"/>
            </a:endParaRPr>
          </a:p>
        </p:txBody>
      </p:sp>
      <p:pic>
        <p:nvPicPr>
          <p:cNvPr id="2" name="图片 1"/>
          <p:cNvPicPr>
            <a:picLocks noChangeAspect="1"/>
          </p:cNvPicPr>
          <p:nvPr/>
        </p:nvPicPr>
        <p:blipFill>
          <a:blip r:embed="rId3"/>
          <a:stretch>
            <a:fillRect/>
          </a:stretch>
        </p:blipFill>
        <p:spPr>
          <a:xfrm>
            <a:off x="811530" y="1141095"/>
            <a:ext cx="10568940" cy="4335780"/>
          </a:xfrm>
          <a:prstGeom prst="rect">
            <a:avLst/>
          </a:prstGeom>
        </p:spPr>
      </p:pic>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grpId="0" nodeType="after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p:cTn id="7" dur="500"/>
                                        <p:tgtEl>
                                          <p:spTgt spid="31"/>
                                        </p:tgtEl>
                                        <p:attrNameLst>
                                          <p:attrName>ppt_y</p:attrName>
                                        </p:attrNameLst>
                                      </p:cBhvr>
                                      <p:tavLst>
                                        <p:tav tm="0">
                                          <p:val>
                                            <p:strVal val="#ppt_y-#ppt_h*1.125000"/>
                                          </p:val>
                                        </p:tav>
                                        <p:tav tm="100000">
                                          <p:val>
                                            <p:strVal val="#ppt_y"/>
                                          </p:val>
                                        </p:tav>
                                      </p:tavLst>
                                    </p:anim>
                                    <p:animEffect transition="in" filter="wipe(down)">
                                      <p:cBhvr>
                                        <p:cTn id="8"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 name="PA-文本框 10"/>
          <p:cNvSpPr txBox="1"/>
          <p:nvPr>
            <p:custDataLst>
              <p:tags r:id="rId1"/>
            </p:custDataLst>
          </p:nvPr>
        </p:nvSpPr>
        <p:spPr>
          <a:xfrm>
            <a:off x="862013" y="30163"/>
            <a:ext cx="3254375" cy="450850"/>
          </a:xfrm>
          <a:prstGeom prst="rect">
            <a:avLst/>
          </a:prstGeom>
          <a:noFill/>
          <a:ln w="9525">
            <a:noFill/>
          </a:ln>
        </p:spPr>
        <p:txBody>
          <a:bodyPr wrap="square" anchor="t" anchorCtr="0">
            <a:spAutoFit/>
          </a:bodyPr>
          <a:p>
            <a:pPr>
              <a:lnSpc>
                <a:spcPct val="130000"/>
              </a:lnSpc>
            </a:pPr>
            <a:r>
              <a:rPr lang="zh-CN" altLang="en-US" b="1" dirty="0">
                <a:latin typeface="微软雅黑" panose="020B0503020204020204" pitchFamily="34" charset="-122"/>
                <a:ea typeface="微软雅黑" panose="020B0503020204020204" pitchFamily="34" charset="-122"/>
              </a:rPr>
              <a:t>图书借阅</a:t>
            </a:r>
            <a:endParaRPr lang="zh-CN" altLang="en-US" b="1" dirty="0">
              <a:latin typeface="微软雅黑" panose="020B0503020204020204" pitchFamily="34" charset="-122"/>
              <a:ea typeface="微软雅黑" panose="020B0503020204020204" pitchFamily="34" charset="-122"/>
            </a:endParaRPr>
          </a:p>
        </p:txBody>
      </p:sp>
      <p:pic>
        <p:nvPicPr>
          <p:cNvPr id="33" name="图片 32"/>
          <p:cNvPicPr>
            <a:picLocks noChangeAspect="1"/>
          </p:cNvPicPr>
          <p:nvPr/>
        </p:nvPicPr>
        <p:blipFill>
          <a:blip r:embed="rId2" cstate="screen"/>
          <a:srcRect l="35490" b="47335"/>
          <a:stretch>
            <a:fillRect/>
          </a:stretch>
        </p:blipFill>
        <p:spPr>
          <a:xfrm rot="10800000" flipH="1">
            <a:off x="0" y="0"/>
            <a:ext cx="1129890" cy="842443"/>
          </a:xfrm>
          <a:custGeom>
            <a:avLst/>
            <a:gdLst>
              <a:gd name="connsiteX0" fmla="*/ 0 w 6539008"/>
              <a:gd name="connsiteY0" fmla="*/ 0 h 4875469"/>
              <a:gd name="connsiteX1" fmla="*/ 6539008 w 6539008"/>
              <a:gd name="connsiteY1" fmla="*/ 0 h 4875469"/>
              <a:gd name="connsiteX2" fmla="*/ 6539008 w 6539008"/>
              <a:gd name="connsiteY2" fmla="*/ 4875469 h 4875469"/>
              <a:gd name="connsiteX3" fmla="*/ 0 w 6539008"/>
              <a:gd name="connsiteY3" fmla="*/ 4875469 h 4875469"/>
            </a:gdLst>
            <a:ahLst/>
            <a:cxnLst>
              <a:cxn ang="0">
                <a:pos x="connsiteX0" y="connsiteY0"/>
              </a:cxn>
              <a:cxn ang="0">
                <a:pos x="connsiteX1" y="connsiteY1"/>
              </a:cxn>
              <a:cxn ang="0">
                <a:pos x="connsiteX2" y="connsiteY2"/>
              </a:cxn>
              <a:cxn ang="0">
                <a:pos x="connsiteX3" y="connsiteY3"/>
              </a:cxn>
            </a:cxnLst>
            <a:rect l="l" t="t" r="r" b="b"/>
            <a:pathLst>
              <a:path w="6539008" h="4875469">
                <a:moveTo>
                  <a:pt x="0" y="0"/>
                </a:moveTo>
                <a:lnTo>
                  <a:pt x="6539008" y="0"/>
                </a:lnTo>
                <a:lnTo>
                  <a:pt x="6539008" y="4875469"/>
                </a:lnTo>
                <a:lnTo>
                  <a:pt x="0" y="4875469"/>
                </a:lnTo>
                <a:close/>
              </a:path>
            </a:pathLst>
          </a:custGeom>
        </p:spPr>
      </p:pic>
      <p:sp>
        <p:nvSpPr>
          <p:cNvPr id="28676" name="文本框 4"/>
          <p:cNvSpPr txBox="1"/>
          <p:nvPr/>
        </p:nvSpPr>
        <p:spPr>
          <a:xfrm>
            <a:off x="655320" y="5775325"/>
            <a:ext cx="10881360" cy="306705"/>
          </a:xfrm>
          <a:prstGeom prst="rect">
            <a:avLst/>
          </a:prstGeom>
          <a:noFill/>
          <a:ln w="9525">
            <a:noFill/>
          </a:ln>
        </p:spPr>
        <p:txBody>
          <a:bodyPr wrap="square" anchor="t" anchorCtr="0">
            <a:spAutoFit/>
          </a:bodyPr>
          <a:p>
            <a:pPr algn="ctr"/>
            <a:r>
              <a:rPr lang="zh-CN" altLang="en-US" sz="1400" dirty="0">
                <a:latin typeface="思源黑体" panose="020B0400000000000000" pitchFamily="34" charset="-122"/>
                <a:ea typeface="思源黑体" panose="020B0400000000000000" pitchFamily="34" charset="-122"/>
                <a:sym typeface="微软雅黑" panose="020B0503020204020204" pitchFamily="34" charset="-122"/>
              </a:rPr>
              <a:t>律所图书可上传至系统进行管理，申请人可通过系统在线借阅。</a:t>
            </a:r>
            <a:endParaRPr lang="zh-CN" altLang="en-US" sz="1400" dirty="0">
              <a:latin typeface="思源黑体" panose="020B0400000000000000" pitchFamily="34" charset="-122"/>
              <a:ea typeface="思源黑体" panose="020B0400000000000000" pitchFamily="34" charset="-122"/>
              <a:sym typeface="微软雅黑" panose="020B0503020204020204" pitchFamily="34" charset="-122"/>
            </a:endParaRPr>
          </a:p>
        </p:txBody>
      </p:sp>
      <p:pic>
        <p:nvPicPr>
          <p:cNvPr id="2" name="图片 1"/>
          <p:cNvPicPr>
            <a:picLocks noChangeAspect="1"/>
          </p:cNvPicPr>
          <p:nvPr/>
        </p:nvPicPr>
        <p:blipFill>
          <a:blip r:embed="rId3"/>
          <a:stretch>
            <a:fillRect/>
          </a:stretch>
        </p:blipFill>
        <p:spPr>
          <a:xfrm>
            <a:off x="654685" y="1050925"/>
            <a:ext cx="10881995" cy="4410710"/>
          </a:xfrm>
          <a:prstGeom prst="rect">
            <a:avLst/>
          </a:prstGeom>
        </p:spPr>
      </p:pic>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grpId="0" nodeType="after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p:cTn id="7" dur="500"/>
                                        <p:tgtEl>
                                          <p:spTgt spid="31"/>
                                        </p:tgtEl>
                                        <p:attrNameLst>
                                          <p:attrName>ppt_y</p:attrName>
                                        </p:attrNameLst>
                                      </p:cBhvr>
                                      <p:tavLst>
                                        <p:tav tm="0">
                                          <p:val>
                                            <p:strVal val="#ppt_y-#ppt_h*1.125000"/>
                                          </p:val>
                                        </p:tav>
                                        <p:tav tm="100000">
                                          <p:val>
                                            <p:strVal val="#ppt_y"/>
                                          </p:val>
                                        </p:tav>
                                      </p:tavLst>
                                    </p:anim>
                                    <p:animEffect transition="in" filter="wipe(down)">
                                      <p:cBhvr>
                                        <p:cTn id="8"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 name="PA-文本框 10"/>
          <p:cNvSpPr txBox="1"/>
          <p:nvPr>
            <p:custDataLst>
              <p:tags r:id="rId1"/>
            </p:custDataLst>
          </p:nvPr>
        </p:nvSpPr>
        <p:spPr>
          <a:xfrm>
            <a:off x="862013" y="30163"/>
            <a:ext cx="3254375" cy="450850"/>
          </a:xfrm>
          <a:prstGeom prst="rect">
            <a:avLst/>
          </a:prstGeom>
          <a:noFill/>
          <a:ln w="9525">
            <a:noFill/>
          </a:ln>
        </p:spPr>
        <p:txBody>
          <a:bodyPr wrap="square" anchor="t" anchorCtr="0">
            <a:spAutoFit/>
          </a:bodyPr>
          <a:p>
            <a:pPr>
              <a:lnSpc>
                <a:spcPct val="130000"/>
              </a:lnSpc>
            </a:pPr>
            <a:r>
              <a:rPr lang="zh-CN" altLang="en-US" b="1" dirty="0">
                <a:latin typeface="微软雅黑" panose="020B0503020204020204" pitchFamily="34" charset="-122"/>
                <a:ea typeface="微软雅黑" panose="020B0503020204020204" pitchFamily="34" charset="-122"/>
              </a:rPr>
              <a:t>会议管理</a:t>
            </a:r>
            <a:endParaRPr lang="zh-CN" altLang="en-US" b="1" dirty="0">
              <a:latin typeface="微软雅黑" panose="020B0503020204020204" pitchFamily="34" charset="-122"/>
              <a:ea typeface="微软雅黑" panose="020B0503020204020204" pitchFamily="34" charset="-122"/>
            </a:endParaRPr>
          </a:p>
        </p:txBody>
      </p:sp>
      <p:pic>
        <p:nvPicPr>
          <p:cNvPr id="33" name="图片 32"/>
          <p:cNvPicPr>
            <a:picLocks noChangeAspect="1"/>
          </p:cNvPicPr>
          <p:nvPr/>
        </p:nvPicPr>
        <p:blipFill>
          <a:blip r:embed="rId2" cstate="screen"/>
          <a:srcRect l="35490" b="47335"/>
          <a:stretch>
            <a:fillRect/>
          </a:stretch>
        </p:blipFill>
        <p:spPr>
          <a:xfrm rot="10800000" flipH="1">
            <a:off x="0" y="0"/>
            <a:ext cx="1129890" cy="842443"/>
          </a:xfrm>
          <a:custGeom>
            <a:avLst/>
            <a:gdLst>
              <a:gd name="connsiteX0" fmla="*/ 0 w 6539008"/>
              <a:gd name="connsiteY0" fmla="*/ 0 h 4875469"/>
              <a:gd name="connsiteX1" fmla="*/ 6539008 w 6539008"/>
              <a:gd name="connsiteY1" fmla="*/ 0 h 4875469"/>
              <a:gd name="connsiteX2" fmla="*/ 6539008 w 6539008"/>
              <a:gd name="connsiteY2" fmla="*/ 4875469 h 4875469"/>
              <a:gd name="connsiteX3" fmla="*/ 0 w 6539008"/>
              <a:gd name="connsiteY3" fmla="*/ 4875469 h 4875469"/>
            </a:gdLst>
            <a:ahLst/>
            <a:cxnLst>
              <a:cxn ang="0">
                <a:pos x="connsiteX0" y="connsiteY0"/>
              </a:cxn>
              <a:cxn ang="0">
                <a:pos x="connsiteX1" y="connsiteY1"/>
              </a:cxn>
              <a:cxn ang="0">
                <a:pos x="connsiteX2" y="connsiteY2"/>
              </a:cxn>
              <a:cxn ang="0">
                <a:pos x="connsiteX3" y="connsiteY3"/>
              </a:cxn>
            </a:cxnLst>
            <a:rect l="l" t="t" r="r" b="b"/>
            <a:pathLst>
              <a:path w="6539008" h="4875469">
                <a:moveTo>
                  <a:pt x="0" y="0"/>
                </a:moveTo>
                <a:lnTo>
                  <a:pt x="6539008" y="0"/>
                </a:lnTo>
                <a:lnTo>
                  <a:pt x="6539008" y="4875469"/>
                </a:lnTo>
                <a:lnTo>
                  <a:pt x="0" y="4875469"/>
                </a:lnTo>
                <a:close/>
              </a:path>
            </a:pathLst>
          </a:custGeom>
        </p:spPr>
      </p:pic>
      <p:sp>
        <p:nvSpPr>
          <p:cNvPr id="29699" name="文本框 4"/>
          <p:cNvSpPr txBox="1"/>
          <p:nvPr/>
        </p:nvSpPr>
        <p:spPr>
          <a:xfrm>
            <a:off x="709613" y="5775325"/>
            <a:ext cx="10558462" cy="306705"/>
          </a:xfrm>
          <a:prstGeom prst="rect">
            <a:avLst/>
          </a:prstGeom>
          <a:noFill/>
          <a:ln w="9525">
            <a:noFill/>
          </a:ln>
        </p:spPr>
        <p:txBody>
          <a:bodyPr wrap="square" anchor="t" anchorCtr="0">
            <a:spAutoFit/>
          </a:bodyPr>
          <a:p>
            <a:pPr algn="ctr"/>
            <a:r>
              <a:rPr lang="zh-CN" altLang="en-US" sz="1400" dirty="0">
                <a:latin typeface="思源黑体" panose="020B0400000000000000" pitchFamily="34" charset="-122"/>
                <a:ea typeface="思源黑体" panose="020B0400000000000000" pitchFamily="34" charset="-122"/>
                <a:sym typeface="微软雅黑" panose="020B0503020204020204" pitchFamily="34" charset="-122"/>
              </a:rPr>
              <a:t>管理人员建立会议室信息，使用人员在线预约会议室。</a:t>
            </a:r>
            <a:endParaRPr lang="zh-CN" altLang="en-US" sz="1400" dirty="0">
              <a:latin typeface="思源黑体" panose="020B0400000000000000" pitchFamily="34" charset="-122"/>
              <a:ea typeface="思源黑体" panose="020B0400000000000000" pitchFamily="34" charset="-122"/>
              <a:sym typeface="微软雅黑" panose="020B0503020204020204" pitchFamily="34" charset="-122"/>
            </a:endParaRPr>
          </a:p>
        </p:txBody>
      </p:sp>
      <p:pic>
        <p:nvPicPr>
          <p:cNvPr id="2" name="图片 1"/>
          <p:cNvPicPr>
            <a:picLocks noChangeAspect="1"/>
          </p:cNvPicPr>
          <p:nvPr/>
        </p:nvPicPr>
        <p:blipFill>
          <a:blip r:embed="rId3"/>
          <a:stretch>
            <a:fillRect/>
          </a:stretch>
        </p:blipFill>
        <p:spPr>
          <a:xfrm>
            <a:off x="723265" y="1001395"/>
            <a:ext cx="10745470" cy="4615815"/>
          </a:xfrm>
          <a:prstGeom prst="rect">
            <a:avLst/>
          </a:prstGeom>
        </p:spPr>
      </p:pic>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grpId="0" nodeType="after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p:cTn id="7" dur="500"/>
                                        <p:tgtEl>
                                          <p:spTgt spid="31"/>
                                        </p:tgtEl>
                                        <p:attrNameLst>
                                          <p:attrName>ppt_y</p:attrName>
                                        </p:attrNameLst>
                                      </p:cBhvr>
                                      <p:tavLst>
                                        <p:tav tm="0">
                                          <p:val>
                                            <p:strVal val="#ppt_y-#ppt_h*1.125000"/>
                                          </p:val>
                                        </p:tav>
                                        <p:tav tm="100000">
                                          <p:val>
                                            <p:strVal val="#ppt_y"/>
                                          </p:val>
                                        </p:tav>
                                      </p:tavLst>
                                    </p:anim>
                                    <p:animEffect transition="in" filter="wipe(down)">
                                      <p:cBhvr>
                                        <p:cTn id="8"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cstate="screen"/>
          <a:srcRect l="35490" b="47335"/>
          <a:stretch>
            <a:fillRect/>
          </a:stretch>
        </p:blipFill>
        <p:spPr>
          <a:xfrm>
            <a:off x="-2845268" y="-922890"/>
            <a:ext cx="10435766" cy="7780890"/>
          </a:xfrm>
          <a:custGeom>
            <a:avLst/>
            <a:gdLst>
              <a:gd name="connsiteX0" fmla="*/ 0 w 6539008"/>
              <a:gd name="connsiteY0" fmla="*/ 0 h 4875469"/>
              <a:gd name="connsiteX1" fmla="*/ 6539008 w 6539008"/>
              <a:gd name="connsiteY1" fmla="*/ 0 h 4875469"/>
              <a:gd name="connsiteX2" fmla="*/ 6539008 w 6539008"/>
              <a:gd name="connsiteY2" fmla="*/ 4875469 h 4875469"/>
              <a:gd name="connsiteX3" fmla="*/ 0 w 6539008"/>
              <a:gd name="connsiteY3" fmla="*/ 4875469 h 4875469"/>
            </a:gdLst>
            <a:ahLst/>
            <a:cxnLst>
              <a:cxn ang="0">
                <a:pos x="connsiteX0" y="connsiteY0"/>
              </a:cxn>
              <a:cxn ang="0">
                <a:pos x="connsiteX1" y="connsiteY1"/>
              </a:cxn>
              <a:cxn ang="0">
                <a:pos x="connsiteX2" y="connsiteY2"/>
              </a:cxn>
              <a:cxn ang="0">
                <a:pos x="connsiteX3" y="connsiteY3"/>
              </a:cxn>
            </a:cxnLst>
            <a:rect l="l" t="t" r="r" b="b"/>
            <a:pathLst>
              <a:path w="6539008" h="4875469">
                <a:moveTo>
                  <a:pt x="0" y="0"/>
                </a:moveTo>
                <a:lnTo>
                  <a:pt x="6539008" y="0"/>
                </a:lnTo>
                <a:lnTo>
                  <a:pt x="6539008" y="4875469"/>
                </a:lnTo>
                <a:lnTo>
                  <a:pt x="0" y="4875469"/>
                </a:lnTo>
                <a:close/>
              </a:path>
            </a:pathLst>
          </a:custGeom>
        </p:spPr>
      </p:pic>
      <p:sp>
        <p:nvSpPr>
          <p:cNvPr id="3" name="任意多边形: 形状 2"/>
          <p:cNvSpPr/>
          <p:nvPr/>
        </p:nvSpPr>
        <p:spPr>
          <a:xfrm flipH="1">
            <a:off x="7265988" y="606425"/>
            <a:ext cx="3429000" cy="5346700"/>
          </a:xfrm>
          <a:custGeom>
            <a:avLst/>
            <a:gdLst>
              <a:gd name="connsiteX0" fmla="*/ 0 w 3429000"/>
              <a:gd name="connsiteY0" fmla="*/ 0 h 5346376"/>
              <a:gd name="connsiteX1" fmla="*/ 3429000 w 3429000"/>
              <a:gd name="connsiteY1" fmla="*/ 0 h 5346376"/>
              <a:gd name="connsiteX2" fmla="*/ 3429000 w 3429000"/>
              <a:gd name="connsiteY2" fmla="*/ 958689 h 5346376"/>
              <a:gd name="connsiteX3" fmla="*/ 3355859 w 3429000"/>
              <a:gd name="connsiteY3" fmla="*/ 958689 h 5346376"/>
              <a:gd name="connsiteX4" fmla="*/ 3355859 w 3429000"/>
              <a:gd name="connsiteY4" fmla="*/ 73141 h 5346376"/>
              <a:gd name="connsiteX5" fmla="*/ 73141 w 3429000"/>
              <a:gd name="connsiteY5" fmla="*/ 73141 h 5346376"/>
              <a:gd name="connsiteX6" fmla="*/ 73141 w 3429000"/>
              <a:gd name="connsiteY6" fmla="*/ 5273235 h 5346376"/>
              <a:gd name="connsiteX7" fmla="*/ 3355859 w 3429000"/>
              <a:gd name="connsiteY7" fmla="*/ 5273235 h 5346376"/>
              <a:gd name="connsiteX8" fmla="*/ 3355859 w 3429000"/>
              <a:gd name="connsiteY8" fmla="*/ 4222589 h 5346376"/>
              <a:gd name="connsiteX9" fmla="*/ 3429000 w 3429000"/>
              <a:gd name="connsiteY9" fmla="*/ 4222589 h 5346376"/>
              <a:gd name="connsiteX10" fmla="*/ 3429000 w 3429000"/>
              <a:gd name="connsiteY10" fmla="*/ 5346376 h 5346376"/>
              <a:gd name="connsiteX11" fmla="*/ 0 w 3429000"/>
              <a:gd name="connsiteY11" fmla="*/ 5346376 h 5346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429000" h="5346376">
                <a:moveTo>
                  <a:pt x="0" y="0"/>
                </a:moveTo>
                <a:lnTo>
                  <a:pt x="3429000" y="0"/>
                </a:lnTo>
                <a:lnTo>
                  <a:pt x="3429000" y="958689"/>
                </a:lnTo>
                <a:lnTo>
                  <a:pt x="3355859" y="958689"/>
                </a:lnTo>
                <a:lnTo>
                  <a:pt x="3355859" y="73141"/>
                </a:lnTo>
                <a:lnTo>
                  <a:pt x="73141" y="73141"/>
                </a:lnTo>
                <a:lnTo>
                  <a:pt x="73141" y="5273235"/>
                </a:lnTo>
                <a:lnTo>
                  <a:pt x="3355859" y="5273235"/>
                </a:lnTo>
                <a:lnTo>
                  <a:pt x="3355859" y="4222589"/>
                </a:lnTo>
                <a:lnTo>
                  <a:pt x="3429000" y="4222589"/>
                </a:lnTo>
                <a:lnTo>
                  <a:pt x="3429000" y="5346376"/>
                </a:lnTo>
                <a:lnTo>
                  <a:pt x="0" y="5346376"/>
                </a:lnTo>
                <a:close/>
              </a:path>
            </a:pathLst>
          </a:custGeom>
          <a:solidFill>
            <a:schemeClr val="accent1"/>
          </a:solidFill>
          <a:ln w="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fontAlgn="auto"/>
            <a:endParaRPr lang="zh-CN" altLang="en-US" strike="noStrike" noProof="1" dirty="0">
              <a:solidFill>
                <a:schemeClr val="tx1"/>
              </a:solidFill>
            </a:endParaRPr>
          </a:p>
        </p:txBody>
      </p:sp>
      <p:sp>
        <p:nvSpPr>
          <p:cNvPr id="4" name="矩形 3"/>
          <p:cNvSpPr/>
          <p:nvPr/>
        </p:nvSpPr>
        <p:spPr>
          <a:xfrm>
            <a:off x="4837113" y="3744913"/>
            <a:ext cx="5857875" cy="344487"/>
          </a:xfrm>
          <a:prstGeom prst="rect">
            <a:avLst/>
          </a:prstGeom>
          <a:noFill/>
          <a:ln w="9525">
            <a:noFill/>
          </a:ln>
        </p:spPr>
        <p:txBody>
          <a:bodyPr wrap="square" anchor="t" anchorCtr="0">
            <a:spAutoFit/>
          </a:bodyPr>
          <a:p>
            <a:pPr algn="ctr">
              <a:lnSpc>
                <a:spcPct val="150000"/>
              </a:lnSpc>
            </a:pPr>
            <a:r>
              <a:rPr lang="en-US" altLang="zh-CN" sz="1100" dirty="0">
                <a:solidFill>
                  <a:srgbClr val="262626"/>
                </a:solidFill>
                <a:latin typeface="Arial" panose="020B0604020202020204" pitchFamily="34" charset="0"/>
                <a:ea typeface="微软雅黑" panose="020B0503020204020204" pitchFamily="34" charset="-122"/>
                <a:sym typeface="微软雅黑" panose="020B0503020204020204" pitchFamily="34" charset="-122"/>
              </a:rPr>
              <a:t>Project&amp;Collaboration</a:t>
            </a:r>
            <a:r>
              <a:rPr lang="en-US" altLang="zh-CN" sz="1100" dirty="0">
                <a:solidFill>
                  <a:srgbClr val="262626"/>
                </a:solidFill>
                <a:latin typeface="Arial" panose="020B0604020202020204" pitchFamily="34" charset="0"/>
                <a:ea typeface="微软雅黑" panose="020B0503020204020204" pitchFamily="34" charset="-122"/>
              </a:rPr>
              <a:t>.</a:t>
            </a:r>
            <a:endParaRPr lang="en-US" altLang="zh-CN" sz="1100" dirty="0">
              <a:solidFill>
                <a:srgbClr val="262626"/>
              </a:solidFill>
              <a:latin typeface="Arial" panose="020B0604020202020204" pitchFamily="34" charset="0"/>
              <a:ea typeface="Roboto Medium" pitchFamily="2" charset="0"/>
            </a:endParaRPr>
          </a:p>
        </p:txBody>
      </p:sp>
      <p:sp>
        <p:nvSpPr>
          <p:cNvPr id="5" name="文本框 4"/>
          <p:cNvSpPr txBox="1"/>
          <p:nvPr/>
        </p:nvSpPr>
        <p:spPr>
          <a:xfrm>
            <a:off x="5589588" y="1646238"/>
            <a:ext cx="3390900" cy="1570037"/>
          </a:xfrm>
          <a:prstGeom prst="rect">
            <a:avLst/>
          </a:prstGeom>
          <a:noFill/>
          <a:ln w="9525">
            <a:noFill/>
          </a:ln>
        </p:spPr>
        <p:txBody>
          <a:bodyPr wrap="square" anchor="ctr" anchorCtr="0">
            <a:spAutoFit/>
          </a:bodyPr>
          <a:p>
            <a:pPr algn="ctr"/>
            <a:r>
              <a:rPr lang="en-US" altLang="zh-CN" sz="9600" dirty="0">
                <a:solidFill>
                  <a:schemeClr val="accent2"/>
                </a:solidFill>
                <a:latin typeface="Arial" panose="020B0604020202020204" pitchFamily="34" charset="0"/>
                <a:ea typeface="微软雅黑" panose="020B0503020204020204" pitchFamily="34" charset="-122"/>
              </a:rPr>
              <a:t>03</a:t>
            </a:r>
            <a:endParaRPr lang="zh-CN" altLang="en-US" sz="9600" dirty="0">
              <a:solidFill>
                <a:schemeClr val="accent2"/>
              </a:solidFill>
              <a:latin typeface="Arial" panose="020B0604020202020204" pitchFamily="34" charset="0"/>
              <a:ea typeface="微软雅黑" panose="020B0503020204020204" pitchFamily="34" charset="-122"/>
            </a:endParaRPr>
          </a:p>
        </p:txBody>
      </p:sp>
      <p:sp>
        <p:nvSpPr>
          <p:cNvPr id="6" name="文本框 5"/>
          <p:cNvSpPr txBox="1"/>
          <p:nvPr/>
        </p:nvSpPr>
        <p:spPr>
          <a:xfrm>
            <a:off x="4837113" y="3098800"/>
            <a:ext cx="5857875" cy="646113"/>
          </a:xfrm>
          <a:prstGeom prst="rect">
            <a:avLst/>
          </a:prstGeom>
          <a:noFill/>
          <a:ln w="9525">
            <a:noFill/>
          </a:ln>
        </p:spPr>
        <p:txBody>
          <a:bodyPr wrap="square" anchor="ctr" anchorCtr="0">
            <a:spAutoFit/>
          </a:bodyPr>
          <a:p>
            <a:pPr algn="ctr"/>
            <a:r>
              <a:rPr lang="zh-CN" altLang="en-US" sz="3600" b="1" dirty="0">
                <a:solidFill>
                  <a:schemeClr val="accent1"/>
                </a:solidFill>
                <a:latin typeface="微软雅黑" panose="020B0503020204020204" pitchFamily="34" charset="-122"/>
                <a:ea typeface="微软雅黑" panose="020B0503020204020204" pitchFamily="34" charset="-122"/>
              </a:rPr>
              <a:t>项目与协作</a:t>
            </a:r>
            <a:endParaRPr lang="zh-CN" altLang="en-US" sz="3600" b="1" dirty="0">
              <a:solidFill>
                <a:schemeClr val="accent1"/>
              </a:solidFill>
              <a:latin typeface="微软雅黑" panose="020B0503020204020204" pitchFamily="34" charset="-122"/>
              <a:ea typeface="微软雅黑" panose="020B0503020204020204" pitchFamily="34" charset="-122"/>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par>
                          <p:cTn id="8" fill="hold">
                            <p:stCondLst>
                              <p:cond delay="500"/>
                            </p:stCondLst>
                            <p:childTnLst>
                              <p:par>
                                <p:cTn id="9" presetID="21" presetClass="entr" presetSubtype="1"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heel(1)">
                                      <p:cBhvr>
                                        <p:cTn id="11" dur="2000"/>
                                        <p:tgtEl>
                                          <p:spTgt spid="5"/>
                                        </p:tgtEl>
                                      </p:cBhvr>
                                    </p:animEffect>
                                  </p:childTnLst>
                                </p:cTn>
                              </p:par>
                            </p:childTnLst>
                          </p:cTn>
                        </p:par>
                        <p:par>
                          <p:cTn id="12" fill="hold">
                            <p:stCondLst>
                              <p:cond delay="2500"/>
                            </p:stCondLst>
                            <p:childTnLst>
                              <p:par>
                                <p:cTn id="13" presetID="56" presetClass="entr" presetSubtype="0" fill="hold" grpId="0" nodeType="afterEffect">
                                  <p:stCondLst>
                                    <p:cond delay="0"/>
                                  </p:stCondLst>
                                  <p:iterate type="lt">
                                    <p:tmPct val="10000"/>
                                  </p:iterate>
                                  <p:childTnLst>
                                    <p:set>
                                      <p:cBhvr>
                                        <p:cTn id="14" dur="1" fill="hold">
                                          <p:stCondLst>
                                            <p:cond delay="0"/>
                                          </p:stCondLst>
                                        </p:cTn>
                                        <p:tgtEl>
                                          <p:spTgt spid="6"/>
                                        </p:tgtEl>
                                        <p:attrNameLst>
                                          <p:attrName>style.visibility</p:attrName>
                                        </p:attrNameLst>
                                      </p:cBhvr>
                                      <p:to>
                                        <p:strVal val="visible"/>
                                      </p:to>
                                    </p:set>
                                    <p:anim by="(-#ppt_w*2)" calcmode="lin" valueType="num">
                                      <p:cBhvr rctx="PPT">
                                        <p:cTn id="15" dur="500" autoRev="1" fill="hold">
                                          <p:stCondLst>
                                            <p:cond delay="0"/>
                                          </p:stCondLst>
                                        </p:cTn>
                                        <p:tgtEl>
                                          <p:spTgt spid="6"/>
                                        </p:tgtEl>
                                        <p:attrNameLst>
                                          <p:attrName>ppt_w</p:attrName>
                                        </p:attrNameLst>
                                      </p:cBhvr>
                                    </p:anim>
                                    <p:anim by="(#ppt_w*0.50)" calcmode="lin" valueType="num">
                                      <p:cBhvr>
                                        <p:cTn id="16" dur="500" decel="50000" autoRev="1" fill="hold">
                                          <p:stCondLst>
                                            <p:cond delay="0"/>
                                          </p:stCondLst>
                                        </p:cTn>
                                        <p:tgtEl>
                                          <p:spTgt spid="6"/>
                                        </p:tgtEl>
                                        <p:attrNameLst>
                                          <p:attrName>ppt_x</p:attrName>
                                        </p:attrNameLst>
                                      </p:cBhvr>
                                    </p:anim>
                                    <p:anim from="(-#ppt_h/2)" to="(#ppt_y)" calcmode="lin" valueType="num">
                                      <p:cBhvr>
                                        <p:cTn id="17" dur="1000" fill="hold">
                                          <p:stCondLst>
                                            <p:cond delay="0"/>
                                          </p:stCondLst>
                                        </p:cTn>
                                        <p:tgtEl>
                                          <p:spTgt spid="6"/>
                                        </p:tgtEl>
                                        <p:attrNameLst>
                                          <p:attrName>ppt_y</p:attrName>
                                        </p:attrNameLst>
                                      </p:cBhvr>
                                    </p:anim>
                                    <p:animRot by="21600000">
                                      <p:cBhvr>
                                        <p:cTn id="18" dur="1000" fill="hold">
                                          <p:stCondLst>
                                            <p:cond delay="0"/>
                                          </p:stCondLst>
                                        </p:cTn>
                                        <p:tgtEl>
                                          <p:spTgt spid="6"/>
                                        </p:tgtEl>
                                        <p:attrNameLst>
                                          <p:attrName>r</p:attrName>
                                        </p:attrNameLst>
                                      </p:cBhvr>
                                    </p:animRot>
                                  </p:childTnLst>
                                </p:cTn>
                              </p:par>
                            </p:childTnLst>
                          </p:cTn>
                        </p:par>
                        <p:par>
                          <p:cTn id="19" fill="hold">
                            <p:stCondLst>
                              <p:cond delay="3900"/>
                            </p:stCondLst>
                            <p:childTnLst>
                              <p:par>
                                <p:cTn id="20" presetID="42" presetClass="entr" presetSubtype="0" fill="hold" grpId="0" nodeType="after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1000"/>
                                        <p:tgtEl>
                                          <p:spTgt spid="4"/>
                                        </p:tgtEl>
                                      </p:cBhvr>
                                    </p:animEffect>
                                    <p:anim calcmode="lin" valueType="num">
                                      <p:cBhvr>
                                        <p:cTn id="23" dur="1000" fill="hold"/>
                                        <p:tgtEl>
                                          <p:spTgt spid="4"/>
                                        </p:tgtEl>
                                        <p:attrNameLst>
                                          <p:attrName>ppt_x</p:attrName>
                                        </p:attrNameLst>
                                      </p:cBhvr>
                                      <p:tavLst>
                                        <p:tav tm="0">
                                          <p:val>
                                            <p:strVal val="#ppt_x"/>
                                          </p:val>
                                        </p:tav>
                                        <p:tav tm="100000">
                                          <p:val>
                                            <p:strVal val="#ppt_x"/>
                                          </p:val>
                                        </p:tav>
                                      </p:tavLst>
                                    </p:anim>
                                    <p:anim calcmode="lin" valueType="num">
                                      <p:cBhvr>
                                        <p:cTn id="24"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P spid="5" grpId="0"/>
      <p:bldP spid="6"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 name="PA-文本框 10"/>
          <p:cNvSpPr txBox="1"/>
          <p:nvPr>
            <p:custDataLst>
              <p:tags r:id="rId1"/>
            </p:custDataLst>
          </p:nvPr>
        </p:nvSpPr>
        <p:spPr>
          <a:xfrm>
            <a:off x="862013" y="30163"/>
            <a:ext cx="3254375" cy="450850"/>
          </a:xfrm>
          <a:prstGeom prst="rect">
            <a:avLst/>
          </a:prstGeom>
          <a:noFill/>
          <a:ln w="9525">
            <a:noFill/>
          </a:ln>
        </p:spPr>
        <p:txBody>
          <a:bodyPr wrap="square" anchor="t" anchorCtr="0">
            <a:spAutoFit/>
          </a:bodyPr>
          <a:p>
            <a:pPr>
              <a:lnSpc>
                <a:spcPct val="130000"/>
              </a:lnSpc>
            </a:pPr>
            <a:r>
              <a:rPr lang="zh-CN" altLang="en-US" b="1" dirty="0">
                <a:latin typeface="微软雅黑" panose="020B0503020204020204" pitchFamily="34" charset="-122"/>
                <a:ea typeface="微软雅黑" panose="020B0503020204020204" pitchFamily="34" charset="-122"/>
              </a:rPr>
              <a:t>知识文库</a:t>
            </a:r>
            <a:endParaRPr lang="zh-CN" altLang="en-US" b="1" dirty="0">
              <a:latin typeface="微软雅黑" panose="020B0503020204020204" pitchFamily="34" charset="-122"/>
              <a:ea typeface="微软雅黑" panose="020B0503020204020204" pitchFamily="34" charset="-122"/>
            </a:endParaRPr>
          </a:p>
        </p:txBody>
      </p:sp>
      <p:pic>
        <p:nvPicPr>
          <p:cNvPr id="33" name="图片 32"/>
          <p:cNvPicPr>
            <a:picLocks noChangeAspect="1"/>
          </p:cNvPicPr>
          <p:nvPr/>
        </p:nvPicPr>
        <p:blipFill>
          <a:blip r:embed="rId2" cstate="screen"/>
          <a:srcRect l="35490" b="47335"/>
          <a:stretch>
            <a:fillRect/>
          </a:stretch>
        </p:blipFill>
        <p:spPr>
          <a:xfrm rot="10800000" flipH="1">
            <a:off x="0" y="0"/>
            <a:ext cx="1129890" cy="842443"/>
          </a:xfrm>
          <a:custGeom>
            <a:avLst/>
            <a:gdLst>
              <a:gd name="connsiteX0" fmla="*/ 0 w 6539008"/>
              <a:gd name="connsiteY0" fmla="*/ 0 h 4875469"/>
              <a:gd name="connsiteX1" fmla="*/ 6539008 w 6539008"/>
              <a:gd name="connsiteY1" fmla="*/ 0 h 4875469"/>
              <a:gd name="connsiteX2" fmla="*/ 6539008 w 6539008"/>
              <a:gd name="connsiteY2" fmla="*/ 4875469 h 4875469"/>
              <a:gd name="connsiteX3" fmla="*/ 0 w 6539008"/>
              <a:gd name="connsiteY3" fmla="*/ 4875469 h 4875469"/>
            </a:gdLst>
            <a:ahLst/>
            <a:cxnLst>
              <a:cxn ang="0">
                <a:pos x="connsiteX0" y="connsiteY0"/>
              </a:cxn>
              <a:cxn ang="0">
                <a:pos x="connsiteX1" y="connsiteY1"/>
              </a:cxn>
              <a:cxn ang="0">
                <a:pos x="connsiteX2" y="connsiteY2"/>
              </a:cxn>
              <a:cxn ang="0">
                <a:pos x="connsiteX3" y="connsiteY3"/>
              </a:cxn>
            </a:cxnLst>
            <a:rect l="l" t="t" r="r" b="b"/>
            <a:pathLst>
              <a:path w="6539008" h="4875469">
                <a:moveTo>
                  <a:pt x="0" y="0"/>
                </a:moveTo>
                <a:lnTo>
                  <a:pt x="6539008" y="0"/>
                </a:lnTo>
                <a:lnTo>
                  <a:pt x="6539008" y="4875469"/>
                </a:lnTo>
                <a:lnTo>
                  <a:pt x="0" y="4875469"/>
                </a:lnTo>
                <a:close/>
              </a:path>
            </a:pathLst>
          </a:custGeom>
        </p:spPr>
      </p:pic>
      <p:sp>
        <p:nvSpPr>
          <p:cNvPr id="3" name="文本框 2"/>
          <p:cNvSpPr txBox="1"/>
          <p:nvPr/>
        </p:nvSpPr>
        <p:spPr>
          <a:xfrm>
            <a:off x="751840" y="5454650"/>
            <a:ext cx="10248265" cy="737235"/>
          </a:xfrm>
          <a:prstGeom prst="rect">
            <a:avLst/>
          </a:prstGeom>
          <a:noFill/>
        </p:spPr>
        <p:txBody>
          <a:bodyPr wrap="square" rtlCol="0" anchor="t">
            <a:spAutoFit/>
          </a:bodyPr>
          <a:p>
            <a:r>
              <a:rPr lang="zh-CN" altLang="en-US" sz="1400" b="1" dirty="0">
                <a:latin typeface="思源黑体" panose="020B0400000000000000" pitchFamily="34" charset="-122"/>
                <a:ea typeface="思源黑体" panose="020B0400000000000000" pitchFamily="34" charset="-122"/>
              </a:rPr>
              <a:t>内部知识库：</a:t>
            </a:r>
            <a:r>
              <a:rPr lang="zh-CN" altLang="en-US" sz="1400" dirty="0">
                <a:latin typeface="思源黑体" panose="020B0400000000000000" pitchFamily="34" charset="-122"/>
                <a:ea typeface="思源黑体" panose="020B0400000000000000" pitchFamily="34" charset="-122"/>
              </a:rPr>
              <a:t>律所文书模板、规章制度、学习资料均可上传供所内人员在线查看或下载。</a:t>
            </a:r>
            <a:endParaRPr lang="zh-CN" altLang="en-US" sz="1400" dirty="0">
              <a:latin typeface="思源黑体" panose="020B0400000000000000" pitchFamily="34" charset="-122"/>
              <a:ea typeface="思源黑体" panose="020B0400000000000000" pitchFamily="34" charset="-122"/>
            </a:endParaRPr>
          </a:p>
          <a:p>
            <a:endParaRPr lang="zh-CN" altLang="en-US" sz="1400" b="1" dirty="0">
              <a:latin typeface="思源黑体" panose="020B0400000000000000" pitchFamily="34" charset="-122"/>
              <a:ea typeface="思源黑体" panose="020B0400000000000000" pitchFamily="34" charset="-122"/>
            </a:endParaRPr>
          </a:p>
          <a:p>
            <a:r>
              <a:rPr lang="zh-CN" altLang="en-US" sz="1400" b="1" dirty="0">
                <a:latin typeface="思源黑体" panose="020B0400000000000000" pitchFamily="34" charset="-122"/>
                <a:ea typeface="思源黑体" panose="020B0400000000000000" pitchFamily="34" charset="-122"/>
              </a:rPr>
              <a:t>共享知识库：</a:t>
            </a:r>
            <a:r>
              <a:rPr lang="zh-CN" altLang="en-US" sz="1400" dirty="0">
                <a:latin typeface="思源黑体" panose="020B0400000000000000" pitchFamily="34" charset="-122"/>
                <a:ea typeface="思源黑体" panose="020B0400000000000000" pitchFamily="34" charset="-122"/>
              </a:rPr>
              <a:t>海量模板供用户下载使用！</a:t>
            </a:r>
            <a:endParaRPr lang="zh-CN" altLang="en-US" sz="1400" dirty="0">
              <a:latin typeface="思源黑体" panose="020B0400000000000000" pitchFamily="34" charset="-122"/>
              <a:ea typeface="思源黑体" panose="020B0400000000000000" pitchFamily="34" charset="-122"/>
            </a:endParaRPr>
          </a:p>
        </p:txBody>
      </p:sp>
      <p:pic>
        <p:nvPicPr>
          <p:cNvPr id="4" name="图片 3"/>
          <p:cNvPicPr>
            <a:picLocks noChangeAspect="1"/>
          </p:cNvPicPr>
          <p:nvPr/>
        </p:nvPicPr>
        <p:blipFill>
          <a:blip r:embed="rId3"/>
          <a:stretch>
            <a:fillRect/>
          </a:stretch>
        </p:blipFill>
        <p:spPr>
          <a:xfrm>
            <a:off x="752475" y="1068705"/>
            <a:ext cx="10540365" cy="4170045"/>
          </a:xfrm>
          <a:prstGeom prst="rect">
            <a:avLst/>
          </a:prstGeom>
        </p:spPr>
      </p:pic>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grpId="0" nodeType="after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p:cTn id="7" dur="500"/>
                                        <p:tgtEl>
                                          <p:spTgt spid="31"/>
                                        </p:tgtEl>
                                        <p:attrNameLst>
                                          <p:attrName>ppt_y</p:attrName>
                                        </p:attrNameLst>
                                      </p:cBhvr>
                                      <p:tavLst>
                                        <p:tav tm="0">
                                          <p:val>
                                            <p:strVal val="#ppt_y-#ppt_h*1.125000"/>
                                          </p:val>
                                        </p:tav>
                                        <p:tav tm="100000">
                                          <p:val>
                                            <p:strVal val="#ppt_y"/>
                                          </p:val>
                                        </p:tav>
                                      </p:tavLst>
                                    </p:anim>
                                    <p:animEffect transition="in" filter="wipe(down)">
                                      <p:cBhvr>
                                        <p:cTn id="8"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 name="PA-文本框 10"/>
          <p:cNvSpPr txBox="1"/>
          <p:nvPr>
            <p:custDataLst>
              <p:tags r:id="rId1"/>
            </p:custDataLst>
          </p:nvPr>
        </p:nvSpPr>
        <p:spPr>
          <a:xfrm>
            <a:off x="862013" y="30163"/>
            <a:ext cx="3254375" cy="450850"/>
          </a:xfrm>
          <a:prstGeom prst="rect">
            <a:avLst/>
          </a:prstGeom>
          <a:noFill/>
          <a:ln w="9525">
            <a:noFill/>
          </a:ln>
        </p:spPr>
        <p:txBody>
          <a:bodyPr wrap="square" anchor="t" anchorCtr="0">
            <a:spAutoFit/>
          </a:bodyPr>
          <a:p>
            <a:pPr>
              <a:lnSpc>
                <a:spcPct val="130000"/>
              </a:lnSpc>
            </a:pPr>
            <a:r>
              <a:rPr lang="zh-CN" altLang="en-US" b="1" dirty="0">
                <a:latin typeface="微软雅黑" panose="020B0503020204020204" pitchFamily="34" charset="-122"/>
                <a:ea typeface="微软雅黑" panose="020B0503020204020204" pitchFamily="34" charset="-122"/>
              </a:rPr>
              <a:t>项目协作</a:t>
            </a:r>
            <a:endParaRPr lang="zh-CN" altLang="en-US" b="1" dirty="0">
              <a:latin typeface="微软雅黑" panose="020B0503020204020204" pitchFamily="34" charset="-122"/>
              <a:ea typeface="微软雅黑" panose="020B0503020204020204" pitchFamily="34" charset="-122"/>
            </a:endParaRPr>
          </a:p>
        </p:txBody>
      </p:sp>
      <p:pic>
        <p:nvPicPr>
          <p:cNvPr id="33" name="图片 32"/>
          <p:cNvPicPr>
            <a:picLocks noChangeAspect="1"/>
          </p:cNvPicPr>
          <p:nvPr/>
        </p:nvPicPr>
        <p:blipFill>
          <a:blip r:embed="rId2" cstate="screen"/>
          <a:srcRect l="35490" b="47335"/>
          <a:stretch>
            <a:fillRect/>
          </a:stretch>
        </p:blipFill>
        <p:spPr>
          <a:xfrm rot="10800000" flipH="1">
            <a:off x="0" y="0"/>
            <a:ext cx="1129890" cy="842443"/>
          </a:xfrm>
          <a:custGeom>
            <a:avLst/>
            <a:gdLst>
              <a:gd name="connsiteX0" fmla="*/ 0 w 6539008"/>
              <a:gd name="connsiteY0" fmla="*/ 0 h 4875469"/>
              <a:gd name="connsiteX1" fmla="*/ 6539008 w 6539008"/>
              <a:gd name="connsiteY1" fmla="*/ 0 h 4875469"/>
              <a:gd name="connsiteX2" fmla="*/ 6539008 w 6539008"/>
              <a:gd name="connsiteY2" fmla="*/ 4875469 h 4875469"/>
              <a:gd name="connsiteX3" fmla="*/ 0 w 6539008"/>
              <a:gd name="connsiteY3" fmla="*/ 4875469 h 4875469"/>
            </a:gdLst>
            <a:ahLst/>
            <a:cxnLst>
              <a:cxn ang="0">
                <a:pos x="connsiteX0" y="connsiteY0"/>
              </a:cxn>
              <a:cxn ang="0">
                <a:pos x="connsiteX1" y="connsiteY1"/>
              </a:cxn>
              <a:cxn ang="0">
                <a:pos x="connsiteX2" y="connsiteY2"/>
              </a:cxn>
              <a:cxn ang="0">
                <a:pos x="connsiteX3" y="connsiteY3"/>
              </a:cxn>
            </a:cxnLst>
            <a:rect l="l" t="t" r="r" b="b"/>
            <a:pathLst>
              <a:path w="6539008" h="4875469">
                <a:moveTo>
                  <a:pt x="0" y="0"/>
                </a:moveTo>
                <a:lnTo>
                  <a:pt x="6539008" y="0"/>
                </a:lnTo>
                <a:lnTo>
                  <a:pt x="6539008" y="4875469"/>
                </a:lnTo>
                <a:lnTo>
                  <a:pt x="0" y="4875469"/>
                </a:lnTo>
                <a:close/>
              </a:path>
            </a:pathLst>
          </a:custGeom>
        </p:spPr>
      </p:pic>
      <p:sp>
        <p:nvSpPr>
          <p:cNvPr id="98" name="KSO_Shape"/>
          <p:cNvSpPr/>
          <p:nvPr/>
        </p:nvSpPr>
        <p:spPr bwMode="auto">
          <a:xfrm>
            <a:off x="8007350" y="4268788"/>
            <a:ext cx="330200" cy="246063"/>
          </a:xfrm>
          <a:custGeom>
            <a:avLst/>
            <a:gdLst/>
            <a:ahLst/>
            <a:cxnLst/>
            <a:rect l="l" t="t" r="r" b="b"/>
            <a:pathLst>
              <a:path w="1439795" h="1078336">
                <a:moveTo>
                  <a:pt x="1320032" y="0"/>
                </a:moveTo>
                <a:lnTo>
                  <a:pt x="1439795" y="108600"/>
                </a:lnTo>
                <a:lnTo>
                  <a:pt x="560454" y="1078336"/>
                </a:lnTo>
                <a:lnTo>
                  <a:pt x="0" y="570126"/>
                </a:lnTo>
                <a:lnTo>
                  <a:pt x="100041" y="459801"/>
                </a:lnTo>
                <a:lnTo>
                  <a:pt x="540731" y="859412"/>
                </a:lnTo>
                <a:close/>
              </a:path>
            </a:pathLst>
          </a:custGeom>
          <a:solidFill>
            <a:schemeClr val="dk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algn="ctr" eaLnBrk="1" fontAlgn="auto" hangingPunct="1">
              <a:spcBef>
                <a:spcPts val="0"/>
              </a:spcBef>
              <a:spcAft>
                <a:spcPts val="0"/>
              </a:spcAft>
              <a:defRPr/>
            </a:pPr>
            <a:endParaRPr lang="zh-CN" altLang="en-US" strike="noStrike" noProof="1">
              <a:solidFill>
                <a:schemeClr val="bg1"/>
              </a:solidFill>
              <a:latin typeface="思源黑体" panose="020B0400000000000000" pitchFamily="34" charset="-122"/>
              <a:ea typeface="思源黑体" panose="020B0400000000000000" pitchFamily="34" charset="-122"/>
              <a:sym typeface="思源黑体" panose="020B0400000000000000" pitchFamily="34" charset="-122"/>
            </a:endParaRPr>
          </a:p>
        </p:txBody>
      </p:sp>
      <p:sp>
        <p:nvSpPr>
          <p:cNvPr id="32772" name="文本框 4"/>
          <p:cNvSpPr txBox="1"/>
          <p:nvPr/>
        </p:nvSpPr>
        <p:spPr>
          <a:xfrm>
            <a:off x="589280" y="4741863"/>
            <a:ext cx="5822950" cy="1383665"/>
          </a:xfrm>
          <a:prstGeom prst="rect">
            <a:avLst/>
          </a:prstGeom>
          <a:noFill/>
          <a:ln w="9525">
            <a:noFill/>
          </a:ln>
        </p:spPr>
        <p:txBody>
          <a:bodyPr wrap="square" anchor="t" anchorCtr="0">
            <a:spAutoFit/>
          </a:bodyPr>
          <a:p>
            <a:pPr>
              <a:lnSpc>
                <a:spcPct val="150000"/>
              </a:lnSpc>
            </a:pPr>
            <a:r>
              <a:rPr lang="zh-CN" altLang="en-US" sz="1400" b="1" dirty="0">
                <a:latin typeface="思源黑体" panose="020B0400000000000000" pitchFamily="34" charset="-122"/>
                <a:ea typeface="思源黑体" panose="020B0400000000000000" pitchFamily="34" charset="-122"/>
                <a:sym typeface="微软雅黑" panose="020B0503020204020204" pitchFamily="34" charset="-122"/>
              </a:rPr>
              <a:t>项目协作：可以所内、跨所合作（仅限使用e律师系统律所）</a:t>
            </a:r>
            <a:endParaRPr lang="zh-CN" altLang="en-US" sz="1400" b="1" dirty="0">
              <a:latin typeface="思源黑体" panose="020B0400000000000000" pitchFamily="34" charset="-122"/>
              <a:ea typeface="思源黑体" panose="020B0400000000000000" pitchFamily="34" charset="-122"/>
              <a:sym typeface="微软雅黑" panose="020B0503020204020204" pitchFamily="34" charset="-122"/>
            </a:endParaRPr>
          </a:p>
          <a:p>
            <a:pPr>
              <a:lnSpc>
                <a:spcPct val="150000"/>
              </a:lnSpc>
            </a:pPr>
            <a:endParaRPr lang="zh-CN" altLang="en-US" sz="1400" b="1" dirty="0">
              <a:latin typeface="思源黑体" panose="020B0400000000000000" pitchFamily="34" charset="-122"/>
              <a:ea typeface="思源黑体" panose="020B0400000000000000" pitchFamily="34" charset="-122"/>
            </a:endParaRPr>
          </a:p>
          <a:p>
            <a:pPr>
              <a:lnSpc>
                <a:spcPct val="150000"/>
              </a:lnSpc>
            </a:pPr>
            <a:r>
              <a:rPr lang="zh-CN" altLang="en-US" sz="1400" dirty="0">
                <a:latin typeface="思源黑体" panose="020B0400000000000000" pitchFamily="34" charset="-122"/>
                <a:ea typeface="思源黑体" panose="020B0400000000000000" pitchFamily="34" charset="-122"/>
                <a:sym typeface="微软雅黑" panose="020B0503020204020204" pitchFamily="34" charset="-122"/>
              </a:rPr>
              <a:t>由发起人创建项目，邀请人员参与，被邀请人确认是否接受邀请，发起人可对接受邀请人员分配任务。</a:t>
            </a:r>
            <a:endParaRPr lang="zh-CN" altLang="en-US" sz="1400" dirty="0">
              <a:latin typeface="思源黑体" panose="020B0400000000000000" pitchFamily="34" charset="-122"/>
              <a:ea typeface="思源黑体" panose="020B0400000000000000" pitchFamily="34" charset="-122"/>
              <a:sym typeface="微软雅黑" panose="020B0503020204020204" pitchFamily="34" charset="-122"/>
            </a:endParaRPr>
          </a:p>
        </p:txBody>
      </p:sp>
      <p:pic>
        <p:nvPicPr>
          <p:cNvPr id="2" name="图片 1"/>
          <p:cNvPicPr>
            <a:picLocks noChangeAspect="1"/>
          </p:cNvPicPr>
          <p:nvPr/>
        </p:nvPicPr>
        <p:blipFill>
          <a:blip r:embed="rId3"/>
          <a:stretch>
            <a:fillRect/>
          </a:stretch>
        </p:blipFill>
        <p:spPr>
          <a:xfrm>
            <a:off x="669290" y="910590"/>
            <a:ext cx="9081135" cy="3604260"/>
          </a:xfrm>
          <a:prstGeom prst="rect">
            <a:avLst/>
          </a:prstGeom>
        </p:spPr>
      </p:pic>
      <p:pic>
        <p:nvPicPr>
          <p:cNvPr id="32774" name="图片 3"/>
          <p:cNvPicPr>
            <a:picLocks noChangeAspect="1"/>
          </p:cNvPicPr>
          <p:nvPr/>
        </p:nvPicPr>
        <p:blipFill>
          <a:blip r:embed="rId4"/>
          <a:stretch>
            <a:fillRect/>
          </a:stretch>
        </p:blipFill>
        <p:spPr>
          <a:xfrm>
            <a:off x="6411913" y="2659063"/>
            <a:ext cx="5116512" cy="3465512"/>
          </a:xfrm>
          <a:prstGeom prst="rect">
            <a:avLst/>
          </a:prstGeom>
          <a:solidFill>
            <a:schemeClr val="tx1"/>
          </a:solidFill>
          <a:ln w="12700" cap="flat" cmpd="sng">
            <a:solidFill>
              <a:srgbClr val="343838"/>
            </a:solidFill>
            <a:prstDash val="solid"/>
            <a:round/>
            <a:headEnd type="none" w="med" len="med"/>
            <a:tailEnd type="none" w="med" len="med"/>
          </a:ln>
        </p:spPr>
      </p:pic>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grpId="0" nodeType="after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p:cTn id="7" dur="500"/>
                                        <p:tgtEl>
                                          <p:spTgt spid="31"/>
                                        </p:tgtEl>
                                        <p:attrNameLst>
                                          <p:attrName>ppt_y</p:attrName>
                                        </p:attrNameLst>
                                      </p:cBhvr>
                                      <p:tavLst>
                                        <p:tav tm="0">
                                          <p:val>
                                            <p:strVal val="#ppt_y-#ppt_h*1.125000"/>
                                          </p:val>
                                        </p:tav>
                                        <p:tav tm="100000">
                                          <p:val>
                                            <p:strVal val="#ppt_y"/>
                                          </p:val>
                                        </p:tav>
                                      </p:tavLst>
                                    </p:anim>
                                    <p:animEffect transition="in" filter="wipe(down)">
                                      <p:cBhvr>
                                        <p:cTn id="8" dur="500"/>
                                        <p:tgtEl>
                                          <p:spTgt spid="31"/>
                                        </p:tgtEl>
                                      </p:cBhvr>
                                    </p:animEffect>
                                  </p:childTnLst>
                                </p:cTn>
                              </p:par>
                            </p:childTnLst>
                          </p:cTn>
                        </p:par>
                        <p:par>
                          <p:cTn id="9" fill="hold">
                            <p:stCondLst>
                              <p:cond delay="500"/>
                            </p:stCondLst>
                            <p:childTnLst>
                              <p:par>
                                <p:cTn id="10" presetID="42" presetClass="entr" presetSubtype="0" fill="hold" grpId="0" nodeType="afterEffect">
                                  <p:stCondLst>
                                    <p:cond delay="0"/>
                                  </p:stCondLst>
                                  <p:childTnLst>
                                    <p:set>
                                      <p:cBhvr>
                                        <p:cTn id="11" dur="1" fill="hold">
                                          <p:stCondLst>
                                            <p:cond delay="0"/>
                                          </p:stCondLst>
                                        </p:cTn>
                                        <p:tgtEl>
                                          <p:spTgt spid="98"/>
                                        </p:tgtEl>
                                        <p:attrNameLst>
                                          <p:attrName>style.visibility</p:attrName>
                                        </p:attrNameLst>
                                      </p:cBhvr>
                                      <p:to>
                                        <p:strVal val="visible"/>
                                      </p:to>
                                    </p:set>
                                    <p:animEffect transition="in" filter="fade">
                                      <p:cBhvr>
                                        <p:cTn id="12" dur="1000"/>
                                        <p:tgtEl>
                                          <p:spTgt spid="98"/>
                                        </p:tgtEl>
                                      </p:cBhvr>
                                    </p:animEffect>
                                    <p:anim calcmode="lin" valueType="num">
                                      <p:cBhvr>
                                        <p:cTn id="13" dur="1000" fill="hold"/>
                                        <p:tgtEl>
                                          <p:spTgt spid="98"/>
                                        </p:tgtEl>
                                        <p:attrNameLst>
                                          <p:attrName>ppt_x</p:attrName>
                                        </p:attrNameLst>
                                      </p:cBhvr>
                                      <p:tavLst>
                                        <p:tav tm="0">
                                          <p:val>
                                            <p:strVal val="#ppt_x"/>
                                          </p:val>
                                        </p:tav>
                                        <p:tav tm="100000">
                                          <p:val>
                                            <p:strVal val="#ppt_x"/>
                                          </p:val>
                                        </p:tav>
                                      </p:tavLst>
                                    </p:anim>
                                    <p:anim calcmode="lin" valueType="num">
                                      <p:cBhvr>
                                        <p:cTn id="14" dur="1000" fill="hold"/>
                                        <p:tgtEl>
                                          <p:spTgt spid="9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98" grpId="0" bldLvl="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p:nvPr/>
        </p:nvSpPr>
        <p:spPr>
          <a:xfrm>
            <a:off x="8321675" y="0"/>
            <a:ext cx="3870325" cy="6870700"/>
          </a:xfrm>
          <a:prstGeom prst="rect">
            <a:avLst/>
          </a:prstGeom>
          <a:solidFill>
            <a:schemeClr val="accent6">
              <a:lumMod val="60000"/>
              <a:lumOff val="40000"/>
            </a:schemeClr>
          </a:solidFill>
          <a:ln w="0">
            <a:noFill/>
          </a:ln>
        </p:spPr>
        <p:style>
          <a:lnRef idx="2">
            <a:schemeClr val="accent1">
              <a:shade val="50000"/>
            </a:schemeClr>
          </a:lnRef>
          <a:fillRef idx="1">
            <a:schemeClr val="accent1"/>
          </a:fillRef>
          <a:effectRef idx="0">
            <a:schemeClr val="accent1"/>
          </a:effectRef>
          <a:fontRef idx="minor">
            <a:schemeClr val="lt1"/>
          </a:fontRef>
        </p:style>
        <p:txBody>
          <a:bodyPr rot="0" vertOverflow="overflow" horzOverflow="overflow" vert="horz" wrap="square" lIns="91440" tIns="45720" rIns="91440" bIns="45720" numCol="1" spcCol="0" rtlCol="0" fromWordArt="0" anchor="ctr" anchorCtr="0" forceAA="0" compatLnSpc="1">
            <a:normAutofit/>
          </a:bodyPr>
          <a:p>
            <a:pPr algn="ctr" fontAlgn="auto"/>
            <a:endParaRPr lang="zh-CN" altLang="en-US" strike="noStrike" noProof="1" dirty="0"/>
          </a:p>
        </p:txBody>
      </p:sp>
      <p:sp>
        <p:nvSpPr>
          <p:cNvPr id="31" name="PA-文本框 10"/>
          <p:cNvSpPr txBox="1"/>
          <p:nvPr>
            <p:custDataLst>
              <p:tags r:id="rId1"/>
            </p:custDataLst>
          </p:nvPr>
        </p:nvSpPr>
        <p:spPr>
          <a:xfrm>
            <a:off x="862013" y="30163"/>
            <a:ext cx="3254375" cy="450850"/>
          </a:xfrm>
          <a:prstGeom prst="rect">
            <a:avLst/>
          </a:prstGeom>
          <a:noFill/>
          <a:ln w="9525">
            <a:noFill/>
          </a:ln>
        </p:spPr>
        <p:txBody>
          <a:bodyPr wrap="square" anchor="t" anchorCtr="0">
            <a:spAutoFit/>
          </a:bodyPr>
          <a:p>
            <a:pPr>
              <a:lnSpc>
                <a:spcPct val="130000"/>
              </a:lnSpc>
            </a:pPr>
            <a:r>
              <a:rPr lang="zh-CN" altLang="en-US" b="1" dirty="0">
                <a:latin typeface="微软雅黑" panose="020B0503020204020204" pitchFamily="34" charset="-122"/>
                <a:ea typeface="微软雅黑" panose="020B0503020204020204" pitchFamily="34" charset="-122"/>
              </a:rPr>
              <a:t>小任务</a:t>
            </a:r>
            <a:endParaRPr lang="zh-CN" altLang="en-US" b="1" dirty="0">
              <a:latin typeface="微软雅黑" panose="020B0503020204020204" pitchFamily="34" charset="-122"/>
              <a:ea typeface="微软雅黑" panose="020B0503020204020204" pitchFamily="34" charset="-122"/>
            </a:endParaRPr>
          </a:p>
        </p:txBody>
      </p:sp>
      <p:pic>
        <p:nvPicPr>
          <p:cNvPr id="33" name="图片 32"/>
          <p:cNvPicPr>
            <a:picLocks noChangeAspect="1"/>
          </p:cNvPicPr>
          <p:nvPr/>
        </p:nvPicPr>
        <p:blipFill>
          <a:blip r:embed="rId2" cstate="screen"/>
          <a:srcRect l="35490" b="47335"/>
          <a:stretch>
            <a:fillRect/>
          </a:stretch>
        </p:blipFill>
        <p:spPr>
          <a:xfrm rot="10800000" flipH="1">
            <a:off x="0" y="0"/>
            <a:ext cx="1129890" cy="842443"/>
          </a:xfrm>
          <a:custGeom>
            <a:avLst/>
            <a:gdLst>
              <a:gd name="connsiteX0" fmla="*/ 0 w 6539008"/>
              <a:gd name="connsiteY0" fmla="*/ 0 h 4875469"/>
              <a:gd name="connsiteX1" fmla="*/ 6539008 w 6539008"/>
              <a:gd name="connsiteY1" fmla="*/ 0 h 4875469"/>
              <a:gd name="connsiteX2" fmla="*/ 6539008 w 6539008"/>
              <a:gd name="connsiteY2" fmla="*/ 4875469 h 4875469"/>
              <a:gd name="connsiteX3" fmla="*/ 0 w 6539008"/>
              <a:gd name="connsiteY3" fmla="*/ 4875469 h 4875469"/>
            </a:gdLst>
            <a:ahLst/>
            <a:cxnLst>
              <a:cxn ang="0">
                <a:pos x="connsiteX0" y="connsiteY0"/>
              </a:cxn>
              <a:cxn ang="0">
                <a:pos x="connsiteX1" y="connsiteY1"/>
              </a:cxn>
              <a:cxn ang="0">
                <a:pos x="connsiteX2" y="connsiteY2"/>
              </a:cxn>
              <a:cxn ang="0">
                <a:pos x="connsiteX3" y="connsiteY3"/>
              </a:cxn>
            </a:cxnLst>
            <a:rect l="l" t="t" r="r" b="b"/>
            <a:pathLst>
              <a:path w="6539008" h="4875469">
                <a:moveTo>
                  <a:pt x="0" y="0"/>
                </a:moveTo>
                <a:lnTo>
                  <a:pt x="6539008" y="0"/>
                </a:lnTo>
                <a:lnTo>
                  <a:pt x="6539008" y="4875469"/>
                </a:lnTo>
                <a:lnTo>
                  <a:pt x="0" y="4875469"/>
                </a:lnTo>
                <a:close/>
              </a:path>
            </a:pathLst>
          </a:custGeom>
        </p:spPr>
      </p:pic>
      <p:sp>
        <p:nvSpPr>
          <p:cNvPr id="33796" name="文本框 11"/>
          <p:cNvSpPr txBox="1"/>
          <p:nvPr/>
        </p:nvSpPr>
        <p:spPr>
          <a:xfrm>
            <a:off x="9020175" y="1819275"/>
            <a:ext cx="2432050" cy="2245360"/>
          </a:xfrm>
          <a:prstGeom prst="rect">
            <a:avLst/>
          </a:prstGeom>
          <a:noFill/>
          <a:ln w="9525">
            <a:noFill/>
          </a:ln>
        </p:spPr>
        <p:txBody>
          <a:bodyPr wrap="square" anchor="t" anchorCtr="0">
            <a:spAutoFit/>
          </a:bodyPr>
          <a:p>
            <a:pPr>
              <a:lnSpc>
                <a:spcPct val="250000"/>
              </a:lnSpc>
            </a:pPr>
            <a:r>
              <a:rPr lang="zh-CN" altLang="en-US" sz="1400" dirty="0">
                <a:latin typeface="思源黑体" panose="020B0400000000000000" pitchFamily="34" charset="-122"/>
                <a:ea typeface="思源黑体" panose="020B0400000000000000" pitchFamily="34" charset="-122"/>
                <a:sym typeface="微软雅黑" panose="020B0503020204020204" pitchFamily="34" charset="-122"/>
              </a:rPr>
              <a:t>律所内部任务可通过小任务功能指派给执行人，执行人也可以通过任务栏进行执行情况反馈。</a:t>
            </a:r>
            <a:endParaRPr lang="zh-CN" altLang="en-US" sz="1400" dirty="0">
              <a:latin typeface="思源黑体" panose="020B0400000000000000" pitchFamily="34" charset="-122"/>
              <a:ea typeface="思源黑体" panose="020B0400000000000000" pitchFamily="34" charset="-122"/>
              <a:sym typeface="微软雅黑" panose="020B0503020204020204" pitchFamily="34" charset="-122"/>
            </a:endParaRPr>
          </a:p>
        </p:txBody>
      </p:sp>
      <p:pic>
        <p:nvPicPr>
          <p:cNvPr id="4" name="图片 3"/>
          <p:cNvPicPr>
            <a:picLocks noChangeAspect="1"/>
          </p:cNvPicPr>
          <p:nvPr/>
        </p:nvPicPr>
        <p:blipFill>
          <a:blip r:embed="rId3"/>
          <a:stretch>
            <a:fillRect/>
          </a:stretch>
        </p:blipFill>
        <p:spPr>
          <a:xfrm>
            <a:off x="570230" y="1083310"/>
            <a:ext cx="7751445" cy="5021580"/>
          </a:xfrm>
          <a:prstGeom prst="rect">
            <a:avLst/>
          </a:prstGeom>
        </p:spPr>
      </p:pic>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grpId="0" nodeType="after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p:cTn id="7" dur="500"/>
                                        <p:tgtEl>
                                          <p:spTgt spid="31"/>
                                        </p:tgtEl>
                                        <p:attrNameLst>
                                          <p:attrName>ppt_y</p:attrName>
                                        </p:attrNameLst>
                                      </p:cBhvr>
                                      <p:tavLst>
                                        <p:tav tm="0">
                                          <p:val>
                                            <p:strVal val="#ppt_y-#ppt_h*1.125000"/>
                                          </p:val>
                                        </p:tav>
                                        <p:tav tm="100000">
                                          <p:val>
                                            <p:strVal val="#ppt_y"/>
                                          </p:val>
                                        </p:tav>
                                      </p:tavLst>
                                    </p:anim>
                                    <p:animEffect transition="in" filter="wipe(down)">
                                      <p:cBhvr>
                                        <p:cTn id="8"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 name="PA-文本框 10"/>
          <p:cNvSpPr txBox="1"/>
          <p:nvPr>
            <p:custDataLst>
              <p:tags r:id="rId1"/>
            </p:custDataLst>
          </p:nvPr>
        </p:nvSpPr>
        <p:spPr>
          <a:xfrm>
            <a:off x="862013" y="30163"/>
            <a:ext cx="3254375" cy="450850"/>
          </a:xfrm>
          <a:prstGeom prst="rect">
            <a:avLst/>
          </a:prstGeom>
          <a:noFill/>
          <a:ln w="9525">
            <a:noFill/>
          </a:ln>
        </p:spPr>
        <p:txBody>
          <a:bodyPr wrap="square" anchor="t" anchorCtr="0">
            <a:spAutoFit/>
          </a:bodyPr>
          <a:p>
            <a:pPr>
              <a:lnSpc>
                <a:spcPct val="130000"/>
              </a:lnSpc>
            </a:pPr>
            <a:r>
              <a:rPr lang="zh-CN" altLang="en-US" b="1" dirty="0">
                <a:latin typeface="微软雅黑" panose="020B0503020204020204" pitchFamily="34" charset="-122"/>
                <a:ea typeface="微软雅黑" panose="020B0503020204020204" pitchFamily="34" charset="-122"/>
              </a:rPr>
              <a:t>案源中心</a:t>
            </a:r>
            <a:endParaRPr lang="zh-CN" altLang="en-US" b="1" dirty="0">
              <a:latin typeface="微软雅黑" panose="020B0503020204020204" pitchFamily="34" charset="-122"/>
              <a:ea typeface="微软雅黑" panose="020B0503020204020204" pitchFamily="34" charset="-122"/>
            </a:endParaRPr>
          </a:p>
        </p:txBody>
      </p:sp>
      <p:pic>
        <p:nvPicPr>
          <p:cNvPr id="33" name="图片 32"/>
          <p:cNvPicPr>
            <a:picLocks noChangeAspect="1"/>
          </p:cNvPicPr>
          <p:nvPr/>
        </p:nvPicPr>
        <p:blipFill>
          <a:blip r:embed="rId2" cstate="screen"/>
          <a:srcRect l="35490" b="47335"/>
          <a:stretch>
            <a:fillRect/>
          </a:stretch>
        </p:blipFill>
        <p:spPr>
          <a:xfrm rot="10800000" flipH="1">
            <a:off x="0" y="0"/>
            <a:ext cx="1129890" cy="842443"/>
          </a:xfrm>
          <a:custGeom>
            <a:avLst/>
            <a:gdLst>
              <a:gd name="connsiteX0" fmla="*/ 0 w 6539008"/>
              <a:gd name="connsiteY0" fmla="*/ 0 h 4875469"/>
              <a:gd name="connsiteX1" fmla="*/ 6539008 w 6539008"/>
              <a:gd name="connsiteY1" fmla="*/ 0 h 4875469"/>
              <a:gd name="connsiteX2" fmla="*/ 6539008 w 6539008"/>
              <a:gd name="connsiteY2" fmla="*/ 4875469 h 4875469"/>
              <a:gd name="connsiteX3" fmla="*/ 0 w 6539008"/>
              <a:gd name="connsiteY3" fmla="*/ 4875469 h 4875469"/>
            </a:gdLst>
            <a:ahLst/>
            <a:cxnLst>
              <a:cxn ang="0">
                <a:pos x="connsiteX0" y="connsiteY0"/>
              </a:cxn>
              <a:cxn ang="0">
                <a:pos x="connsiteX1" y="connsiteY1"/>
              </a:cxn>
              <a:cxn ang="0">
                <a:pos x="connsiteX2" y="connsiteY2"/>
              </a:cxn>
              <a:cxn ang="0">
                <a:pos x="connsiteX3" y="connsiteY3"/>
              </a:cxn>
            </a:cxnLst>
            <a:rect l="l" t="t" r="r" b="b"/>
            <a:pathLst>
              <a:path w="6539008" h="4875469">
                <a:moveTo>
                  <a:pt x="0" y="0"/>
                </a:moveTo>
                <a:lnTo>
                  <a:pt x="6539008" y="0"/>
                </a:lnTo>
                <a:lnTo>
                  <a:pt x="6539008" y="4875469"/>
                </a:lnTo>
                <a:lnTo>
                  <a:pt x="0" y="4875469"/>
                </a:lnTo>
                <a:close/>
              </a:path>
            </a:pathLst>
          </a:custGeom>
        </p:spPr>
      </p:pic>
      <p:sp>
        <p:nvSpPr>
          <p:cNvPr id="34819" name="文本框 1"/>
          <p:cNvSpPr txBox="1"/>
          <p:nvPr/>
        </p:nvSpPr>
        <p:spPr>
          <a:xfrm>
            <a:off x="862330" y="6235700"/>
            <a:ext cx="10483215" cy="306705"/>
          </a:xfrm>
          <a:prstGeom prst="rect">
            <a:avLst/>
          </a:prstGeom>
          <a:noFill/>
          <a:ln w="9525">
            <a:noFill/>
          </a:ln>
        </p:spPr>
        <p:txBody>
          <a:bodyPr wrap="square" anchor="t" anchorCtr="0">
            <a:spAutoFit/>
          </a:bodyPr>
          <a:p>
            <a:pPr algn="ctr"/>
            <a:r>
              <a:rPr lang="zh-CN" altLang="en-US" sz="1400" dirty="0">
                <a:latin typeface="思源黑体" panose="020B0400000000000000" pitchFamily="34" charset="-122"/>
                <a:ea typeface="思源黑体" panose="020B0400000000000000" pitchFamily="34" charset="-122"/>
                <a:sym typeface="微软雅黑" panose="020B0503020204020204" pitchFamily="34" charset="-122"/>
              </a:rPr>
              <a:t>e律师用户协同办案，为青年律师提供案源！</a:t>
            </a:r>
            <a:endParaRPr lang="zh-CN" altLang="en-US" sz="1400" dirty="0">
              <a:latin typeface="思源黑体" panose="020B0400000000000000" pitchFamily="34" charset="-122"/>
              <a:ea typeface="思源黑体" panose="020B0400000000000000" pitchFamily="34" charset="-122"/>
              <a:sym typeface="微软雅黑" panose="020B0503020204020204" pitchFamily="34" charset="-122"/>
            </a:endParaRPr>
          </a:p>
        </p:txBody>
      </p:sp>
      <p:pic>
        <p:nvPicPr>
          <p:cNvPr id="3" name="图片 2"/>
          <p:cNvPicPr>
            <a:picLocks noChangeAspect="1"/>
          </p:cNvPicPr>
          <p:nvPr/>
        </p:nvPicPr>
        <p:blipFill>
          <a:blip r:embed="rId3"/>
          <a:stretch>
            <a:fillRect/>
          </a:stretch>
        </p:blipFill>
        <p:spPr>
          <a:xfrm>
            <a:off x="847090" y="865505"/>
            <a:ext cx="10497820" cy="5126355"/>
          </a:xfrm>
          <a:prstGeom prst="rect">
            <a:avLst/>
          </a:prstGeom>
        </p:spPr>
      </p:pic>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grpId="0" nodeType="after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p:cTn id="7" dur="500"/>
                                        <p:tgtEl>
                                          <p:spTgt spid="31"/>
                                        </p:tgtEl>
                                        <p:attrNameLst>
                                          <p:attrName>ppt_y</p:attrName>
                                        </p:attrNameLst>
                                      </p:cBhvr>
                                      <p:tavLst>
                                        <p:tav tm="0">
                                          <p:val>
                                            <p:strVal val="#ppt_y-#ppt_h*1.125000"/>
                                          </p:val>
                                        </p:tav>
                                        <p:tav tm="100000">
                                          <p:val>
                                            <p:strVal val="#ppt_y"/>
                                          </p:val>
                                        </p:tav>
                                      </p:tavLst>
                                    </p:anim>
                                    <p:animEffect transition="in" filter="wipe(down)">
                                      <p:cBhvr>
                                        <p:cTn id="8"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 name="PA-文本框 10"/>
          <p:cNvSpPr txBox="1"/>
          <p:nvPr>
            <p:custDataLst>
              <p:tags r:id="rId1"/>
            </p:custDataLst>
          </p:nvPr>
        </p:nvSpPr>
        <p:spPr>
          <a:xfrm>
            <a:off x="862013" y="30163"/>
            <a:ext cx="3254375" cy="450850"/>
          </a:xfrm>
          <a:prstGeom prst="rect">
            <a:avLst/>
          </a:prstGeom>
          <a:noFill/>
          <a:ln w="9525">
            <a:noFill/>
          </a:ln>
        </p:spPr>
        <p:txBody>
          <a:bodyPr wrap="square" anchor="t" anchorCtr="0">
            <a:spAutoFit/>
          </a:bodyPr>
          <a:p>
            <a:pPr>
              <a:lnSpc>
                <a:spcPct val="130000"/>
              </a:lnSpc>
            </a:pPr>
            <a:r>
              <a:rPr lang="zh-CN" altLang="en-US" b="1" dirty="0">
                <a:latin typeface="微软雅黑" panose="020B0503020204020204" pitchFamily="34" charset="-122"/>
                <a:ea typeface="微软雅黑" panose="020B0503020204020204" pitchFamily="34" charset="-122"/>
              </a:rPr>
              <a:t>办案工具</a:t>
            </a:r>
            <a:endParaRPr lang="zh-CN" altLang="en-US" b="1" dirty="0">
              <a:latin typeface="微软雅黑" panose="020B0503020204020204" pitchFamily="34" charset="-122"/>
              <a:ea typeface="微软雅黑" panose="020B0503020204020204" pitchFamily="34" charset="-122"/>
            </a:endParaRPr>
          </a:p>
        </p:txBody>
      </p:sp>
      <p:pic>
        <p:nvPicPr>
          <p:cNvPr id="33" name="图片 32"/>
          <p:cNvPicPr>
            <a:picLocks noChangeAspect="1"/>
          </p:cNvPicPr>
          <p:nvPr/>
        </p:nvPicPr>
        <p:blipFill>
          <a:blip r:embed="rId2" cstate="screen"/>
          <a:srcRect l="35490" b="47335"/>
          <a:stretch>
            <a:fillRect/>
          </a:stretch>
        </p:blipFill>
        <p:spPr>
          <a:xfrm rot="10800000" flipH="1">
            <a:off x="0" y="0"/>
            <a:ext cx="1129890" cy="842443"/>
          </a:xfrm>
          <a:custGeom>
            <a:avLst/>
            <a:gdLst>
              <a:gd name="connsiteX0" fmla="*/ 0 w 6539008"/>
              <a:gd name="connsiteY0" fmla="*/ 0 h 4875469"/>
              <a:gd name="connsiteX1" fmla="*/ 6539008 w 6539008"/>
              <a:gd name="connsiteY1" fmla="*/ 0 h 4875469"/>
              <a:gd name="connsiteX2" fmla="*/ 6539008 w 6539008"/>
              <a:gd name="connsiteY2" fmla="*/ 4875469 h 4875469"/>
              <a:gd name="connsiteX3" fmla="*/ 0 w 6539008"/>
              <a:gd name="connsiteY3" fmla="*/ 4875469 h 4875469"/>
            </a:gdLst>
            <a:ahLst/>
            <a:cxnLst>
              <a:cxn ang="0">
                <a:pos x="connsiteX0" y="connsiteY0"/>
              </a:cxn>
              <a:cxn ang="0">
                <a:pos x="connsiteX1" y="connsiteY1"/>
              </a:cxn>
              <a:cxn ang="0">
                <a:pos x="connsiteX2" y="connsiteY2"/>
              </a:cxn>
              <a:cxn ang="0">
                <a:pos x="connsiteX3" y="connsiteY3"/>
              </a:cxn>
            </a:cxnLst>
            <a:rect l="l" t="t" r="r" b="b"/>
            <a:pathLst>
              <a:path w="6539008" h="4875469">
                <a:moveTo>
                  <a:pt x="0" y="0"/>
                </a:moveTo>
                <a:lnTo>
                  <a:pt x="6539008" y="0"/>
                </a:lnTo>
                <a:lnTo>
                  <a:pt x="6539008" y="4875469"/>
                </a:lnTo>
                <a:lnTo>
                  <a:pt x="0" y="4875469"/>
                </a:lnTo>
                <a:close/>
              </a:path>
            </a:pathLst>
          </a:custGeom>
        </p:spPr>
      </p:pic>
      <p:sp>
        <p:nvSpPr>
          <p:cNvPr id="35843" name="文本框 1"/>
          <p:cNvSpPr txBox="1"/>
          <p:nvPr/>
        </p:nvSpPr>
        <p:spPr>
          <a:xfrm>
            <a:off x="654685" y="5670550"/>
            <a:ext cx="8240395" cy="629920"/>
          </a:xfrm>
          <a:prstGeom prst="rect">
            <a:avLst/>
          </a:prstGeom>
          <a:noFill/>
          <a:ln w="9525">
            <a:noFill/>
          </a:ln>
        </p:spPr>
        <p:txBody>
          <a:bodyPr wrap="square" anchor="t" anchorCtr="0">
            <a:spAutoFit/>
          </a:bodyPr>
          <a:p>
            <a:pPr algn="ctr">
              <a:lnSpc>
                <a:spcPct val="250000"/>
              </a:lnSpc>
            </a:pPr>
            <a:r>
              <a:rPr lang="zh-CN" altLang="en-US" sz="1400" dirty="0">
                <a:latin typeface="思源黑体" panose="020B0400000000000000" pitchFamily="34" charset="-122"/>
                <a:ea typeface="思源黑体" panose="020B0400000000000000" pitchFamily="34" charset="-122"/>
                <a:sym typeface="微软雅黑" panose="020B0503020204020204" pitchFamily="34" charset="-122"/>
              </a:rPr>
              <a:t>与第三方平台合作，可通过e律师进行法律法规、企业信息等查询。</a:t>
            </a:r>
            <a:endParaRPr lang="zh-CN" altLang="en-US" sz="1400" dirty="0">
              <a:latin typeface="思源黑体" panose="020B0400000000000000" pitchFamily="34" charset="-122"/>
              <a:ea typeface="思源黑体" panose="020B0400000000000000" pitchFamily="34" charset="-122"/>
              <a:sym typeface="微软雅黑" panose="020B0503020204020204" pitchFamily="34" charset="-122"/>
            </a:endParaRPr>
          </a:p>
        </p:txBody>
      </p:sp>
      <p:cxnSp>
        <p:nvCxnSpPr>
          <p:cNvPr id="9" name="直接连接符 8"/>
          <p:cNvCxnSpPr/>
          <p:nvPr/>
        </p:nvCxnSpPr>
        <p:spPr>
          <a:xfrm flipH="1">
            <a:off x="9737725" y="0"/>
            <a:ext cx="9525" cy="6853238"/>
          </a:xfrm>
          <a:prstGeom prst="line">
            <a:avLst/>
          </a:prstGeom>
          <a:ln>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pic>
        <p:nvPicPr>
          <p:cNvPr id="5" name="图片 4"/>
          <p:cNvPicPr>
            <a:picLocks noChangeAspect="1"/>
          </p:cNvPicPr>
          <p:nvPr/>
        </p:nvPicPr>
        <p:blipFill>
          <a:blip r:embed="rId2" cstate="screen"/>
          <a:srcRect l="35490" b="47335"/>
          <a:stretch>
            <a:fillRect/>
          </a:stretch>
        </p:blipFill>
        <p:spPr>
          <a:xfrm rot="16200000">
            <a:off x="8900794" y="3562350"/>
            <a:ext cx="3853181" cy="2729230"/>
          </a:xfrm>
          <a:custGeom>
            <a:avLst/>
            <a:gdLst>
              <a:gd name="connsiteX0" fmla="*/ 0 w 6539008"/>
              <a:gd name="connsiteY0" fmla="*/ 0 h 4875469"/>
              <a:gd name="connsiteX1" fmla="*/ 6539008 w 6539008"/>
              <a:gd name="connsiteY1" fmla="*/ 0 h 4875469"/>
              <a:gd name="connsiteX2" fmla="*/ 6539008 w 6539008"/>
              <a:gd name="connsiteY2" fmla="*/ 4875469 h 4875469"/>
              <a:gd name="connsiteX3" fmla="*/ 0 w 6539008"/>
              <a:gd name="connsiteY3" fmla="*/ 4875469 h 4875469"/>
            </a:gdLst>
            <a:ahLst/>
            <a:cxnLst>
              <a:cxn ang="0">
                <a:pos x="connsiteX0" y="connsiteY0"/>
              </a:cxn>
              <a:cxn ang="0">
                <a:pos x="connsiteX1" y="connsiteY1"/>
              </a:cxn>
              <a:cxn ang="0">
                <a:pos x="connsiteX2" y="connsiteY2"/>
              </a:cxn>
              <a:cxn ang="0">
                <a:pos x="connsiteX3" y="connsiteY3"/>
              </a:cxn>
            </a:cxnLst>
            <a:rect l="l" t="t" r="r" b="b"/>
            <a:pathLst>
              <a:path w="6539008" h="4875469">
                <a:moveTo>
                  <a:pt x="0" y="0"/>
                </a:moveTo>
                <a:lnTo>
                  <a:pt x="6539008" y="0"/>
                </a:lnTo>
                <a:lnTo>
                  <a:pt x="6539008" y="4875469"/>
                </a:lnTo>
                <a:lnTo>
                  <a:pt x="0" y="4875469"/>
                </a:lnTo>
                <a:close/>
              </a:path>
            </a:pathLst>
          </a:custGeom>
        </p:spPr>
      </p:pic>
      <p:pic>
        <p:nvPicPr>
          <p:cNvPr id="2" name="图片 1"/>
          <p:cNvPicPr>
            <a:picLocks noChangeAspect="1"/>
          </p:cNvPicPr>
          <p:nvPr/>
        </p:nvPicPr>
        <p:blipFill>
          <a:blip r:embed="rId3"/>
          <a:stretch>
            <a:fillRect/>
          </a:stretch>
        </p:blipFill>
        <p:spPr>
          <a:xfrm>
            <a:off x="655320" y="1136015"/>
            <a:ext cx="8425815" cy="4336415"/>
          </a:xfrm>
          <a:prstGeom prst="rect">
            <a:avLst/>
          </a:prstGeom>
        </p:spPr>
      </p:pic>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grpId="0" nodeType="after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p:cTn id="7" dur="500"/>
                                        <p:tgtEl>
                                          <p:spTgt spid="31"/>
                                        </p:tgtEl>
                                        <p:attrNameLst>
                                          <p:attrName>ppt_y</p:attrName>
                                        </p:attrNameLst>
                                      </p:cBhvr>
                                      <p:tavLst>
                                        <p:tav tm="0">
                                          <p:val>
                                            <p:strVal val="#ppt_y-#ppt_h*1.125000"/>
                                          </p:val>
                                        </p:tav>
                                        <p:tav tm="100000">
                                          <p:val>
                                            <p:strVal val="#ppt_y"/>
                                          </p:val>
                                        </p:tav>
                                      </p:tavLst>
                                    </p:anim>
                                    <p:animEffect transition="in" filter="wipe(down)">
                                      <p:cBhvr>
                                        <p:cTn id="8"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cstate="screen"/>
          <a:srcRect l="35490" b="47335"/>
          <a:stretch>
            <a:fillRect/>
          </a:stretch>
        </p:blipFill>
        <p:spPr>
          <a:xfrm>
            <a:off x="-2845268" y="-922890"/>
            <a:ext cx="10435766" cy="7780890"/>
          </a:xfrm>
          <a:custGeom>
            <a:avLst/>
            <a:gdLst>
              <a:gd name="connsiteX0" fmla="*/ 0 w 6539008"/>
              <a:gd name="connsiteY0" fmla="*/ 0 h 4875469"/>
              <a:gd name="connsiteX1" fmla="*/ 6539008 w 6539008"/>
              <a:gd name="connsiteY1" fmla="*/ 0 h 4875469"/>
              <a:gd name="connsiteX2" fmla="*/ 6539008 w 6539008"/>
              <a:gd name="connsiteY2" fmla="*/ 4875469 h 4875469"/>
              <a:gd name="connsiteX3" fmla="*/ 0 w 6539008"/>
              <a:gd name="connsiteY3" fmla="*/ 4875469 h 4875469"/>
            </a:gdLst>
            <a:ahLst/>
            <a:cxnLst>
              <a:cxn ang="0">
                <a:pos x="connsiteX0" y="connsiteY0"/>
              </a:cxn>
              <a:cxn ang="0">
                <a:pos x="connsiteX1" y="connsiteY1"/>
              </a:cxn>
              <a:cxn ang="0">
                <a:pos x="connsiteX2" y="connsiteY2"/>
              </a:cxn>
              <a:cxn ang="0">
                <a:pos x="connsiteX3" y="connsiteY3"/>
              </a:cxn>
            </a:cxnLst>
            <a:rect l="l" t="t" r="r" b="b"/>
            <a:pathLst>
              <a:path w="6539008" h="4875469">
                <a:moveTo>
                  <a:pt x="0" y="0"/>
                </a:moveTo>
                <a:lnTo>
                  <a:pt x="6539008" y="0"/>
                </a:lnTo>
                <a:lnTo>
                  <a:pt x="6539008" y="4875469"/>
                </a:lnTo>
                <a:lnTo>
                  <a:pt x="0" y="4875469"/>
                </a:lnTo>
                <a:close/>
              </a:path>
            </a:pathLst>
          </a:custGeom>
        </p:spPr>
      </p:pic>
      <p:sp>
        <p:nvSpPr>
          <p:cNvPr id="3" name="任意多边形: 形状 2"/>
          <p:cNvSpPr/>
          <p:nvPr/>
        </p:nvSpPr>
        <p:spPr>
          <a:xfrm flipH="1">
            <a:off x="7265988" y="606425"/>
            <a:ext cx="3429000" cy="5346700"/>
          </a:xfrm>
          <a:custGeom>
            <a:avLst/>
            <a:gdLst>
              <a:gd name="connsiteX0" fmla="*/ 0 w 3429000"/>
              <a:gd name="connsiteY0" fmla="*/ 0 h 5346376"/>
              <a:gd name="connsiteX1" fmla="*/ 3429000 w 3429000"/>
              <a:gd name="connsiteY1" fmla="*/ 0 h 5346376"/>
              <a:gd name="connsiteX2" fmla="*/ 3429000 w 3429000"/>
              <a:gd name="connsiteY2" fmla="*/ 958689 h 5346376"/>
              <a:gd name="connsiteX3" fmla="*/ 3355859 w 3429000"/>
              <a:gd name="connsiteY3" fmla="*/ 958689 h 5346376"/>
              <a:gd name="connsiteX4" fmla="*/ 3355859 w 3429000"/>
              <a:gd name="connsiteY4" fmla="*/ 73141 h 5346376"/>
              <a:gd name="connsiteX5" fmla="*/ 73141 w 3429000"/>
              <a:gd name="connsiteY5" fmla="*/ 73141 h 5346376"/>
              <a:gd name="connsiteX6" fmla="*/ 73141 w 3429000"/>
              <a:gd name="connsiteY6" fmla="*/ 5273235 h 5346376"/>
              <a:gd name="connsiteX7" fmla="*/ 3355859 w 3429000"/>
              <a:gd name="connsiteY7" fmla="*/ 5273235 h 5346376"/>
              <a:gd name="connsiteX8" fmla="*/ 3355859 w 3429000"/>
              <a:gd name="connsiteY8" fmla="*/ 4222589 h 5346376"/>
              <a:gd name="connsiteX9" fmla="*/ 3429000 w 3429000"/>
              <a:gd name="connsiteY9" fmla="*/ 4222589 h 5346376"/>
              <a:gd name="connsiteX10" fmla="*/ 3429000 w 3429000"/>
              <a:gd name="connsiteY10" fmla="*/ 5346376 h 5346376"/>
              <a:gd name="connsiteX11" fmla="*/ 0 w 3429000"/>
              <a:gd name="connsiteY11" fmla="*/ 5346376 h 5346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429000" h="5346376">
                <a:moveTo>
                  <a:pt x="0" y="0"/>
                </a:moveTo>
                <a:lnTo>
                  <a:pt x="3429000" y="0"/>
                </a:lnTo>
                <a:lnTo>
                  <a:pt x="3429000" y="958689"/>
                </a:lnTo>
                <a:lnTo>
                  <a:pt x="3355859" y="958689"/>
                </a:lnTo>
                <a:lnTo>
                  <a:pt x="3355859" y="73141"/>
                </a:lnTo>
                <a:lnTo>
                  <a:pt x="73141" y="73141"/>
                </a:lnTo>
                <a:lnTo>
                  <a:pt x="73141" y="5273235"/>
                </a:lnTo>
                <a:lnTo>
                  <a:pt x="3355859" y="5273235"/>
                </a:lnTo>
                <a:lnTo>
                  <a:pt x="3355859" y="4222589"/>
                </a:lnTo>
                <a:lnTo>
                  <a:pt x="3429000" y="4222589"/>
                </a:lnTo>
                <a:lnTo>
                  <a:pt x="3429000" y="5346376"/>
                </a:lnTo>
                <a:lnTo>
                  <a:pt x="0" y="5346376"/>
                </a:lnTo>
                <a:close/>
              </a:path>
            </a:pathLst>
          </a:custGeom>
          <a:solidFill>
            <a:schemeClr val="accent1"/>
          </a:solidFill>
          <a:ln w="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fontAlgn="auto"/>
            <a:endParaRPr lang="zh-CN" altLang="en-US" strike="noStrike" noProof="1" dirty="0">
              <a:solidFill>
                <a:schemeClr val="tx1"/>
              </a:solidFill>
            </a:endParaRPr>
          </a:p>
        </p:txBody>
      </p:sp>
      <p:sp>
        <p:nvSpPr>
          <p:cNvPr id="4" name="矩形 3"/>
          <p:cNvSpPr/>
          <p:nvPr/>
        </p:nvSpPr>
        <p:spPr>
          <a:xfrm>
            <a:off x="4837113" y="3744913"/>
            <a:ext cx="5857875" cy="344487"/>
          </a:xfrm>
          <a:prstGeom prst="rect">
            <a:avLst/>
          </a:prstGeom>
          <a:noFill/>
          <a:ln w="9525">
            <a:noFill/>
          </a:ln>
        </p:spPr>
        <p:txBody>
          <a:bodyPr wrap="square" anchor="t" anchorCtr="0">
            <a:spAutoFit/>
          </a:bodyPr>
          <a:p>
            <a:pPr algn="ctr">
              <a:lnSpc>
                <a:spcPct val="150000"/>
              </a:lnSpc>
            </a:pPr>
            <a:r>
              <a:rPr lang="en-US" altLang="zh-CN" sz="1100" dirty="0">
                <a:solidFill>
                  <a:srgbClr val="262626"/>
                </a:solidFill>
                <a:latin typeface="Arial" panose="020B0604020202020204" pitchFamily="34" charset="0"/>
                <a:ea typeface="微软雅黑" panose="020B0503020204020204" pitchFamily="34" charset="-122"/>
                <a:sym typeface="微软雅黑" panose="020B0503020204020204" pitchFamily="34" charset="-122"/>
              </a:rPr>
              <a:t>APP</a:t>
            </a:r>
            <a:endParaRPr lang="en-US" altLang="zh-CN" sz="1100" dirty="0">
              <a:solidFill>
                <a:srgbClr val="262626"/>
              </a:solidFill>
              <a:latin typeface="Arial" panose="020B0604020202020204" pitchFamily="34" charset="0"/>
              <a:ea typeface="Roboto Medium" pitchFamily="2" charset="0"/>
            </a:endParaRPr>
          </a:p>
        </p:txBody>
      </p:sp>
      <p:sp>
        <p:nvSpPr>
          <p:cNvPr id="5" name="文本框 4"/>
          <p:cNvSpPr txBox="1"/>
          <p:nvPr/>
        </p:nvSpPr>
        <p:spPr>
          <a:xfrm>
            <a:off x="5589588" y="1646238"/>
            <a:ext cx="3390900" cy="1568450"/>
          </a:xfrm>
          <a:prstGeom prst="rect">
            <a:avLst/>
          </a:prstGeom>
          <a:noFill/>
          <a:ln w="9525">
            <a:noFill/>
          </a:ln>
        </p:spPr>
        <p:txBody>
          <a:bodyPr wrap="square" anchor="ctr" anchorCtr="0">
            <a:spAutoFit/>
          </a:bodyPr>
          <a:p>
            <a:pPr algn="ctr"/>
            <a:r>
              <a:rPr lang="en-US" altLang="zh-CN" sz="9600" dirty="0">
                <a:solidFill>
                  <a:schemeClr val="accent2"/>
                </a:solidFill>
                <a:latin typeface="Arial" panose="020B0604020202020204" pitchFamily="34" charset="0"/>
                <a:ea typeface="微软雅黑" panose="020B0503020204020204" pitchFamily="34" charset="-122"/>
              </a:rPr>
              <a:t>04</a:t>
            </a:r>
            <a:endParaRPr lang="zh-CN" altLang="en-US" sz="9600" dirty="0">
              <a:solidFill>
                <a:schemeClr val="accent2"/>
              </a:solidFill>
              <a:latin typeface="Arial" panose="020B0604020202020204" pitchFamily="34" charset="0"/>
              <a:ea typeface="微软雅黑" panose="020B0503020204020204" pitchFamily="34" charset="-122"/>
            </a:endParaRPr>
          </a:p>
        </p:txBody>
      </p:sp>
      <p:sp>
        <p:nvSpPr>
          <p:cNvPr id="6" name="文本框 5"/>
          <p:cNvSpPr txBox="1"/>
          <p:nvPr/>
        </p:nvSpPr>
        <p:spPr>
          <a:xfrm>
            <a:off x="4837113" y="3100388"/>
            <a:ext cx="5857875" cy="644525"/>
          </a:xfrm>
          <a:prstGeom prst="rect">
            <a:avLst/>
          </a:prstGeom>
          <a:noFill/>
          <a:ln w="9525">
            <a:noFill/>
          </a:ln>
        </p:spPr>
        <p:txBody>
          <a:bodyPr wrap="square" anchor="ctr" anchorCtr="0">
            <a:spAutoFit/>
          </a:bodyPr>
          <a:p>
            <a:pPr algn="ctr"/>
            <a:r>
              <a:rPr lang="zh-CN" altLang="en-US" sz="3600" b="1" dirty="0">
                <a:solidFill>
                  <a:schemeClr val="accent1"/>
                </a:solidFill>
                <a:latin typeface="微软雅黑" panose="020B0503020204020204" pitchFamily="34" charset="-122"/>
                <a:ea typeface="微软雅黑" panose="020B0503020204020204" pitchFamily="34" charset="-122"/>
              </a:rPr>
              <a:t>移动</a:t>
            </a:r>
            <a:endParaRPr lang="zh-CN" altLang="en-US" sz="3600" b="1" dirty="0">
              <a:solidFill>
                <a:schemeClr val="accent1"/>
              </a:solidFill>
              <a:latin typeface="微软雅黑" panose="020B0503020204020204" pitchFamily="34" charset="-122"/>
              <a:ea typeface="微软雅黑" panose="020B0503020204020204" pitchFamily="34" charset="-122"/>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par>
                          <p:cTn id="8" fill="hold">
                            <p:stCondLst>
                              <p:cond delay="500"/>
                            </p:stCondLst>
                            <p:childTnLst>
                              <p:par>
                                <p:cTn id="9" presetID="21" presetClass="entr" presetSubtype="1"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heel(1)">
                                      <p:cBhvr>
                                        <p:cTn id="11" dur="2000"/>
                                        <p:tgtEl>
                                          <p:spTgt spid="5"/>
                                        </p:tgtEl>
                                      </p:cBhvr>
                                    </p:animEffect>
                                  </p:childTnLst>
                                </p:cTn>
                              </p:par>
                            </p:childTnLst>
                          </p:cTn>
                        </p:par>
                        <p:par>
                          <p:cTn id="12" fill="hold">
                            <p:stCondLst>
                              <p:cond delay="2500"/>
                            </p:stCondLst>
                            <p:childTnLst>
                              <p:par>
                                <p:cTn id="13" presetID="56" presetClass="entr" presetSubtype="0" fill="hold" grpId="0" nodeType="afterEffect">
                                  <p:stCondLst>
                                    <p:cond delay="0"/>
                                  </p:stCondLst>
                                  <p:iterate type="lt">
                                    <p:tmPct val="10000"/>
                                  </p:iterate>
                                  <p:childTnLst>
                                    <p:set>
                                      <p:cBhvr>
                                        <p:cTn id="14" dur="1" fill="hold">
                                          <p:stCondLst>
                                            <p:cond delay="0"/>
                                          </p:stCondLst>
                                        </p:cTn>
                                        <p:tgtEl>
                                          <p:spTgt spid="6"/>
                                        </p:tgtEl>
                                        <p:attrNameLst>
                                          <p:attrName>style.visibility</p:attrName>
                                        </p:attrNameLst>
                                      </p:cBhvr>
                                      <p:to>
                                        <p:strVal val="visible"/>
                                      </p:to>
                                    </p:set>
                                    <p:anim by="(-#ppt_w*2)" calcmode="lin" valueType="num">
                                      <p:cBhvr rctx="PPT">
                                        <p:cTn id="15" dur="500" autoRev="1" fill="hold">
                                          <p:stCondLst>
                                            <p:cond delay="0"/>
                                          </p:stCondLst>
                                        </p:cTn>
                                        <p:tgtEl>
                                          <p:spTgt spid="6"/>
                                        </p:tgtEl>
                                        <p:attrNameLst>
                                          <p:attrName>ppt_w</p:attrName>
                                        </p:attrNameLst>
                                      </p:cBhvr>
                                    </p:anim>
                                    <p:anim by="(#ppt_w*0.50)" calcmode="lin" valueType="num">
                                      <p:cBhvr>
                                        <p:cTn id="16" dur="500" decel="50000" autoRev="1" fill="hold">
                                          <p:stCondLst>
                                            <p:cond delay="0"/>
                                          </p:stCondLst>
                                        </p:cTn>
                                        <p:tgtEl>
                                          <p:spTgt spid="6"/>
                                        </p:tgtEl>
                                        <p:attrNameLst>
                                          <p:attrName>ppt_x</p:attrName>
                                        </p:attrNameLst>
                                      </p:cBhvr>
                                    </p:anim>
                                    <p:anim from="(-#ppt_h/2)" to="(#ppt_y)" calcmode="lin" valueType="num">
                                      <p:cBhvr>
                                        <p:cTn id="17" dur="1000" fill="hold">
                                          <p:stCondLst>
                                            <p:cond delay="0"/>
                                          </p:stCondLst>
                                        </p:cTn>
                                        <p:tgtEl>
                                          <p:spTgt spid="6"/>
                                        </p:tgtEl>
                                        <p:attrNameLst>
                                          <p:attrName>ppt_y</p:attrName>
                                        </p:attrNameLst>
                                      </p:cBhvr>
                                    </p:anim>
                                    <p:animRot by="21600000">
                                      <p:cBhvr>
                                        <p:cTn id="18" dur="1000" fill="hold">
                                          <p:stCondLst>
                                            <p:cond delay="0"/>
                                          </p:stCondLst>
                                        </p:cTn>
                                        <p:tgtEl>
                                          <p:spTgt spid="6"/>
                                        </p:tgtEl>
                                        <p:attrNameLst>
                                          <p:attrName>r</p:attrName>
                                        </p:attrNameLst>
                                      </p:cBhvr>
                                    </p:animRot>
                                  </p:childTnLst>
                                </p:cTn>
                              </p:par>
                            </p:childTnLst>
                          </p:cTn>
                        </p:par>
                        <p:par>
                          <p:cTn id="19" fill="hold">
                            <p:stCondLst>
                              <p:cond delay="3599"/>
                            </p:stCondLst>
                            <p:childTnLst>
                              <p:par>
                                <p:cTn id="20" presetID="42" presetClass="entr" presetSubtype="0" fill="hold" grpId="0" nodeType="after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1000"/>
                                        <p:tgtEl>
                                          <p:spTgt spid="4"/>
                                        </p:tgtEl>
                                      </p:cBhvr>
                                    </p:animEffect>
                                    <p:anim calcmode="lin" valueType="num">
                                      <p:cBhvr>
                                        <p:cTn id="23" dur="1000" fill="hold"/>
                                        <p:tgtEl>
                                          <p:spTgt spid="4"/>
                                        </p:tgtEl>
                                        <p:attrNameLst>
                                          <p:attrName>ppt_x</p:attrName>
                                        </p:attrNameLst>
                                      </p:cBhvr>
                                      <p:tavLst>
                                        <p:tav tm="0">
                                          <p:val>
                                            <p:strVal val="#ppt_x"/>
                                          </p:val>
                                        </p:tav>
                                        <p:tav tm="100000">
                                          <p:val>
                                            <p:strVal val="#ppt_x"/>
                                          </p:val>
                                        </p:tav>
                                      </p:tavLst>
                                    </p:anim>
                                    <p:anim calcmode="lin" valueType="num">
                                      <p:cBhvr>
                                        <p:cTn id="24"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4" grpId="0"/>
      <p:bldP spid="5" grpId="0"/>
      <p:bldP spid="6"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矩形 3"/>
          <p:cNvSpPr/>
          <p:nvPr/>
        </p:nvSpPr>
        <p:spPr>
          <a:xfrm>
            <a:off x="0" y="-14287"/>
            <a:ext cx="6048375" cy="6872288"/>
          </a:xfrm>
          <a:prstGeom prst="rect">
            <a:avLst/>
          </a:prstGeom>
          <a:solidFill>
            <a:schemeClr val="accent5">
              <a:lumMod val="40000"/>
              <a:lumOff val="60000"/>
              <a:alpha val="41000"/>
            </a:schemeClr>
          </a:solidFill>
          <a:ln w="0">
            <a:noFill/>
          </a:ln>
        </p:spPr>
        <p:style>
          <a:lnRef idx="2">
            <a:schemeClr val="accent1">
              <a:shade val="50000"/>
            </a:schemeClr>
          </a:lnRef>
          <a:fillRef idx="1">
            <a:schemeClr val="accent1"/>
          </a:fillRef>
          <a:effectRef idx="0">
            <a:schemeClr val="accent1"/>
          </a:effectRef>
          <a:fontRef idx="minor">
            <a:schemeClr val="lt1"/>
          </a:fontRef>
        </p:style>
        <p:txBody>
          <a:bodyPr rot="0" vertOverflow="overflow" horzOverflow="overflow" vert="horz" wrap="square" lIns="91440" tIns="45720" rIns="91440" bIns="45720" numCol="1" spcCol="0" rtlCol="0" fromWordArt="0" anchor="ctr" anchorCtr="0" forceAA="0" compatLnSpc="1">
            <a:normAutofit/>
          </a:bodyPr>
          <a:p>
            <a:pPr algn="ctr" fontAlgn="auto"/>
            <a:endParaRPr lang="zh-CN" altLang="en-US" strike="noStrike" noProof="1" dirty="0"/>
          </a:p>
        </p:txBody>
      </p:sp>
      <p:sp>
        <p:nvSpPr>
          <p:cNvPr id="31" name="PA-文本框 10"/>
          <p:cNvSpPr txBox="1"/>
          <p:nvPr>
            <p:custDataLst>
              <p:tags r:id="rId1"/>
            </p:custDataLst>
          </p:nvPr>
        </p:nvSpPr>
        <p:spPr>
          <a:xfrm>
            <a:off x="862013" y="30163"/>
            <a:ext cx="3254375" cy="450850"/>
          </a:xfrm>
          <a:prstGeom prst="rect">
            <a:avLst/>
          </a:prstGeom>
          <a:noFill/>
          <a:ln w="9525">
            <a:noFill/>
          </a:ln>
        </p:spPr>
        <p:txBody>
          <a:bodyPr wrap="square" anchor="t" anchorCtr="0">
            <a:spAutoFit/>
          </a:bodyPr>
          <a:p>
            <a:pPr>
              <a:lnSpc>
                <a:spcPct val="130000"/>
              </a:lnSpc>
            </a:pPr>
            <a:r>
              <a:rPr lang="zh-CN" altLang="zh-CN" b="1" dirty="0">
                <a:latin typeface="微软雅黑" panose="020B0503020204020204" pitchFamily="34" charset="-122"/>
                <a:ea typeface="微软雅黑" panose="020B0503020204020204" pitchFamily="34" charset="-122"/>
              </a:rPr>
              <a:t>支持多端</a:t>
            </a:r>
            <a:endParaRPr lang="zh-CN" altLang="zh-CN" b="1" dirty="0">
              <a:latin typeface="微软雅黑" panose="020B0503020204020204" pitchFamily="34" charset="-122"/>
              <a:ea typeface="微软雅黑" panose="020B0503020204020204" pitchFamily="34" charset="-122"/>
            </a:endParaRPr>
          </a:p>
        </p:txBody>
      </p:sp>
      <p:pic>
        <p:nvPicPr>
          <p:cNvPr id="33" name="图片 32"/>
          <p:cNvPicPr>
            <a:picLocks noChangeAspect="1"/>
          </p:cNvPicPr>
          <p:nvPr/>
        </p:nvPicPr>
        <p:blipFill>
          <a:blip r:embed="rId2" cstate="screen"/>
          <a:srcRect l="35490" b="47335"/>
          <a:stretch>
            <a:fillRect/>
          </a:stretch>
        </p:blipFill>
        <p:spPr>
          <a:xfrm rot="10800000" flipH="1">
            <a:off x="0" y="0"/>
            <a:ext cx="1129890" cy="842443"/>
          </a:xfrm>
          <a:custGeom>
            <a:avLst/>
            <a:gdLst>
              <a:gd name="connsiteX0" fmla="*/ 0 w 6539008"/>
              <a:gd name="connsiteY0" fmla="*/ 0 h 4875469"/>
              <a:gd name="connsiteX1" fmla="*/ 6539008 w 6539008"/>
              <a:gd name="connsiteY1" fmla="*/ 0 h 4875469"/>
              <a:gd name="connsiteX2" fmla="*/ 6539008 w 6539008"/>
              <a:gd name="connsiteY2" fmla="*/ 4875469 h 4875469"/>
              <a:gd name="connsiteX3" fmla="*/ 0 w 6539008"/>
              <a:gd name="connsiteY3" fmla="*/ 4875469 h 4875469"/>
            </a:gdLst>
            <a:ahLst/>
            <a:cxnLst>
              <a:cxn ang="0">
                <a:pos x="connsiteX0" y="connsiteY0"/>
              </a:cxn>
              <a:cxn ang="0">
                <a:pos x="connsiteX1" y="connsiteY1"/>
              </a:cxn>
              <a:cxn ang="0">
                <a:pos x="connsiteX2" y="connsiteY2"/>
              </a:cxn>
              <a:cxn ang="0">
                <a:pos x="connsiteX3" y="connsiteY3"/>
              </a:cxn>
            </a:cxnLst>
            <a:rect l="l" t="t" r="r" b="b"/>
            <a:pathLst>
              <a:path w="6539008" h="4875469">
                <a:moveTo>
                  <a:pt x="0" y="0"/>
                </a:moveTo>
                <a:lnTo>
                  <a:pt x="6539008" y="0"/>
                </a:lnTo>
                <a:lnTo>
                  <a:pt x="6539008" y="4875469"/>
                </a:lnTo>
                <a:lnTo>
                  <a:pt x="0" y="4875469"/>
                </a:lnTo>
                <a:close/>
              </a:path>
            </a:pathLst>
          </a:custGeom>
        </p:spPr>
      </p:pic>
      <p:pic>
        <p:nvPicPr>
          <p:cNvPr id="39940" name="Picture 1" descr="iPad Air White wo Shadow.png"/>
          <p:cNvPicPr>
            <a:picLocks noChangeAspect="1"/>
          </p:cNvPicPr>
          <p:nvPr/>
        </p:nvPicPr>
        <p:blipFill>
          <a:blip r:embed="rId3"/>
          <a:stretch>
            <a:fillRect/>
          </a:stretch>
        </p:blipFill>
        <p:spPr>
          <a:xfrm>
            <a:off x="939800" y="750888"/>
            <a:ext cx="3700463" cy="5356225"/>
          </a:xfrm>
          <a:prstGeom prst="rect">
            <a:avLst/>
          </a:prstGeom>
          <a:noFill/>
          <a:ln w="9525">
            <a:noFill/>
          </a:ln>
        </p:spPr>
      </p:pic>
      <p:sp>
        <p:nvSpPr>
          <p:cNvPr id="6" name="Subtitle 2"/>
          <p:cNvSpPr txBox="1"/>
          <p:nvPr/>
        </p:nvSpPr>
        <p:spPr>
          <a:xfrm>
            <a:off x="6445250" y="2176463"/>
            <a:ext cx="3251200" cy="633412"/>
          </a:xfrm>
          <a:prstGeom prst="rect">
            <a:avLst/>
          </a:prstGeom>
          <a:noFill/>
          <a:ln w="9525">
            <a:noFill/>
          </a:ln>
        </p:spPr>
        <p:txBody>
          <a:bodyPr anchor="t" anchorCtr="0"/>
          <a:p>
            <a:pPr>
              <a:lnSpc>
                <a:spcPct val="90000"/>
              </a:lnSpc>
              <a:spcBef>
                <a:spcPts val="1000"/>
              </a:spcBef>
            </a:pPr>
            <a:r>
              <a:rPr lang="zh-CN" altLang="id-ID" sz="3200" b="1" dirty="0">
                <a:solidFill>
                  <a:schemeClr val="accent1"/>
                </a:solidFill>
                <a:latin typeface="思源黑体" panose="020B0400000000000000" pitchFamily="34" charset="-122"/>
                <a:ea typeface="思源黑体" panose="020B0400000000000000" pitchFamily="34" charset="-122"/>
                <a:sym typeface="思源黑体" panose="020B0400000000000000" pitchFamily="34" charset="-122"/>
              </a:rPr>
              <a:t>支持多端：</a:t>
            </a:r>
            <a:endParaRPr lang="zh-CN" altLang="id-ID" sz="3200" b="1" dirty="0">
              <a:solidFill>
                <a:schemeClr val="accent1"/>
              </a:solidFill>
              <a:latin typeface="思源黑体" panose="020B0400000000000000" pitchFamily="34" charset="-122"/>
              <a:ea typeface="思源黑体" panose="020B0400000000000000" pitchFamily="34" charset="-122"/>
              <a:sym typeface="思源黑体" panose="020B0400000000000000" pitchFamily="34" charset="-122"/>
            </a:endParaRPr>
          </a:p>
        </p:txBody>
      </p:sp>
      <p:cxnSp>
        <p:nvCxnSpPr>
          <p:cNvPr id="9" name="Straight Connector 8"/>
          <p:cNvCxnSpPr/>
          <p:nvPr/>
        </p:nvCxnSpPr>
        <p:spPr>
          <a:xfrm flipV="1">
            <a:off x="6548755" y="3191510"/>
            <a:ext cx="3917315" cy="29845"/>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39943" name="图片 16"/>
          <p:cNvPicPr>
            <a:picLocks noChangeAspect="1"/>
          </p:cNvPicPr>
          <p:nvPr/>
        </p:nvPicPr>
        <p:blipFill>
          <a:blip r:embed="rId4"/>
          <a:stretch>
            <a:fillRect/>
          </a:stretch>
        </p:blipFill>
        <p:spPr>
          <a:xfrm>
            <a:off x="1458913" y="1327150"/>
            <a:ext cx="2827337" cy="3781425"/>
          </a:xfrm>
          <a:prstGeom prst="rect">
            <a:avLst/>
          </a:prstGeom>
          <a:noFill/>
          <a:ln w="9525">
            <a:noFill/>
          </a:ln>
        </p:spPr>
      </p:pic>
      <p:sp>
        <p:nvSpPr>
          <p:cNvPr id="39944" name="文本框 17"/>
          <p:cNvSpPr txBox="1"/>
          <p:nvPr/>
        </p:nvSpPr>
        <p:spPr>
          <a:xfrm>
            <a:off x="6550025" y="3303905"/>
            <a:ext cx="3918585" cy="1513205"/>
          </a:xfrm>
          <a:prstGeom prst="rect">
            <a:avLst/>
          </a:prstGeom>
          <a:noFill/>
          <a:ln w="9525">
            <a:noFill/>
          </a:ln>
        </p:spPr>
        <p:txBody>
          <a:bodyPr wrap="square" anchor="t" anchorCtr="0">
            <a:spAutoFit/>
          </a:bodyPr>
          <a:p>
            <a:pPr>
              <a:lnSpc>
                <a:spcPct val="150000"/>
              </a:lnSpc>
              <a:spcAft>
                <a:spcPts val="1765"/>
              </a:spcAft>
            </a:pPr>
            <a:r>
              <a:rPr lang="zh-CN" altLang="en-US" sz="1400" dirty="0">
                <a:latin typeface="思源黑体" panose="020B0400000000000000" pitchFamily="34" charset="-122"/>
                <a:ea typeface="思源黑体" panose="020B0400000000000000" pitchFamily="34" charset="-122"/>
                <a:sym typeface="微软雅黑" panose="020B0503020204020204" pitchFamily="34" charset="-122"/>
              </a:rPr>
              <a:t>随时可利用不同设备登记案件、审批管理……</a:t>
            </a:r>
            <a:endParaRPr lang="zh-CN" altLang="en-US" sz="1400" dirty="0">
              <a:latin typeface="思源黑体" panose="020B0400000000000000" pitchFamily="34" charset="-122"/>
              <a:ea typeface="思源黑体" panose="020B0400000000000000" pitchFamily="34" charset="-122"/>
              <a:sym typeface="微软雅黑" panose="020B0503020204020204" pitchFamily="34" charset="-122"/>
            </a:endParaRPr>
          </a:p>
          <a:p>
            <a:pPr>
              <a:lnSpc>
                <a:spcPct val="150000"/>
              </a:lnSpc>
              <a:spcAft>
                <a:spcPts val="1765"/>
              </a:spcAft>
            </a:pPr>
            <a:r>
              <a:rPr lang="zh-CN" altLang="en-US" sz="1400" dirty="0">
                <a:latin typeface="思源黑体" panose="020B0400000000000000" pitchFamily="34" charset="-122"/>
                <a:ea typeface="思源黑体" panose="020B0400000000000000" pitchFamily="34" charset="-122"/>
                <a:sym typeface="微软雅黑" panose="020B0503020204020204" pitchFamily="34" charset="-122"/>
              </a:rPr>
              <a:t>工作日志、日历、庭审提醒、签到等保持同步</a:t>
            </a:r>
            <a:endParaRPr lang="zh-CN" altLang="en-US" sz="1400" dirty="0">
              <a:latin typeface="思源黑体" panose="020B0400000000000000" pitchFamily="34" charset="-122"/>
              <a:ea typeface="思源黑体" panose="020B0400000000000000" pitchFamily="34" charset="-122"/>
            </a:endParaRPr>
          </a:p>
          <a:p>
            <a:pPr>
              <a:lnSpc>
                <a:spcPct val="150000"/>
              </a:lnSpc>
              <a:spcAft>
                <a:spcPts val="1765"/>
              </a:spcAft>
            </a:pPr>
            <a:r>
              <a:rPr lang="zh-CN" altLang="en-US" sz="1400" dirty="0">
                <a:latin typeface="思源黑体" panose="020B0400000000000000" pitchFamily="34" charset="-122"/>
                <a:ea typeface="思源黑体" panose="020B0400000000000000" pitchFamily="34" charset="-122"/>
                <a:sym typeface="微软雅黑" panose="020B0503020204020204" pitchFamily="34" charset="-122"/>
              </a:rPr>
              <a:t>还有司法通讯录、各种计算工具……</a:t>
            </a:r>
            <a:endParaRPr lang="zh-CN" altLang="en-US" sz="1400" dirty="0">
              <a:latin typeface="思源黑体" panose="020B0400000000000000" pitchFamily="34" charset="-122"/>
              <a:ea typeface="思源黑体" panose="020B0400000000000000" pitchFamily="34" charset="-122"/>
              <a:sym typeface="微软雅黑" panose="020B0503020204020204" pitchFamily="34" charset="-122"/>
            </a:endParaRPr>
          </a:p>
        </p:txBody>
      </p:sp>
      <p:sp>
        <p:nvSpPr>
          <p:cNvPr id="19" name="文本框 18"/>
          <p:cNvSpPr txBox="1"/>
          <p:nvPr/>
        </p:nvSpPr>
        <p:spPr>
          <a:xfrm>
            <a:off x="6550025" y="2663825"/>
            <a:ext cx="1497013" cy="423863"/>
          </a:xfrm>
          <a:prstGeom prst="rect">
            <a:avLst/>
          </a:prstGeom>
          <a:noFill/>
        </p:spPr>
        <p:txBody>
          <a:bodyPr wrap="none" rtlCol="0" anchor="t">
            <a:spAutoFit/>
          </a:bodyPr>
          <a:p>
            <a:pPr fontAlgn="auto">
              <a:lnSpc>
                <a:spcPct val="120000"/>
              </a:lnSpc>
            </a:pPr>
            <a:r>
              <a:rPr kumimoji="1" spc="-150" noProof="1" dirty="0">
                <a:latin typeface="思源黑体 CN Light" pitchFamily="34" charset="-122"/>
                <a:ea typeface="思源黑体 CN Light" pitchFamily="34" charset="-122"/>
                <a:cs typeface="+mn-cs"/>
                <a:sym typeface="+mn-ea"/>
              </a:rPr>
              <a:t>PC、平板、APP</a:t>
            </a:r>
            <a:endParaRPr lang="zh-CN" altLang="en-US" noProof="1"/>
          </a:p>
        </p:txBody>
      </p:sp>
      <p:pic>
        <p:nvPicPr>
          <p:cNvPr id="39946" name="图片 93" descr="图片1"/>
          <p:cNvPicPr>
            <a:picLocks noChangeAspect="1"/>
          </p:cNvPicPr>
          <p:nvPr/>
        </p:nvPicPr>
        <p:blipFill>
          <a:blip r:embed="rId5"/>
          <a:stretch>
            <a:fillRect/>
          </a:stretch>
        </p:blipFill>
        <p:spPr>
          <a:xfrm>
            <a:off x="3397250" y="3303588"/>
            <a:ext cx="1589088" cy="3262312"/>
          </a:xfrm>
          <a:prstGeom prst="rect">
            <a:avLst/>
          </a:prstGeom>
          <a:noFill/>
          <a:ln w="9525">
            <a:noFill/>
          </a:ln>
        </p:spPr>
      </p:pic>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grpId="0" nodeType="after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p:cTn id="7" dur="500"/>
                                        <p:tgtEl>
                                          <p:spTgt spid="31"/>
                                        </p:tgtEl>
                                        <p:attrNameLst>
                                          <p:attrName>ppt_y</p:attrName>
                                        </p:attrNameLst>
                                      </p:cBhvr>
                                      <p:tavLst>
                                        <p:tav tm="0">
                                          <p:val>
                                            <p:strVal val="#ppt_y-#ppt_h*1.125000"/>
                                          </p:val>
                                        </p:tav>
                                        <p:tav tm="100000">
                                          <p:val>
                                            <p:strVal val="#ppt_y"/>
                                          </p:val>
                                        </p:tav>
                                      </p:tavLst>
                                    </p:anim>
                                    <p:animEffect transition="in" filter="wipe(down)">
                                      <p:cBhvr>
                                        <p:cTn id="8" dur="500"/>
                                        <p:tgtEl>
                                          <p:spTgt spid="31"/>
                                        </p:tgtEl>
                                      </p:cBhvr>
                                    </p:animEffect>
                                  </p:childTnLst>
                                </p:cTn>
                              </p:par>
                            </p:childTnLst>
                          </p:cTn>
                        </p:par>
                        <p:par>
                          <p:cTn id="9" fill="hold">
                            <p:stCondLst>
                              <p:cond delay="500"/>
                            </p:stCondLst>
                            <p:childTnLst>
                              <p:par>
                                <p:cTn id="10" presetID="10" presetClass="entr" presetSubtype="0" fill="hold" grpId="0" nodeType="after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par>
                          <p:cTn id="13" fill="hold">
                            <p:stCondLst>
                              <p:cond delay="1000"/>
                            </p:stCondLst>
                            <p:childTnLst>
                              <p:par>
                                <p:cTn id="14" presetID="10" presetClass="entr" presetSubtype="0" fill="hold" nodeType="after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6"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 name="PA-文本框 10"/>
          <p:cNvSpPr txBox="1"/>
          <p:nvPr>
            <p:custDataLst>
              <p:tags r:id="rId1"/>
            </p:custDataLst>
          </p:nvPr>
        </p:nvSpPr>
        <p:spPr>
          <a:xfrm>
            <a:off x="862013" y="30163"/>
            <a:ext cx="3254375" cy="450850"/>
          </a:xfrm>
          <a:prstGeom prst="rect">
            <a:avLst/>
          </a:prstGeom>
          <a:noFill/>
          <a:ln w="9525">
            <a:noFill/>
          </a:ln>
        </p:spPr>
        <p:txBody>
          <a:bodyPr wrap="square" anchor="t" anchorCtr="0">
            <a:spAutoFit/>
          </a:bodyPr>
          <a:p>
            <a:pPr>
              <a:lnSpc>
                <a:spcPct val="130000"/>
              </a:lnSpc>
            </a:pPr>
            <a:r>
              <a:rPr lang="zh-CN" altLang="en-US" b="1" dirty="0">
                <a:latin typeface="微软雅黑" panose="020B0503020204020204" pitchFamily="34" charset="-122"/>
                <a:ea typeface="微软雅黑" panose="020B0503020204020204" pitchFamily="34" charset="-122"/>
              </a:rPr>
              <a:t>律师</a:t>
            </a:r>
            <a:r>
              <a:rPr lang="zh-CN" altLang="en-US" b="1" dirty="0">
                <a:latin typeface="微软雅黑" panose="020B0503020204020204" pitchFamily="34" charset="-122"/>
                <a:ea typeface="微软雅黑" panose="020B0503020204020204" pitchFamily="34" charset="-122"/>
                <a:sym typeface="微软雅黑" panose="020B0503020204020204" pitchFamily="34" charset="-122"/>
              </a:rPr>
              <a:t>端</a:t>
            </a:r>
            <a:r>
              <a:rPr lang="en-US" altLang="zh-CN" b="1" dirty="0">
                <a:latin typeface="微软雅黑" panose="020B0503020204020204" pitchFamily="34" charset="-122"/>
                <a:ea typeface="微软雅黑" panose="020B0503020204020204" pitchFamily="34" charset="-122"/>
              </a:rPr>
              <a:t>APP</a:t>
            </a:r>
            <a:endParaRPr lang="zh-CN" altLang="en-US" b="1" dirty="0">
              <a:latin typeface="微软雅黑" panose="020B0503020204020204" pitchFamily="34" charset="-122"/>
              <a:ea typeface="微软雅黑" panose="020B0503020204020204" pitchFamily="34" charset="-122"/>
            </a:endParaRPr>
          </a:p>
        </p:txBody>
      </p:sp>
      <p:pic>
        <p:nvPicPr>
          <p:cNvPr id="33" name="图片 32"/>
          <p:cNvPicPr>
            <a:picLocks noChangeAspect="1"/>
          </p:cNvPicPr>
          <p:nvPr/>
        </p:nvPicPr>
        <p:blipFill>
          <a:blip r:embed="rId2" cstate="screen"/>
          <a:srcRect l="35490" b="47335"/>
          <a:stretch>
            <a:fillRect/>
          </a:stretch>
        </p:blipFill>
        <p:spPr>
          <a:xfrm rot="10800000" flipH="1">
            <a:off x="0" y="0"/>
            <a:ext cx="1129890" cy="842443"/>
          </a:xfrm>
          <a:custGeom>
            <a:avLst/>
            <a:gdLst>
              <a:gd name="connsiteX0" fmla="*/ 0 w 6539008"/>
              <a:gd name="connsiteY0" fmla="*/ 0 h 4875469"/>
              <a:gd name="connsiteX1" fmla="*/ 6539008 w 6539008"/>
              <a:gd name="connsiteY1" fmla="*/ 0 h 4875469"/>
              <a:gd name="connsiteX2" fmla="*/ 6539008 w 6539008"/>
              <a:gd name="connsiteY2" fmla="*/ 4875469 h 4875469"/>
              <a:gd name="connsiteX3" fmla="*/ 0 w 6539008"/>
              <a:gd name="connsiteY3" fmla="*/ 4875469 h 4875469"/>
            </a:gdLst>
            <a:ahLst/>
            <a:cxnLst>
              <a:cxn ang="0">
                <a:pos x="connsiteX0" y="connsiteY0"/>
              </a:cxn>
              <a:cxn ang="0">
                <a:pos x="connsiteX1" y="connsiteY1"/>
              </a:cxn>
              <a:cxn ang="0">
                <a:pos x="connsiteX2" y="connsiteY2"/>
              </a:cxn>
              <a:cxn ang="0">
                <a:pos x="connsiteX3" y="connsiteY3"/>
              </a:cxn>
            </a:cxnLst>
            <a:rect l="l" t="t" r="r" b="b"/>
            <a:pathLst>
              <a:path w="6539008" h="4875469">
                <a:moveTo>
                  <a:pt x="0" y="0"/>
                </a:moveTo>
                <a:lnTo>
                  <a:pt x="6539008" y="0"/>
                </a:lnTo>
                <a:lnTo>
                  <a:pt x="6539008" y="4875469"/>
                </a:lnTo>
                <a:lnTo>
                  <a:pt x="0" y="4875469"/>
                </a:lnTo>
                <a:close/>
              </a:path>
            </a:pathLst>
          </a:custGeom>
        </p:spPr>
      </p:pic>
      <p:pic>
        <p:nvPicPr>
          <p:cNvPr id="40963" name="图片占位符 23" descr="图片1"/>
          <p:cNvPicPr>
            <a:picLocks noChangeAspect="1"/>
          </p:cNvPicPr>
          <p:nvPr/>
        </p:nvPicPr>
        <p:blipFill>
          <a:blip r:embed="rId3"/>
          <a:stretch>
            <a:fillRect/>
          </a:stretch>
        </p:blipFill>
        <p:spPr>
          <a:xfrm>
            <a:off x="1362075" y="1516063"/>
            <a:ext cx="2257425" cy="4637087"/>
          </a:xfrm>
          <a:prstGeom prst="rect">
            <a:avLst/>
          </a:prstGeom>
          <a:noFill/>
          <a:ln w="9525">
            <a:noFill/>
          </a:ln>
        </p:spPr>
      </p:pic>
      <p:sp>
        <p:nvSpPr>
          <p:cNvPr id="40964" name="Freeform 12"/>
          <p:cNvSpPr/>
          <p:nvPr/>
        </p:nvSpPr>
        <p:spPr>
          <a:xfrm>
            <a:off x="4687888" y="2162175"/>
            <a:ext cx="561975" cy="563563"/>
          </a:xfrm>
          <a:custGeom>
            <a:avLst/>
            <a:gdLst/>
            <a:ahLst/>
            <a:cxnLst>
              <a:cxn ang="0">
                <a:pos x="104722" y="74794"/>
              </a:cxn>
              <a:cxn ang="0">
                <a:pos x="406465" y="103287"/>
              </a:cxn>
              <a:cxn ang="0">
                <a:pos x="378066" y="406025"/>
              </a:cxn>
              <a:cxn ang="0">
                <a:pos x="76323" y="377532"/>
              </a:cxn>
              <a:cxn ang="0">
                <a:pos x="104722" y="74794"/>
              </a:cxn>
            </a:cxnLst>
            <a:pathLst>
              <a:path w="271" h="271">
                <a:moveTo>
                  <a:pt x="59" y="42"/>
                </a:moveTo>
                <a:cubicBezTo>
                  <a:pt x="110" y="0"/>
                  <a:pt x="186" y="7"/>
                  <a:pt x="229" y="58"/>
                </a:cubicBezTo>
                <a:cubicBezTo>
                  <a:pt x="271" y="110"/>
                  <a:pt x="264" y="186"/>
                  <a:pt x="213" y="228"/>
                </a:cubicBezTo>
                <a:cubicBezTo>
                  <a:pt x="161" y="271"/>
                  <a:pt x="85" y="264"/>
                  <a:pt x="43" y="212"/>
                </a:cubicBezTo>
                <a:cubicBezTo>
                  <a:pt x="0" y="161"/>
                  <a:pt x="7" y="85"/>
                  <a:pt x="59" y="42"/>
                </a:cubicBezTo>
                <a:close/>
              </a:path>
            </a:pathLst>
          </a:custGeom>
          <a:solidFill>
            <a:srgbClr val="404040"/>
          </a:solidFill>
          <a:ln w="9525">
            <a:noFill/>
          </a:ln>
        </p:spPr>
        <p:txBody>
          <a:bodyPr/>
          <a:p>
            <a:endParaRPr lang="zh-CN" altLang="en-US"/>
          </a:p>
        </p:txBody>
      </p:sp>
      <p:sp>
        <p:nvSpPr>
          <p:cNvPr id="40965" name="Freeform 8"/>
          <p:cNvSpPr/>
          <p:nvPr/>
        </p:nvSpPr>
        <p:spPr>
          <a:xfrm>
            <a:off x="4683125" y="3667125"/>
            <a:ext cx="571500" cy="571500"/>
          </a:xfrm>
          <a:custGeom>
            <a:avLst/>
            <a:gdLst/>
            <a:ahLst/>
            <a:cxnLst>
              <a:cxn ang="0">
                <a:pos x="381094" y="77840"/>
              </a:cxn>
              <a:cxn ang="0">
                <a:pos x="406025" y="378587"/>
              </a:cxn>
              <a:cxn ang="0">
                <a:pos x="101506" y="403354"/>
              </a:cxn>
              <a:cxn ang="0">
                <a:pos x="78356" y="100838"/>
              </a:cxn>
              <a:cxn ang="0">
                <a:pos x="381094" y="77840"/>
              </a:cxn>
            </a:cxnLst>
            <a:pathLst>
              <a:path w="271" h="271">
                <a:moveTo>
                  <a:pt x="214" y="44"/>
                </a:moveTo>
                <a:cubicBezTo>
                  <a:pt x="265" y="87"/>
                  <a:pt x="271" y="163"/>
                  <a:pt x="228" y="214"/>
                </a:cubicBezTo>
                <a:cubicBezTo>
                  <a:pt x="184" y="265"/>
                  <a:pt x="108" y="271"/>
                  <a:pt x="57" y="228"/>
                </a:cubicBezTo>
                <a:cubicBezTo>
                  <a:pt x="7" y="184"/>
                  <a:pt x="0" y="108"/>
                  <a:pt x="44" y="57"/>
                </a:cubicBezTo>
                <a:cubicBezTo>
                  <a:pt x="87" y="7"/>
                  <a:pt x="163" y="0"/>
                  <a:pt x="214" y="44"/>
                </a:cubicBezTo>
                <a:close/>
              </a:path>
            </a:pathLst>
          </a:custGeom>
          <a:solidFill>
            <a:srgbClr val="404040"/>
          </a:solidFill>
          <a:ln w="9525">
            <a:noFill/>
          </a:ln>
        </p:spPr>
        <p:txBody>
          <a:bodyPr/>
          <a:p>
            <a:endParaRPr lang="zh-CN" altLang="en-US"/>
          </a:p>
        </p:txBody>
      </p:sp>
      <p:sp>
        <p:nvSpPr>
          <p:cNvPr id="40966" name="Freeform 10"/>
          <p:cNvSpPr/>
          <p:nvPr/>
        </p:nvSpPr>
        <p:spPr>
          <a:xfrm>
            <a:off x="4718050" y="2946400"/>
            <a:ext cx="500063" cy="498475"/>
          </a:xfrm>
          <a:custGeom>
            <a:avLst/>
            <a:gdLst/>
            <a:ahLst/>
            <a:cxnLst>
              <a:cxn ang="0">
                <a:pos x="216884" y="1777"/>
              </a:cxn>
              <a:cxn ang="0">
                <a:pos x="430213" y="216788"/>
              </a:cxn>
              <a:cxn ang="0">
                <a:pos x="213329" y="430023"/>
              </a:cxn>
              <a:cxn ang="0">
                <a:pos x="0" y="215012"/>
              </a:cxn>
              <a:cxn ang="0">
                <a:pos x="216884" y="1777"/>
              </a:cxn>
            </a:cxnLst>
            <a:pathLst>
              <a:path w="242" h="243">
                <a:moveTo>
                  <a:pt x="122" y="1"/>
                </a:moveTo>
                <a:cubicBezTo>
                  <a:pt x="188" y="1"/>
                  <a:pt x="242" y="56"/>
                  <a:pt x="242" y="122"/>
                </a:cubicBezTo>
                <a:cubicBezTo>
                  <a:pt x="241" y="189"/>
                  <a:pt x="187" y="243"/>
                  <a:pt x="120" y="242"/>
                </a:cubicBezTo>
                <a:cubicBezTo>
                  <a:pt x="53" y="242"/>
                  <a:pt x="0" y="188"/>
                  <a:pt x="0" y="121"/>
                </a:cubicBezTo>
                <a:cubicBezTo>
                  <a:pt x="1" y="54"/>
                  <a:pt x="55" y="0"/>
                  <a:pt x="122" y="1"/>
                </a:cubicBezTo>
                <a:close/>
              </a:path>
            </a:pathLst>
          </a:custGeom>
          <a:solidFill>
            <a:srgbClr val="294F73"/>
          </a:solidFill>
          <a:ln w="9525">
            <a:noFill/>
          </a:ln>
        </p:spPr>
        <p:txBody>
          <a:bodyPr/>
          <a:p>
            <a:endParaRPr lang="zh-CN" altLang="en-US"/>
          </a:p>
        </p:txBody>
      </p:sp>
      <p:sp>
        <p:nvSpPr>
          <p:cNvPr id="40967" name="Freeform 1819"/>
          <p:cNvSpPr/>
          <p:nvPr/>
        </p:nvSpPr>
        <p:spPr>
          <a:xfrm>
            <a:off x="4684713" y="4451350"/>
            <a:ext cx="563562" cy="563563"/>
          </a:xfrm>
          <a:custGeom>
            <a:avLst/>
            <a:gdLst/>
            <a:ahLst/>
            <a:cxnLst>
              <a:cxn ang="0">
                <a:pos x="382657" y="63966"/>
              </a:cxn>
              <a:cxn ang="0">
                <a:pos x="469624" y="383796"/>
              </a:cxn>
              <a:cxn ang="0">
                <a:pos x="150743" y="471022"/>
              </a:cxn>
              <a:cxn ang="0">
                <a:pos x="69574" y="151192"/>
              </a:cxn>
              <a:cxn ang="0">
                <a:pos x="382657" y="63966"/>
              </a:cxn>
            </a:cxnLst>
            <a:pathLst>
              <a:path w="92" h="92">
                <a:moveTo>
                  <a:pt x="66" y="11"/>
                </a:moveTo>
                <a:cubicBezTo>
                  <a:pt x="85" y="23"/>
                  <a:pt x="92" y="47"/>
                  <a:pt x="81" y="66"/>
                </a:cubicBezTo>
                <a:cubicBezTo>
                  <a:pt x="70" y="85"/>
                  <a:pt x="45" y="92"/>
                  <a:pt x="26" y="81"/>
                </a:cubicBezTo>
                <a:cubicBezTo>
                  <a:pt x="7" y="70"/>
                  <a:pt x="0" y="45"/>
                  <a:pt x="12" y="26"/>
                </a:cubicBezTo>
                <a:cubicBezTo>
                  <a:pt x="23" y="7"/>
                  <a:pt x="47" y="0"/>
                  <a:pt x="66" y="11"/>
                </a:cubicBezTo>
              </a:path>
            </a:pathLst>
          </a:custGeom>
          <a:solidFill>
            <a:srgbClr val="294F73"/>
          </a:solidFill>
          <a:ln w="9525">
            <a:noFill/>
          </a:ln>
        </p:spPr>
        <p:txBody>
          <a:bodyPr/>
          <a:p>
            <a:endParaRPr lang="zh-CN" altLang="en-US"/>
          </a:p>
        </p:txBody>
      </p:sp>
      <p:sp>
        <p:nvSpPr>
          <p:cNvPr id="40968" name="Freeform 12"/>
          <p:cNvSpPr/>
          <p:nvPr/>
        </p:nvSpPr>
        <p:spPr>
          <a:xfrm>
            <a:off x="7370763" y="2162175"/>
            <a:ext cx="561975" cy="563563"/>
          </a:xfrm>
          <a:custGeom>
            <a:avLst/>
            <a:gdLst/>
            <a:ahLst/>
            <a:cxnLst>
              <a:cxn ang="0">
                <a:pos x="104722" y="74794"/>
              </a:cxn>
              <a:cxn ang="0">
                <a:pos x="406465" y="103287"/>
              </a:cxn>
              <a:cxn ang="0">
                <a:pos x="378066" y="406025"/>
              </a:cxn>
              <a:cxn ang="0">
                <a:pos x="76323" y="377532"/>
              </a:cxn>
              <a:cxn ang="0">
                <a:pos x="104722" y="74794"/>
              </a:cxn>
            </a:cxnLst>
            <a:pathLst>
              <a:path w="271" h="271">
                <a:moveTo>
                  <a:pt x="59" y="42"/>
                </a:moveTo>
                <a:cubicBezTo>
                  <a:pt x="110" y="0"/>
                  <a:pt x="186" y="7"/>
                  <a:pt x="229" y="58"/>
                </a:cubicBezTo>
                <a:cubicBezTo>
                  <a:pt x="271" y="110"/>
                  <a:pt x="264" y="186"/>
                  <a:pt x="213" y="228"/>
                </a:cubicBezTo>
                <a:cubicBezTo>
                  <a:pt x="161" y="271"/>
                  <a:pt x="85" y="264"/>
                  <a:pt x="43" y="212"/>
                </a:cubicBezTo>
                <a:cubicBezTo>
                  <a:pt x="0" y="161"/>
                  <a:pt x="7" y="85"/>
                  <a:pt x="59" y="42"/>
                </a:cubicBezTo>
                <a:close/>
              </a:path>
            </a:pathLst>
          </a:custGeom>
          <a:solidFill>
            <a:srgbClr val="404040"/>
          </a:solidFill>
          <a:ln w="9525">
            <a:noFill/>
          </a:ln>
        </p:spPr>
        <p:txBody>
          <a:bodyPr/>
          <a:p>
            <a:endParaRPr lang="zh-CN" altLang="en-US"/>
          </a:p>
        </p:txBody>
      </p:sp>
      <p:sp>
        <p:nvSpPr>
          <p:cNvPr id="40969" name="Freeform 10"/>
          <p:cNvSpPr/>
          <p:nvPr/>
        </p:nvSpPr>
        <p:spPr>
          <a:xfrm>
            <a:off x="7410450" y="2946400"/>
            <a:ext cx="498475" cy="498475"/>
          </a:xfrm>
          <a:custGeom>
            <a:avLst/>
            <a:gdLst/>
            <a:ahLst/>
            <a:cxnLst>
              <a:cxn ang="0">
                <a:pos x="216884" y="1777"/>
              </a:cxn>
              <a:cxn ang="0">
                <a:pos x="430213" y="216788"/>
              </a:cxn>
              <a:cxn ang="0">
                <a:pos x="213329" y="430023"/>
              </a:cxn>
              <a:cxn ang="0">
                <a:pos x="0" y="215012"/>
              </a:cxn>
              <a:cxn ang="0">
                <a:pos x="216884" y="1777"/>
              </a:cxn>
            </a:cxnLst>
            <a:pathLst>
              <a:path w="242" h="243">
                <a:moveTo>
                  <a:pt x="122" y="1"/>
                </a:moveTo>
                <a:cubicBezTo>
                  <a:pt x="188" y="1"/>
                  <a:pt x="242" y="56"/>
                  <a:pt x="242" y="122"/>
                </a:cubicBezTo>
                <a:cubicBezTo>
                  <a:pt x="241" y="189"/>
                  <a:pt x="187" y="243"/>
                  <a:pt x="120" y="242"/>
                </a:cubicBezTo>
                <a:cubicBezTo>
                  <a:pt x="53" y="242"/>
                  <a:pt x="0" y="188"/>
                  <a:pt x="0" y="121"/>
                </a:cubicBezTo>
                <a:cubicBezTo>
                  <a:pt x="1" y="54"/>
                  <a:pt x="55" y="0"/>
                  <a:pt x="122" y="1"/>
                </a:cubicBezTo>
                <a:close/>
              </a:path>
            </a:pathLst>
          </a:custGeom>
          <a:solidFill>
            <a:srgbClr val="294F73"/>
          </a:solidFill>
          <a:ln w="9525">
            <a:noFill/>
          </a:ln>
        </p:spPr>
        <p:txBody>
          <a:bodyPr/>
          <a:p>
            <a:endParaRPr lang="zh-CN" altLang="en-US"/>
          </a:p>
        </p:txBody>
      </p:sp>
      <p:sp>
        <p:nvSpPr>
          <p:cNvPr id="40970" name="Freeform 8"/>
          <p:cNvSpPr/>
          <p:nvPr/>
        </p:nvSpPr>
        <p:spPr>
          <a:xfrm>
            <a:off x="7358063" y="3667125"/>
            <a:ext cx="573087" cy="571500"/>
          </a:xfrm>
          <a:custGeom>
            <a:avLst/>
            <a:gdLst/>
            <a:ahLst/>
            <a:cxnLst>
              <a:cxn ang="0">
                <a:pos x="381094" y="77840"/>
              </a:cxn>
              <a:cxn ang="0">
                <a:pos x="406025" y="378587"/>
              </a:cxn>
              <a:cxn ang="0">
                <a:pos x="101506" y="403354"/>
              </a:cxn>
              <a:cxn ang="0">
                <a:pos x="78356" y="100838"/>
              </a:cxn>
              <a:cxn ang="0">
                <a:pos x="381094" y="77840"/>
              </a:cxn>
            </a:cxnLst>
            <a:pathLst>
              <a:path w="271" h="271">
                <a:moveTo>
                  <a:pt x="214" y="44"/>
                </a:moveTo>
                <a:cubicBezTo>
                  <a:pt x="265" y="87"/>
                  <a:pt x="271" y="163"/>
                  <a:pt x="228" y="214"/>
                </a:cubicBezTo>
                <a:cubicBezTo>
                  <a:pt x="184" y="265"/>
                  <a:pt x="108" y="271"/>
                  <a:pt x="57" y="228"/>
                </a:cubicBezTo>
                <a:cubicBezTo>
                  <a:pt x="7" y="184"/>
                  <a:pt x="0" y="108"/>
                  <a:pt x="44" y="57"/>
                </a:cubicBezTo>
                <a:cubicBezTo>
                  <a:pt x="87" y="7"/>
                  <a:pt x="163" y="0"/>
                  <a:pt x="214" y="44"/>
                </a:cubicBezTo>
                <a:close/>
              </a:path>
            </a:pathLst>
          </a:custGeom>
          <a:solidFill>
            <a:srgbClr val="404040"/>
          </a:solidFill>
          <a:ln w="9525">
            <a:noFill/>
          </a:ln>
        </p:spPr>
        <p:txBody>
          <a:bodyPr/>
          <a:p>
            <a:endParaRPr lang="zh-CN" altLang="en-US"/>
          </a:p>
        </p:txBody>
      </p:sp>
      <p:sp>
        <p:nvSpPr>
          <p:cNvPr id="40971" name="Freeform 1819"/>
          <p:cNvSpPr/>
          <p:nvPr/>
        </p:nvSpPr>
        <p:spPr>
          <a:xfrm>
            <a:off x="7378700" y="4451350"/>
            <a:ext cx="561975" cy="563563"/>
          </a:xfrm>
          <a:custGeom>
            <a:avLst/>
            <a:gdLst/>
            <a:ahLst/>
            <a:cxnLst>
              <a:cxn ang="0">
                <a:pos x="382657" y="63966"/>
              </a:cxn>
              <a:cxn ang="0">
                <a:pos x="469624" y="383796"/>
              </a:cxn>
              <a:cxn ang="0">
                <a:pos x="150743" y="471022"/>
              </a:cxn>
              <a:cxn ang="0">
                <a:pos x="69574" y="151192"/>
              </a:cxn>
              <a:cxn ang="0">
                <a:pos x="382657" y="63966"/>
              </a:cxn>
            </a:cxnLst>
            <a:pathLst>
              <a:path w="92" h="92">
                <a:moveTo>
                  <a:pt x="66" y="11"/>
                </a:moveTo>
                <a:cubicBezTo>
                  <a:pt x="85" y="23"/>
                  <a:pt x="92" y="47"/>
                  <a:pt x="81" y="66"/>
                </a:cubicBezTo>
                <a:cubicBezTo>
                  <a:pt x="70" y="85"/>
                  <a:pt x="45" y="92"/>
                  <a:pt x="26" y="81"/>
                </a:cubicBezTo>
                <a:cubicBezTo>
                  <a:pt x="7" y="70"/>
                  <a:pt x="0" y="45"/>
                  <a:pt x="12" y="26"/>
                </a:cubicBezTo>
                <a:cubicBezTo>
                  <a:pt x="23" y="7"/>
                  <a:pt x="47" y="0"/>
                  <a:pt x="66" y="11"/>
                </a:cubicBezTo>
              </a:path>
            </a:pathLst>
          </a:custGeom>
          <a:solidFill>
            <a:srgbClr val="294F73"/>
          </a:solidFill>
          <a:ln w="9525">
            <a:noFill/>
          </a:ln>
        </p:spPr>
        <p:txBody>
          <a:bodyPr/>
          <a:p>
            <a:endParaRPr lang="zh-CN" altLang="en-US"/>
          </a:p>
        </p:txBody>
      </p:sp>
      <p:sp>
        <p:nvSpPr>
          <p:cNvPr id="40972" name="文本框 39"/>
          <p:cNvSpPr txBox="1"/>
          <p:nvPr/>
        </p:nvSpPr>
        <p:spPr>
          <a:xfrm>
            <a:off x="5310188" y="2276475"/>
            <a:ext cx="1454150" cy="336550"/>
          </a:xfrm>
          <a:prstGeom prst="rect">
            <a:avLst/>
          </a:prstGeom>
          <a:noFill/>
          <a:ln w="9525">
            <a:noFill/>
          </a:ln>
        </p:spPr>
        <p:txBody>
          <a:bodyPr wrap="square" anchor="t" anchorCtr="0">
            <a:spAutoFit/>
          </a:bodyPr>
          <a:p>
            <a:r>
              <a:rPr lang="zh-CN" altLang="en-US" sz="1600" dirty="0">
                <a:latin typeface="思源黑体" panose="020B0400000000000000" pitchFamily="34" charset="-122"/>
                <a:ea typeface="思源黑体" panose="020B0400000000000000" pitchFamily="34" charset="-122"/>
              </a:rPr>
              <a:t>案件管理</a:t>
            </a:r>
            <a:endParaRPr lang="zh-CN" altLang="en-US" sz="1600" dirty="0">
              <a:latin typeface="思源黑体" panose="020B0400000000000000" pitchFamily="34" charset="-122"/>
              <a:ea typeface="思源黑体" panose="020B0400000000000000" pitchFamily="34" charset="-122"/>
            </a:endParaRPr>
          </a:p>
        </p:txBody>
      </p:sp>
      <p:sp>
        <p:nvSpPr>
          <p:cNvPr id="40973" name="文本框 40"/>
          <p:cNvSpPr txBox="1"/>
          <p:nvPr/>
        </p:nvSpPr>
        <p:spPr>
          <a:xfrm>
            <a:off x="5310188" y="3036888"/>
            <a:ext cx="1160462" cy="338137"/>
          </a:xfrm>
          <a:prstGeom prst="rect">
            <a:avLst/>
          </a:prstGeom>
          <a:noFill/>
          <a:ln w="9525">
            <a:noFill/>
          </a:ln>
        </p:spPr>
        <p:txBody>
          <a:bodyPr wrap="square" anchor="t" anchorCtr="0">
            <a:spAutoFit/>
          </a:bodyPr>
          <a:p>
            <a:r>
              <a:rPr lang="zh-CN" altLang="en-US" sz="1600" dirty="0">
                <a:latin typeface="思源黑体" panose="020B0400000000000000" pitchFamily="34" charset="-122"/>
                <a:ea typeface="思源黑体" panose="020B0400000000000000" pitchFamily="34" charset="-122"/>
              </a:rPr>
              <a:t>庭审提醒</a:t>
            </a:r>
            <a:endParaRPr lang="zh-CN" altLang="en-US" sz="1600" dirty="0">
              <a:latin typeface="思源黑体" panose="020B0400000000000000" pitchFamily="34" charset="-122"/>
              <a:ea typeface="思源黑体" panose="020B0400000000000000" pitchFamily="34" charset="-122"/>
            </a:endParaRPr>
          </a:p>
        </p:txBody>
      </p:sp>
      <p:sp>
        <p:nvSpPr>
          <p:cNvPr id="40974" name="文本框 41"/>
          <p:cNvSpPr txBox="1"/>
          <p:nvPr/>
        </p:nvSpPr>
        <p:spPr>
          <a:xfrm>
            <a:off x="5310188" y="3825875"/>
            <a:ext cx="1611312" cy="336550"/>
          </a:xfrm>
          <a:prstGeom prst="rect">
            <a:avLst/>
          </a:prstGeom>
          <a:noFill/>
          <a:ln w="9525">
            <a:noFill/>
          </a:ln>
        </p:spPr>
        <p:txBody>
          <a:bodyPr wrap="square" anchor="t" anchorCtr="0">
            <a:spAutoFit/>
          </a:bodyPr>
          <a:p>
            <a:r>
              <a:rPr lang="zh-CN" altLang="en-US" sz="1600" dirty="0">
                <a:latin typeface="思源黑体" panose="020B0400000000000000" pitchFamily="34" charset="-122"/>
                <a:ea typeface="思源黑体" panose="020B0400000000000000" pitchFamily="34" charset="-122"/>
              </a:rPr>
              <a:t>审批中心</a:t>
            </a:r>
            <a:endParaRPr lang="zh-CN" altLang="en-US" sz="1600" dirty="0">
              <a:latin typeface="思源黑体" panose="020B0400000000000000" pitchFamily="34" charset="-122"/>
              <a:ea typeface="思源黑体" panose="020B0400000000000000" pitchFamily="34" charset="-122"/>
            </a:endParaRPr>
          </a:p>
        </p:txBody>
      </p:sp>
      <p:sp>
        <p:nvSpPr>
          <p:cNvPr id="40975" name="文本框 42"/>
          <p:cNvSpPr txBox="1"/>
          <p:nvPr/>
        </p:nvSpPr>
        <p:spPr>
          <a:xfrm>
            <a:off x="5310188" y="4597400"/>
            <a:ext cx="1216025" cy="338138"/>
          </a:xfrm>
          <a:prstGeom prst="rect">
            <a:avLst/>
          </a:prstGeom>
          <a:noFill/>
          <a:ln w="9525">
            <a:noFill/>
          </a:ln>
        </p:spPr>
        <p:txBody>
          <a:bodyPr wrap="square" anchor="t" anchorCtr="0">
            <a:spAutoFit/>
          </a:bodyPr>
          <a:p>
            <a:r>
              <a:rPr lang="zh-CN" altLang="en-US" sz="1600" dirty="0">
                <a:latin typeface="思源黑体" panose="020B0400000000000000" pitchFamily="34" charset="-122"/>
                <a:ea typeface="思源黑体" panose="020B0400000000000000" pitchFamily="34" charset="-122"/>
              </a:rPr>
              <a:t>知识文库</a:t>
            </a:r>
            <a:endParaRPr lang="zh-CN" altLang="en-US" sz="1600" dirty="0">
              <a:latin typeface="思源黑体" panose="020B0400000000000000" pitchFamily="34" charset="-122"/>
              <a:ea typeface="思源黑体" panose="020B0400000000000000" pitchFamily="34" charset="-122"/>
            </a:endParaRPr>
          </a:p>
        </p:txBody>
      </p:sp>
      <p:sp>
        <p:nvSpPr>
          <p:cNvPr id="40976" name="文本框 43"/>
          <p:cNvSpPr txBox="1"/>
          <p:nvPr/>
        </p:nvSpPr>
        <p:spPr>
          <a:xfrm>
            <a:off x="7996238" y="2276475"/>
            <a:ext cx="2540000" cy="336550"/>
          </a:xfrm>
          <a:prstGeom prst="rect">
            <a:avLst/>
          </a:prstGeom>
          <a:noFill/>
          <a:ln w="9525">
            <a:noFill/>
          </a:ln>
        </p:spPr>
        <p:txBody>
          <a:bodyPr wrap="square" anchor="t" anchorCtr="0">
            <a:spAutoFit/>
          </a:bodyPr>
          <a:p>
            <a:r>
              <a:rPr lang="zh-CN" altLang="en-US" sz="1600" dirty="0">
                <a:latin typeface="思源黑体" panose="020B0400000000000000" pitchFamily="34" charset="-122"/>
                <a:ea typeface="思源黑体" panose="020B0400000000000000" pitchFamily="34" charset="-122"/>
              </a:rPr>
              <a:t>日历、日志</a:t>
            </a:r>
            <a:endParaRPr lang="zh-CN" altLang="en-US" sz="1600" dirty="0">
              <a:latin typeface="思源黑体" panose="020B0400000000000000" pitchFamily="34" charset="-122"/>
              <a:ea typeface="思源黑体" panose="020B0400000000000000" pitchFamily="34" charset="-122"/>
            </a:endParaRPr>
          </a:p>
        </p:txBody>
      </p:sp>
      <p:sp>
        <p:nvSpPr>
          <p:cNvPr id="40977" name="文本框 44"/>
          <p:cNvSpPr txBox="1"/>
          <p:nvPr/>
        </p:nvSpPr>
        <p:spPr>
          <a:xfrm>
            <a:off x="7996238" y="3076575"/>
            <a:ext cx="2540000" cy="338138"/>
          </a:xfrm>
          <a:prstGeom prst="rect">
            <a:avLst/>
          </a:prstGeom>
          <a:noFill/>
          <a:ln w="9525">
            <a:noFill/>
          </a:ln>
        </p:spPr>
        <p:txBody>
          <a:bodyPr wrap="square" anchor="t" anchorCtr="0">
            <a:spAutoFit/>
          </a:bodyPr>
          <a:p>
            <a:r>
              <a:rPr lang="zh-CN" altLang="en-US" sz="1600" dirty="0">
                <a:latin typeface="思源黑体" panose="020B0400000000000000" pitchFamily="34" charset="-122"/>
                <a:ea typeface="思源黑体" panose="020B0400000000000000" pitchFamily="34" charset="-122"/>
              </a:rPr>
              <a:t>签到</a:t>
            </a:r>
            <a:endParaRPr lang="zh-CN" altLang="en-US" sz="1600" dirty="0">
              <a:latin typeface="思源黑体" panose="020B0400000000000000" pitchFamily="34" charset="-122"/>
              <a:ea typeface="思源黑体" panose="020B0400000000000000" pitchFamily="34" charset="-122"/>
            </a:endParaRPr>
          </a:p>
        </p:txBody>
      </p:sp>
      <p:sp>
        <p:nvSpPr>
          <p:cNvPr id="40978" name="文本框 45"/>
          <p:cNvSpPr txBox="1"/>
          <p:nvPr/>
        </p:nvSpPr>
        <p:spPr>
          <a:xfrm>
            <a:off x="7997825" y="3784600"/>
            <a:ext cx="2540000" cy="336550"/>
          </a:xfrm>
          <a:prstGeom prst="rect">
            <a:avLst/>
          </a:prstGeom>
          <a:noFill/>
          <a:ln w="9525">
            <a:noFill/>
          </a:ln>
        </p:spPr>
        <p:txBody>
          <a:bodyPr wrap="square" anchor="t" anchorCtr="0">
            <a:spAutoFit/>
          </a:bodyPr>
          <a:p>
            <a:r>
              <a:rPr lang="zh-CN" altLang="en-US" sz="1600" dirty="0">
                <a:latin typeface="思源黑体" panose="020B0400000000000000" pitchFamily="34" charset="-122"/>
                <a:ea typeface="思源黑体" panose="020B0400000000000000" pitchFamily="34" charset="-122"/>
              </a:rPr>
              <a:t>司法通讯录</a:t>
            </a:r>
            <a:endParaRPr lang="zh-CN" altLang="en-US" sz="1600" dirty="0">
              <a:latin typeface="思源黑体" panose="020B0400000000000000" pitchFamily="34" charset="-122"/>
              <a:ea typeface="思源黑体" panose="020B0400000000000000" pitchFamily="34" charset="-122"/>
            </a:endParaRPr>
          </a:p>
        </p:txBody>
      </p:sp>
      <p:sp>
        <p:nvSpPr>
          <p:cNvPr id="40979" name="文本框 46"/>
          <p:cNvSpPr txBox="1"/>
          <p:nvPr/>
        </p:nvSpPr>
        <p:spPr>
          <a:xfrm>
            <a:off x="7996238" y="4567238"/>
            <a:ext cx="2541587" cy="338137"/>
          </a:xfrm>
          <a:prstGeom prst="rect">
            <a:avLst/>
          </a:prstGeom>
          <a:noFill/>
          <a:ln w="9525">
            <a:noFill/>
          </a:ln>
        </p:spPr>
        <p:txBody>
          <a:bodyPr wrap="square" anchor="t" anchorCtr="0">
            <a:spAutoFit/>
          </a:bodyPr>
          <a:p>
            <a:r>
              <a:rPr lang="zh-CN" altLang="en-US" sz="1600" dirty="0">
                <a:latin typeface="思源黑体" panose="020B0400000000000000" pitchFamily="34" charset="-122"/>
                <a:ea typeface="思源黑体" panose="020B0400000000000000" pitchFamily="34" charset="-122"/>
              </a:rPr>
              <a:t>各类计算工具</a:t>
            </a:r>
            <a:endParaRPr lang="zh-CN" altLang="en-US" sz="1600" dirty="0">
              <a:latin typeface="思源黑体" panose="020B0400000000000000" pitchFamily="34" charset="-122"/>
              <a:ea typeface="思源黑体" panose="020B0400000000000000" pitchFamily="34" charset="-122"/>
            </a:endParaRPr>
          </a:p>
        </p:txBody>
      </p:sp>
      <p:pic>
        <p:nvPicPr>
          <p:cNvPr id="40980" name="图片 47" descr="管理"/>
          <p:cNvPicPr>
            <a:picLocks noChangeAspect="1"/>
          </p:cNvPicPr>
          <p:nvPr/>
        </p:nvPicPr>
        <p:blipFill>
          <a:blip r:embed="rId4"/>
          <a:stretch>
            <a:fillRect/>
          </a:stretch>
        </p:blipFill>
        <p:spPr>
          <a:xfrm>
            <a:off x="4799013" y="2263775"/>
            <a:ext cx="354012" cy="354013"/>
          </a:xfrm>
          <a:prstGeom prst="rect">
            <a:avLst/>
          </a:prstGeom>
          <a:noFill/>
          <a:ln w="9525">
            <a:noFill/>
          </a:ln>
        </p:spPr>
      </p:pic>
      <p:pic>
        <p:nvPicPr>
          <p:cNvPr id="40981" name="图片 48" descr="审批"/>
          <p:cNvPicPr>
            <a:picLocks noChangeAspect="1"/>
          </p:cNvPicPr>
          <p:nvPr/>
        </p:nvPicPr>
        <p:blipFill>
          <a:blip r:embed="rId5"/>
          <a:stretch>
            <a:fillRect/>
          </a:stretch>
        </p:blipFill>
        <p:spPr>
          <a:xfrm>
            <a:off x="4772025" y="3775075"/>
            <a:ext cx="355600" cy="355600"/>
          </a:xfrm>
          <a:prstGeom prst="rect">
            <a:avLst/>
          </a:prstGeom>
          <a:noFill/>
          <a:ln w="9525">
            <a:noFill/>
          </a:ln>
        </p:spPr>
      </p:pic>
      <p:pic>
        <p:nvPicPr>
          <p:cNvPr id="40982" name="图片 49" descr="提醒"/>
          <p:cNvPicPr>
            <a:picLocks noChangeAspect="1"/>
          </p:cNvPicPr>
          <p:nvPr/>
        </p:nvPicPr>
        <p:blipFill>
          <a:blip r:embed="rId6"/>
          <a:stretch>
            <a:fillRect/>
          </a:stretch>
        </p:blipFill>
        <p:spPr>
          <a:xfrm>
            <a:off x="4764088" y="3016250"/>
            <a:ext cx="388937" cy="388938"/>
          </a:xfrm>
          <a:prstGeom prst="rect">
            <a:avLst/>
          </a:prstGeom>
          <a:noFill/>
          <a:ln w="9525">
            <a:noFill/>
          </a:ln>
        </p:spPr>
      </p:pic>
      <p:pic>
        <p:nvPicPr>
          <p:cNvPr id="40983" name="图片 57" descr="日历"/>
          <p:cNvPicPr>
            <a:picLocks noChangeAspect="1"/>
          </p:cNvPicPr>
          <p:nvPr/>
        </p:nvPicPr>
        <p:blipFill>
          <a:blip r:embed="rId7"/>
          <a:stretch>
            <a:fillRect/>
          </a:stretch>
        </p:blipFill>
        <p:spPr>
          <a:xfrm>
            <a:off x="7513638" y="2276475"/>
            <a:ext cx="293687" cy="293688"/>
          </a:xfrm>
          <a:prstGeom prst="rect">
            <a:avLst/>
          </a:prstGeom>
          <a:noFill/>
          <a:ln w="9525">
            <a:noFill/>
          </a:ln>
        </p:spPr>
      </p:pic>
      <p:pic>
        <p:nvPicPr>
          <p:cNvPr id="40984" name="图片 58" descr="签到"/>
          <p:cNvPicPr>
            <a:picLocks noChangeAspect="1"/>
          </p:cNvPicPr>
          <p:nvPr/>
        </p:nvPicPr>
        <p:blipFill>
          <a:blip r:embed="rId8"/>
          <a:stretch>
            <a:fillRect/>
          </a:stretch>
        </p:blipFill>
        <p:spPr>
          <a:xfrm>
            <a:off x="7518400" y="3070225"/>
            <a:ext cx="288925" cy="288925"/>
          </a:xfrm>
          <a:prstGeom prst="rect">
            <a:avLst/>
          </a:prstGeom>
          <a:noFill/>
          <a:ln w="9525">
            <a:noFill/>
          </a:ln>
        </p:spPr>
      </p:pic>
      <p:pic>
        <p:nvPicPr>
          <p:cNvPr id="40985" name="图片 59" descr="通讯录"/>
          <p:cNvPicPr>
            <a:picLocks noChangeAspect="1"/>
          </p:cNvPicPr>
          <p:nvPr/>
        </p:nvPicPr>
        <p:blipFill>
          <a:blip r:embed="rId9"/>
          <a:stretch>
            <a:fillRect/>
          </a:stretch>
        </p:blipFill>
        <p:spPr>
          <a:xfrm>
            <a:off x="7470775" y="3792538"/>
            <a:ext cx="331788" cy="333375"/>
          </a:xfrm>
          <a:prstGeom prst="rect">
            <a:avLst/>
          </a:prstGeom>
          <a:noFill/>
          <a:ln w="9525">
            <a:noFill/>
          </a:ln>
        </p:spPr>
      </p:pic>
      <p:pic>
        <p:nvPicPr>
          <p:cNvPr id="40986" name="图片 60" descr="计算"/>
          <p:cNvPicPr>
            <a:picLocks noChangeAspect="1"/>
          </p:cNvPicPr>
          <p:nvPr/>
        </p:nvPicPr>
        <p:blipFill>
          <a:blip r:embed="rId10"/>
          <a:stretch>
            <a:fillRect/>
          </a:stretch>
        </p:blipFill>
        <p:spPr>
          <a:xfrm>
            <a:off x="7521575" y="4597400"/>
            <a:ext cx="285750" cy="287338"/>
          </a:xfrm>
          <a:prstGeom prst="rect">
            <a:avLst/>
          </a:prstGeom>
          <a:noFill/>
          <a:ln w="9525">
            <a:noFill/>
          </a:ln>
        </p:spPr>
      </p:pic>
      <p:pic>
        <p:nvPicPr>
          <p:cNvPr id="40987" name="图片 61" descr="知识库"/>
          <p:cNvPicPr>
            <a:picLocks noChangeAspect="1"/>
          </p:cNvPicPr>
          <p:nvPr/>
        </p:nvPicPr>
        <p:blipFill>
          <a:blip r:embed="rId11"/>
          <a:stretch>
            <a:fillRect/>
          </a:stretch>
        </p:blipFill>
        <p:spPr>
          <a:xfrm>
            <a:off x="4833938" y="4597400"/>
            <a:ext cx="277812" cy="277813"/>
          </a:xfrm>
          <a:prstGeom prst="rect">
            <a:avLst/>
          </a:prstGeom>
          <a:noFill/>
          <a:ln w="9525">
            <a:noFill/>
          </a:ln>
        </p:spPr>
      </p:pic>
      <p:pic>
        <p:nvPicPr>
          <p:cNvPr id="2" name="图片 1"/>
          <p:cNvPicPr>
            <a:picLocks noChangeAspect="1"/>
          </p:cNvPicPr>
          <p:nvPr/>
        </p:nvPicPr>
        <p:blipFill>
          <a:blip r:embed="rId12"/>
          <a:stretch>
            <a:fillRect/>
          </a:stretch>
        </p:blipFill>
        <p:spPr>
          <a:xfrm>
            <a:off x="1496060" y="2073275"/>
            <a:ext cx="1977390" cy="3537585"/>
          </a:xfrm>
          <a:prstGeom prst="rect">
            <a:avLst/>
          </a:prstGeom>
        </p:spPr>
      </p:pic>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grpId="0" nodeType="after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p:cTn id="7" dur="500"/>
                                        <p:tgtEl>
                                          <p:spTgt spid="31"/>
                                        </p:tgtEl>
                                        <p:attrNameLst>
                                          <p:attrName>ppt_y</p:attrName>
                                        </p:attrNameLst>
                                      </p:cBhvr>
                                      <p:tavLst>
                                        <p:tav tm="0">
                                          <p:val>
                                            <p:strVal val="#ppt_y-#ppt_h*1.125000"/>
                                          </p:val>
                                        </p:tav>
                                        <p:tav tm="100000">
                                          <p:val>
                                            <p:strVal val="#ppt_y"/>
                                          </p:val>
                                        </p:tav>
                                      </p:tavLst>
                                    </p:anim>
                                    <p:animEffect transition="in" filter="wipe(down)">
                                      <p:cBhvr>
                                        <p:cTn id="8"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 name="PA-文本框 10"/>
          <p:cNvSpPr txBox="1"/>
          <p:nvPr>
            <p:custDataLst>
              <p:tags r:id="rId1"/>
            </p:custDataLst>
          </p:nvPr>
        </p:nvSpPr>
        <p:spPr>
          <a:xfrm>
            <a:off x="862013" y="30163"/>
            <a:ext cx="3254375" cy="450850"/>
          </a:xfrm>
          <a:prstGeom prst="rect">
            <a:avLst/>
          </a:prstGeom>
          <a:noFill/>
          <a:ln w="9525">
            <a:noFill/>
          </a:ln>
        </p:spPr>
        <p:txBody>
          <a:bodyPr wrap="square" anchor="t" anchorCtr="0">
            <a:spAutoFit/>
          </a:bodyPr>
          <a:p>
            <a:pPr>
              <a:lnSpc>
                <a:spcPct val="130000"/>
              </a:lnSpc>
            </a:pPr>
            <a:r>
              <a:rPr lang="zh-CN" altLang="en-US" b="1" dirty="0">
                <a:latin typeface="微软雅黑" panose="020B0503020204020204" pitchFamily="34" charset="-122"/>
                <a:ea typeface="微软雅黑" panose="020B0503020204020204" pitchFamily="34" charset="-122"/>
                <a:sym typeface="微软雅黑" panose="020B0503020204020204" pitchFamily="34" charset="-122"/>
              </a:rPr>
              <a:t>客户端</a:t>
            </a:r>
            <a:r>
              <a:rPr lang="en-US" altLang="zh-CN" b="1" dirty="0">
                <a:latin typeface="微软雅黑" panose="020B0503020204020204" pitchFamily="34" charset="-122"/>
                <a:ea typeface="微软雅黑" panose="020B0503020204020204" pitchFamily="34" charset="-122"/>
              </a:rPr>
              <a:t>APP</a:t>
            </a:r>
            <a:endParaRPr lang="zh-CN" altLang="en-US" b="1" dirty="0">
              <a:latin typeface="微软雅黑" panose="020B0503020204020204" pitchFamily="34" charset="-122"/>
              <a:ea typeface="微软雅黑" panose="020B0503020204020204" pitchFamily="34" charset="-122"/>
            </a:endParaRPr>
          </a:p>
        </p:txBody>
      </p:sp>
      <p:pic>
        <p:nvPicPr>
          <p:cNvPr id="33" name="图片 32"/>
          <p:cNvPicPr>
            <a:picLocks noChangeAspect="1"/>
          </p:cNvPicPr>
          <p:nvPr/>
        </p:nvPicPr>
        <p:blipFill>
          <a:blip r:embed="rId2" cstate="screen"/>
          <a:srcRect l="35490" b="47335"/>
          <a:stretch>
            <a:fillRect/>
          </a:stretch>
        </p:blipFill>
        <p:spPr>
          <a:xfrm rot="10800000" flipH="1">
            <a:off x="0" y="0"/>
            <a:ext cx="1129890" cy="842443"/>
          </a:xfrm>
          <a:custGeom>
            <a:avLst/>
            <a:gdLst>
              <a:gd name="connsiteX0" fmla="*/ 0 w 6539008"/>
              <a:gd name="connsiteY0" fmla="*/ 0 h 4875469"/>
              <a:gd name="connsiteX1" fmla="*/ 6539008 w 6539008"/>
              <a:gd name="connsiteY1" fmla="*/ 0 h 4875469"/>
              <a:gd name="connsiteX2" fmla="*/ 6539008 w 6539008"/>
              <a:gd name="connsiteY2" fmla="*/ 4875469 h 4875469"/>
              <a:gd name="connsiteX3" fmla="*/ 0 w 6539008"/>
              <a:gd name="connsiteY3" fmla="*/ 4875469 h 4875469"/>
            </a:gdLst>
            <a:ahLst/>
            <a:cxnLst>
              <a:cxn ang="0">
                <a:pos x="connsiteX0" y="connsiteY0"/>
              </a:cxn>
              <a:cxn ang="0">
                <a:pos x="connsiteX1" y="connsiteY1"/>
              </a:cxn>
              <a:cxn ang="0">
                <a:pos x="connsiteX2" y="connsiteY2"/>
              </a:cxn>
              <a:cxn ang="0">
                <a:pos x="connsiteX3" y="connsiteY3"/>
              </a:cxn>
            </a:cxnLst>
            <a:rect l="l" t="t" r="r" b="b"/>
            <a:pathLst>
              <a:path w="6539008" h="4875469">
                <a:moveTo>
                  <a:pt x="0" y="0"/>
                </a:moveTo>
                <a:lnTo>
                  <a:pt x="6539008" y="0"/>
                </a:lnTo>
                <a:lnTo>
                  <a:pt x="6539008" y="4875469"/>
                </a:lnTo>
                <a:lnTo>
                  <a:pt x="0" y="4875469"/>
                </a:lnTo>
                <a:close/>
              </a:path>
            </a:pathLst>
          </a:custGeom>
        </p:spPr>
      </p:pic>
      <p:pic>
        <p:nvPicPr>
          <p:cNvPr id="41987" name="图片 6" descr="图片2"/>
          <p:cNvPicPr>
            <a:picLocks noChangeAspect="1"/>
          </p:cNvPicPr>
          <p:nvPr/>
        </p:nvPicPr>
        <p:blipFill>
          <a:blip r:embed="rId3"/>
          <a:stretch>
            <a:fillRect/>
          </a:stretch>
        </p:blipFill>
        <p:spPr>
          <a:xfrm>
            <a:off x="7883525" y="1236663"/>
            <a:ext cx="2352675" cy="4784725"/>
          </a:xfrm>
          <a:prstGeom prst="rect">
            <a:avLst/>
          </a:prstGeom>
          <a:noFill/>
          <a:ln w="9525">
            <a:noFill/>
          </a:ln>
        </p:spPr>
      </p:pic>
      <p:sp>
        <p:nvSpPr>
          <p:cNvPr id="41988" name="文本框 1"/>
          <p:cNvSpPr txBox="1"/>
          <p:nvPr/>
        </p:nvSpPr>
        <p:spPr>
          <a:xfrm>
            <a:off x="1216025" y="1752600"/>
            <a:ext cx="5591175" cy="3784600"/>
          </a:xfrm>
          <a:prstGeom prst="rect">
            <a:avLst/>
          </a:prstGeom>
          <a:noFill/>
          <a:ln w="9525">
            <a:noFill/>
          </a:ln>
        </p:spPr>
        <p:txBody>
          <a:bodyPr wrap="square" anchor="t" anchorCtr="0">
            <a:spAutoFit/>
          </a:bodyPr>
          <a:p>
            <a:pPr>
              <a:lnSpc>
                <a:spcPct val="250000"/>
              </a:lnSpc>
            </a:pPr>
            <a:r>
              <a:rPr lang="zh-CN" altLang="en-US" sz="1600" dirty="0">
                <a:latin typeface="思源黑体" panose="020B0400000000000000" pitchFamily="34" charset="-122"/>
                <a:ea typeface="思源黑体" panose="020B0400000000000000" pitchFamily="34" charset="-122"/>
                <a:sym typeface="微软雅黑" panose="020B0503020204020204" pitchFamily="34" charset="-122"/>
              </a:rPr>
              <a:t>案件什么时候开庭？为了这个案子律师忙前忙后做了大量调查取证工作，客户并不知情；法律顾问单位，平时给他做了多少法务工作，客户也不知情；客户的付款情况，发票有没有开原来你需要主动通过电话、微信通知客户，现在有了e律师客户端APP，案件进展、律师工作日志、法院开庭提醒，一站式服务！打造极致的用户体验，律师服务触手可及！</a:t>
            </a:r>
            <a:endParaRPr lang="zh-CN" altLang="en-US" sz="1600" dirty="0">
              <a:latin typeface="思源黑体" panose="020B0400000000000000" pitchFamily="34" charset="-122"/>
              <a:ea typeface="思源黑体" panose="020B0400000000000000" pitchFamily="34" charset="-122"/>
              <a:sym typeface="微软雅黑" panose="020B0503020204020204" pitchFamily="34" charset="-122"/>
            </a:endParaRPr>
          </a:p>
        </p:txBody>
      </p:sp>
      <p:grpSp>
        <p:nvGrpSpPr>
          <p:cNvPr id="4" name="PA_库_组合 3"/>
          <p:cNvGrpSpPr/>
          <p:nvPr/>
        </p:nvGrpSpPr>
        <p:grpSpPr>
          <a:xfrm rot="-3014685">
            <a:off x="10955338" y="5507038"/>
            <a:ext cx="968375" cy="901700"/>
            <a:chOff x="5291138" y="2225674"/>
            <a:chExt cx="6767512" cy="6767514"/>
          </a:xfrm>
        </p:grpSpPr>
        <p:sp>
          <p:nvSpPr>
            <p:cNvPr id="22" name="Freeform: Shape 4"/>
            <p:cNvSpPr/>
            <p:nvPr/>
          </p:nvSpPr>
          <p:spPr bwMode="auto">
            <a:xfrm>
              <a:off x="7639050" y="5411788"/>
              <a:ext cx="2813050" cy="3581400"/>
            </a:xfrm>
            <a:custGeom>
              <a:avLst/>
              <a:gdLst>
                <a:gd name="T0" fmla="*/ 1772 w 1772"/>
                <a:gd name="T1" fmla="*/ 1095 h 2256"/>
                <a:gd name="T2" fmla="*/ 1598 w 1772"/>
                <a:gd name="T3" fmla="*/ 0 h 2256"/>
                <a:gd name="T4" fmla="*/ 0 w 1772"/>
                <a:gd name="T5" fmla="*/ 2088 h 2256"/>
                <a:gd name="T6" fmla="*/ 883 w 1772"/>
                <a:gd name="T7" fmla="*/ 2256 h 2256"/>
                <a:gd name="T8" fmla="*/ 1772 w 1772"/>
                <a:gd name="T9" fmla="*/ 1095 h 2256"/>
              </a:gdLst>
              <a:ahLst/>
              <a:cxnLst>
                <a:cxn ang="0">
                  <a:pos x="T0" y="T1"/>
                </a:cxn>
                <a:cxn ang="0">
                  <a:pos x="T2" y="T3"/>
                </a:cxn>
                <a:cxn ang="0">
                  <a:pos x="T4" y="T5"/>
                </a:cxn>
                <a:cxn ang="0">
                  <a:pos x="T6" y="T7"/>
                </a:cxn>
                <a:cxn ang="0">
                  <a:pos x="T8" y="T9"/>
                </a:cxn>
              </a:cxnLst>
              <a:rect l="0" t="0" r="r" b="b"/>
              <a:pathLst>
                <a:path w="1772" h="2256">
                  <a:moveTo>
                    <a:pt x="1772" y="1095"/>
                  </a:moveTo>
                  <a:lnTo>
                    <a:pt x="1598" y="0"/>
                  </a:lnTo>
                  <a:lnTo>
                    <a:pt x="0" y="2088"/>
                  </a:lnTo>
                  <a:lnTo>
                    <a:pt x="883" y="2256"/>
                  </a:lnTo>
                  <a:lnTo>
                    <a:pt x="1772" y="1095"/>
                  </a:lnTo>
                  <a:close/>
                </a:path>
              </a:pathLst>
            </a:custGeom>
            <a:solidFill>
              <a:schemeClr val="accent3"/>
            </a:solidFill>
            <a:ln w="38100" cap="rnd">
              <a:solidFill>
                <a:schemeClr val="bg1"/>
              </a:solidFill>
            </a:ln>
          </p:spPr>
          <p:txBody>
            <a:bodyPr anchor="ctr"/>
            <a:p>
              <a:pPr algn="ctr" fontAlgn="auto"/>
            </a:p>
          </p:txBody>
        </p:sp>
        <p:sp>
          <p:nvSpPr>
            <p:cNvPr id="41991" name="Freeform: Shape 5"/>
            <p:cNvSpPr/>
            <p:nvPr/>
          </p:nvSpPr>
          <p:spPr>
            <a:xfrm>
              <a:off x="8474075" y="3832225"/>
              <a:ext cx="3584575" cy="2813050"/>
            </a:xfrm>
            <a:custGeom>
              <a:avLst/>
              <a:gdLst/>
              <a:ahLst/>
              <a:cxnLst>
                <a:cxn ang="0">
                  <a:pos x="1741487" y="0"/>
                </a:cxn>
                <a:cxn ang="0">
                  <a:pos x="0" y="276225"/>
                </a:cxn>
                <a:cxn ang="0">
                  <a:pos x="3314700" y="2813050"/>
                </a:cxn>
                <a:cxn ang="0">
                  <a:pos x="3584575" y="1411287"/>
                </a:cxn>
                <a:cxn ang="0">
                  <a:pos x="1741487" y="0"/>
                </a:cxn>
              </a:cxnLst>
              <a:pathLst>
                <a:path w="2258" h="1772">
                  <a:moveTo>
                    <a:pt x="1097" y="0"/>
                  </a:moveTo>
                  <a:lnTo>
                    <a:pt x="0" y="174"/>
                  </a:lnTo>
                  <a:lnTo>
                    <a:pt x="2088" y="1772"/>
                  </a:lnTo>
                  <a:lnTo>
                    <a:pt x="2258" y="889"/>
                  </a:lnTo>
                  <a:lnTo>
                    <a:pt x="1097" y="0"/>
                  </a:lnTo>
                  <a:close/>
                </a:path>
              </a:pathLst>
            </a:custGeom>
            <a:solidFill>
              <a:schemeClr val="accent2"/>
            </a:solidFill>
            <a:ln w="38100" cap="rnd" cmpd="sng">
              <a:solidFill>
                <a:schemeClr val="bg1"/>
              </a:solidFill>
              <a:prstDash val="solid"/>
              <a:round/>
              <a:headEnd type="none" w="med" len="med"/>
              <a:tailEnd type="none" w="med" len="med"/>
            </a:ln>
          </p:spPr>
          <p:txBody>
            <a:bodyPr/>
            <a:p>
              <a:endParaRPr lang="zh-CN" altLang="en-US"/>
            </a:p>
          </p:txBody>
        </p:sp>
        <p:sp>
          <p:nvSpPr>
            <p:cNvPr id="41992" name="Freeform: Shape 6"/>
            <p:cNvSpPr/>
            <p:nvPr/>
          </p:nvSpPr>
          <p:spPr>
            <a:xfrm>
              <a:off x="6894512" y="2225674"/>
              <a:ext cx="2816225" cy="3584575"/>
            </a:xfrm>
            <a:custGeom>
              <a:avLst/>
              <a:gdLst/>
              <a:ahLst/>
              <a:cxnLst>
                <a:cxn ang="0">
                  <a:pos x="0" y="1843087"/>
                </a:cxn>
                <a:cxn ang="0">
                  <a:pos x="279400" y="3584575"/>
                </a:cxn>
                <a:cxn ang="0">
                  <a:pos x="2816225" y="269875"/>
                </a:cxn>
                <a:cxn ang="0">
                  <a:pos x="1411287" y="0"/>
                </a:cxn>
                <a:cxn ang="0">
                  <a:pos x="0" y="1843087"/>
                </a:cxn>
              </a:cxnLst>
              <a:pathLst>
                <a:path w="1774" h="2258">
                  <a:moveTo>
                    <a:pt x="0" y="1161"/>
                  </a:moveTo>
                  <a:lnTo>
                    <a:pt x="176" y="2258"/>
                  </a:lnTo>
                  <a:lnTo>
                    <a:pt x="1774" y="170"/>
                  </a:lnTo>
                  <a:lnTo>
                    <a:pt x="889" y="0"/>
                  </a:lnTo>
                  <a:lnTo>
                    <a:pt x="0" y="1161"/>
                  </a:lnTo>
                  <a:close/>
                </a:path>
              </a:pathLst>
            </a:custGeom>
            <a:solidFill>
              <a:schemeClr val="accent1"/>
            </a:solidFill>
            <a:ln w="38100" cap="rnd" cmpd="sng">
              <a:solidFill>
                <a:schemeClr val="bg1"/>
              </a:solidFill>
              <a:prstDash val="solid"/>
              <a:round/>
              <a:headEnd type="none" w="med" len="med"/>
              <a:tailEnd type="none" w="med" len="med"/>
            </a:ln>
          </p:spPr>
          <p:txBody>
            <a:bodyPr/>
            <a:p>
              <a:endParaRPr lang="zh-CN" altLang="en-US"/>
            </a:p>
          </p:txBody>
        </p:sp>
        <p:sp>
          <p:nvSpPr>
            <p:cNvPr id="25" name="Freeform: Shape 7"/>
            <p:cNvSpPr/>
            <p:nvPr/>
          </p:nvSpPr>
          <p:spPr bwMode="auto">
            <a:xfrm>
              <a:off x="5291138" y="4573588"/>
              <a:ext cx="3581400" cy="2816225"/>
            </a:xfrm>
            <a:custGeom>
              <a:avLst/>
              <a:gdLst>
                <a:gd name="T0" fmla="*/ 1161 w 2256"/>
                <a:gd name="T1" fmla="*/ 1774 h 1774"/>
                <a:gd name="T2" fmla="*/ 2256 w 2256"/>
                <a:gd name="T3" fmla="*/ 1598 h 1774"/>
                <a:gd name="T4" fmla="*/ 168 w 2256"/>
                <a:gd name="T5" fmla="*/ 0 h 1774"/>
                <a:gd name="T6" fmla="*/ 0 w 2256"/>
                <a:gd name="T7" fmla="*/ 885 h 1774"/>
                <a:gd name="T8" fmla="*/ 1161 w 2256"/>
                <a:gd name="T9" fmla="*/ 1774 h 1774"/>
              </a:gdLst>
              <a:ahLst/>
              <a:cxnLst>
                <a:cxn ang="0">
                  <a:pos x="T0" y="T1"/>
                </a:cxn>
                <a:cxn ang="0">
                  <a:pos x="T2" y="T3"/>
                </a:cxn>
                <a:cxn ang="0">
                  <a:pos x="T4" y="T5"/>
                </a:cxn>
                <a:cxn ang="0">
                  <a:pos x="T6" y="T7"/>
                </a:cxn>
                <a:cxn ang="0">
                  <a:pos x="T8" y="T9"/>
                </a:cxn>
              </a:cxnLst>
              <a:rect l="0" t="0" r="r" b="b"/>
              <a:pathLst>
                <a:path w="2256" h="1774">
                  <a:moveTo>
                    <a:pt x="1161" y="1774"/>
                  </a:moveTo>
                  <a:lnTo>
                    <a:pt x="2256" y="1598"/>
                  </a:lnTo>
                  <a:lnTo>
                    <a:pt x="168" y="0"/>
                  </a:lnTo>
                  <a:lnTo>
                    <a:pt x="0" y="885"/>
                  </a:lnTo>
                  <a:lnTo>
                    <a:pt x="1161" y="1774"/>
                  </a:lnTo>
                  <a:close/>
                </a:path>
              </a:pathLst>
            </a:custGeom>
            <a:solidFill>
              <a:schemeClr val="accent4"/>
            </a:solidFill>
            <a:ln w="38100" cap="rnd">
              <a:solidFill>
                <a:schemeClr val="bg1"/>
              </a:solidFill>
            </a:ln>
          </p:spPr>
          <p:txBody>
            <a:bodyPr anchor="ctr"/>
            <a:p>
              <a:pPr algn="ctr" fontAlgn="auto"/>
            </a:p>
          </p:txBody>
        </p:sp>
        <p:sp>
          <p:nvSpPr>
            <p:cNvPr id="41994" name="Freeform: Shape 8"/>
            <p:cNvSpPr/>
            <p:nvPr/>
          </p:nvSpPr>
          <p:spPr>
            <a:xfrm>
              <a:off x="8474075" y="2495550"/>
              <a:ext cx="1741487" cy="1612900"/>
            </a:xfrm>
            <a:custGeom>
              <a:avLst/>
              <a:gdLst/>
              <a:ahLst/>
              <a:cxnLst>
                <a:cxn ang="0">
                  <a:pos x="1236662" y="0"/>
                </a:cxn>
                <a:cxn ang="0">
                  <a:pos x="1741487" y="1336675"/>
                </a:cxn>
                <a:cxn ang="0">
                  <a:pos x="0" y="1612900"/>
                </a:cxn>
                <a:cxn ang="0">
                  <a:pos x="1236662" y="0"/>
                </a:cxn>
              </a:cxnLst>
              <a:pathLst>
                <a:path w="1097" h="1016">
                  <a:moveTo>
                    <a:pt x="779" y="0"/>
                  </a:moveTo>
                  <a:lnTo>
                    <a:pt x="1097" y="842"/>
                  </a:lnTo>
                  <a:lnTo>
                    <a:pt x="0" y="1016"/>
                  </a:lnTo>
                  <a:lnTo>
                    <a:pt x="779" y="0"/>
                  </a:lnTo>
                  <a:close/>
                </a:path>
              </a:pathLst>
            </a:custGeom>
            <a:solidFill>
              <a:srgbClr val="252828"/>
            </a:solidFill>
            <a:ln w="38100" cap="rnd" cmpd="sng">
              <a:solidFill>
                <a:schemeClr val="bg1"/>
              </a:solidFill>
              <a:prstDash val="solid"/>
              <a:round/>
              <a:headEnd type="none" w="med" len="med"/>
              <a:tailEnd type="none" w="med" len="med"/>
            </a:ln>
          </p:spPr>
          <p:txBody>
            <a:bodyPr/>
            <a:p>
              <a:endParaRPr lang="zh-CN" altLang="en-US"/>
            </a:p>
          </p:txBody>
        </p:sp>
        <p:sp>
          <p:nvSpPr>
            <p:cNvPr id="41995" name="Freeform: Shape 9"/>
            <p:cNvSpPr/>
            <p:nvPr/>
          </p:nvSpPr>
          <p:spPr>
            <a:xfrm>
              <a:off x="10175875" y="5411788"/>
              <a:ext cx="1612900" cy="1738313"/>
            </a:xfrm>
            <a:custGeom>
              <a:avLst/>
              <a:gdLst/>
              <a:ahLst/>
              <a:cxnLst>
                <a:cxn ang="0">
                  <a:pos x="1612900" y="1233487"/>
                </a:cxn>
                <a:cxn ang="0">
                  <a:pos x="276225" y="1738313"/>
                </a:cxn>
                <a:cxn ang="0">
                  <a:pos x="0" y="0"/>
                </a:cxn>
                <a:cxn ang="0">
                  <a:pos x="1612900" y="1233487"/>
                </a:cxn>
              </a:cxnLst>
              <a:pathLst>
                <a:path w="1016" h="1095">
                  <a:moveTo>
                    <a:pt x="1016" y="777"/>
                  </a:moveTo>
                  <a:lnTo>
                    <a:pt x="174" y="1095"/>
                  </a:lnTo>
                  <a:lnTo>
                    <a:pt x="0" y="0"/>
                  </a:lnTo>
                  <a:lnTo>
                    <a:pt x="1016" y="777"/>
                  </a:lnTo>
                  <a:close/>
                </a:path>
              </a:pathLst>
            </a:custGeom>
            <a:solidFill>
              <a:srgbClr val="98090E"/>
            </a:solidFill>
            <a:ln w="38100" cap="rnd" cmpd="sng">
              <a:solidFill>
                <a:schemeClr val="bg1"/>
              </a:solidFill>
              <a:prstDash val="solid"/>
              <a:round/>
              <a:headEnd type="none" w="med" len="med"/>
              <a:tailEnd type="none" w="med" len="med"/>
            </a:ln>
          </p:spPr>
          <p:txBody>
            <a:bodyPr/>
            <a:p>
              <a:endParaRPr lang="zh-CN" altLang="en-US"/>
            </a:p>
          </p:txBody>
        </p:sp>
        <p:sp>
          <p:nvSpPr>
            <p:cNvPr id="28" name="Freeform: Shape 10"/>
            <p:cNvSpPr/>
            <p:nvPr/>
          </p:nvSpPr>
          <p:spPr bwMode="auto">
            <a:xfrm>
              <a:off x="5557838" y="4068763"/>
              <a:ext cx="1616075" cy="1741488"/>
            </a:xfrm>
            <a:custGeom>
              <a:avLst/>
              <a:gdLst>
                <a:gd name="T0" fmla="*/ 0 w 1018"/>
                <a:gd name="T1" fmla="*/ 318 h 1097"/>
                <a:gd name="T2" fmla="*/ 842 w 1018"/>
                <a:gd name="T3" fmla="*/ 0 h 1097"/>
                <a:gd name="T4" fmla="*/ 1018 w 1018"/>
                <a:gd name="T5" fmla="*/ 1097 h 1097"/>
                <a:gd name="T6" fmla="*/ 0 w 1018"/>
                <a:gd name="T7" fmla="*/ 318 h 1097"/>
              </a:gdLst>
              <a:ahLst/>
              <a:cxnLst>
                <a:cxn ang="0">
                  <a:pos x="T0" y="T1"/>
                </a:cxn>
                <a:cxn ang="0">
                  <a:pos x="T2" y="T3"/>
                </a:cxn>
                <a:cxn ang="0">
                  <a:pos x="T4" y="T5"/>
                </a:cxn>
                <a:cxn ang="0">
                  <a:pos x="T6" y="T7"/>
                </a:cxn>
              </a:cxnLst>
              <a:rect l="0" t="0" r="r" b="b"/>
              <a:pathLst>
                <a:path w="1018" h="1097">
                  <a:moveTo>
                    <a:pt x="0" y="318"/>
                  </a:moveTo>
                  <a:lnTo>
                    <a:pt x="842" y="0"/>
                  </a:lnTo>
                  <a:lnTo>
                    <a:pt x="1018" y="1097"/>
                  </a:lnTo>
                  <a:lnTo>
                    <a:pt x="0" y="318"/>
                  </a:lnTo>
                  <a:close/>
                </a:path>
              </a:pathLst>
            </a:custGeom>
            <a:solidFill>
              <a:schemeClr val="accent4">
                <a:lumMod val="50000"/>
              </a:schemeClr>
            </a:solidFill>
            <a:ln w="38100" cap="rnd">
              <a:solidFill>
                <a:schemeClr val="bg1"/>
              </a:solidFill>
            </a:ln>
          </p:spPr>
          <p:txBody>
            <a:bodyPr anchor="ctr"/>
            <a:p>
              <a:pPr algn="ctr" fontAlgn="auto"/>
            </a:p>
          </p:txBody>
        </p:sp>
        <p:sp>
          <p:nvSpPr>
            <p:cNvPr id="29" name="Freeform: Shape 11"/>
            <p:cNvSpPr/>
            <p:nvPr/>
          </p:nvSpPr>
          <p:spPr bwMode="auto">
            <a:xfrm>
              <a:off x="7134225" y="7110413"/>
              <a:ext cx="1738312" cy="1616075"/>
            </a:xfrm>
            <a:custGeom>
              <a:avLst/>
              <a:gdLst>
                <a:gd name="T0" fmla="*/ 318 w 1095"/>
                <a:gd name="T1" fmla="*/ 1018 h 1018"/>
                <a:gd name="T2" fmla="*/ 0 w 1095"/>
                <a:gd name="T3" fmla="*/ 176 h 1018"/>
                <a:gd name="T4" fmla="*/ 1095 w 1095"/>
                <a:gd name="T5" fmla="*/ 0 h 1018"/>
                <a:gd name="T6" fmla="*/ 318 w 1095"/>
                <a:gd name="T7" fmla="*/ 1018 h 1018"/>
              </a:gdLst>
              <a:ahLst/>
              <a:cxnLst>
                <a:cxn ang="0">
                  <a:pos x="T0" y="T1"/>
                </a:cxn>
                <a:cxn ang="0">
                  <a:pos x="T2" y="T3"/>
                </a:cxn>
                <a:cxn ang="0">
                  <a:pos x="T4" y="T5"/>
                </a:cxn>
                <a:cxn ang="0">
                  <a:pos x="T6" y="T7"/>
                </a:cxn>
              </a:cxnLst>
              <a:rect l="0" t="0" r="r" b="b"/>
              <a:pathLst>
                <a:path w="1095" h="1018">
                  <a:moveTo>
                    <a:pt x="318" y="1018"/>
                  </a:moveTo>
                  <a:lnTo>
                    <a:pt x="0" y="176"/>
                  </a:lnTo>
                  <a:lnTo>
                    <a:pt x="1095" y="0"/>
                  </a:lnTo>
                  <a:lnTo>
                    <a:pt x="318" y="1018"/>
                  </a:lnTo>
                  <a:close/>
                </a:path>
              </a:pathLst>
            </a:custGeom>
            <a:solidFill>
              <a:schemeClr val="accent3">
                <a:lumMod val="50000"/>
              </a:schemeClr>
            </a:solidFill>
            <a:ln w="38100" cap="rnd">
              <a:solidFill>
                <a:schemeClr val="bg1"/>
              </a:solidFill>
            </a:ln>
          </p:spPr>
          <p:txBody>
            <a:bodyPr anchor="ctr"/>
            <a:p>
              <a:pPr algn="ctr" fontAlgn="auto"/>
            </a:p>
          </p:txBody>
        </p:sp>
      </p:gr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grpId="0" nodeType="after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p:cTn id="7" dur="500"/>
                                        <p:tgtEl>
                                          <p:spTgt spid="31"/>
                                        </p:tgtEl>
                                        <p:attrNameLst>
                                          <p:attrName>ppt_y</p:attrName>
                                        </p:attrNameLst>
                                      </p:cBhvr>
                                      <p:tavLst>
                                        <p:tav tm="0">
                                          <p:val>
                                            <p:strVal val="#ppt_y-#ppt_h*1.125000"/>
                                          </p:val>
                                        </p:tav>
                                        <p:tav tm="100000">
                                          <p:val>
                                            <p:strVal val="#ppt_y"/>
                                          </p:val>
                                        </p:tav>
                                      </p:tavLst>
                                    </p:anim>
                                    <p:animEffect transition="in" filter="wipe(down)">
                                      <p:cBhvr>
                                        <p:cTn id="8" dur="500"/>
                                        <p:tgtEl>
                                          <p:spTgt spid="31"/>
                                        </p:tgtEl>
                                      </p:cBhvr>
                                    </p:animEffect>
                                  </p:childTnLst>
                                </p:cTn>
                              </p:par>
                            </p:childTnLst>
                          </p:cTn>
                        </p:par>
                        <p:par>
                          <p:cTn id="9" fill="hold">
                            <p:stCondLst>
                              <p:cond delay="500"/>
                            </p:stCondLst>
                            <p:childTnLst>
                              <p:par>
                                <p:cTn id="10" presetID="49" presetClass="entr" presetSubtype="0" decel="100000" fill="hold" nodeType="after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p:cTn id="12" dur="500" fill="hold"/>
                                        <p:tgtEl>
                                          <p:spTgt spid="4"/>
                                        </p:tgtEl>
                                        <p:attrNameLst>
                                          <p:attrName>ppt_w</p:attrName>
                                        </p:attrNameLst>
                                      </p:cBhvr>
                                      <p:tavLst>
                                        <p:tav tm="0">
                                          <p:val>
                                            <p:fltVal val="0.000000"/>
                                          </p:val>
                                        </p:tav>
                                        <p:tav tm="100000">
                                          <p:val>
                                            <p:strVal val="#ppt_w"/>
                                          </p:val>
                                        </p:tav>
                                      </p:tavLst>
                                    </p:anim>
                                    <p:anim calcmode="lin" valueType="num">
                                      <p:cBhvr>
                                        <p:cTn id="13" dur="500" fill="hold"/>
                                        <p:tgtEl>
                                          <p:spTgt spid="4"/>
                                        </p:tgtEl>
                                        <p:attrNameLst>
                                          <p:attrName>ppt_h</p:attrName>
                                        </p:attrNameLst>
                                      </p:cBhvr>
                                      <p:tavLst>
                                        <p:tav tm="0">
                                          <p:val>
                                            <p:fltVal val="0.000000"/>
                                          </p:val>
                                        </p:tav>
                                        <p:tav tm="100000">
                                          <p:val>
                                            <p:strVal val="#ppt_h"/>
                                          </p:val>
                                        </p:tav>
                                      </p:tavLst>
                                    </p:anim>
                                    <p:anim calcmode="lin" valueType="num">
                                      <p:cBhvr>
                                        <p:cTn id="14" dur="500" fill="hold"/>
                                        <p:tgtEl>
                                          <p:spTgt spid="4"/>
                                        </p:tgtEl>
                                        <p:attrNameLst>
                                          <p:attrName>style.rotation</p:attrName>
                                        </p:attrNameLst>
                                      </p:cBhvr>
                                      <p:tavLst>
                                        <p:tav tm="0">
                                          <p:val>
                                            <p:fltVal val="360.000000"/>
                                          </p:val>
                                        </p:tav>
                                        <p:tav tm="100000">
                                          <p:val>
                                            <p:fltVal val="0.000000"/>
                                          </p:val>
                                        </p:tav>
                                      </p:tavLst>
                                    </p:anim>
                                    <p:animEffect transition="in" filter="fade">
                                      <p:cBhvr>
                                        <p:cTn id="1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cstate="screen"/>
          <a:srcRect l="35490" b="47335"/>
          <a:stretch>
            <a:fillRect/>
          </a:stretch>
        </p:blipFill>
        <p:spPr>
          <a:xfrm>
            <a:off x="-2845268" y="-922890"/>
            <a:ext cx="10435766" cy="7780890"/>
          </a:xfrm>
          <a:custGeom>
            <a:avLst/>
            <a:gdLst>
              <a:gd name="connsiteX0" fmla="*/ 0 w 6539008"/>
              <a:gd name="connsiteY0" fmla="*/ 0 h 4875469"/>
              <a:gd name="connsiteX1" fmla="*/ 6539008 w 6539008"/>
              <a:gd name="connsiteY1" fmla="*/ 0 h 4875469"/>
              <a:gd name="connsiteX2" fmla="*/ 6539008 w 6539008"/>
              <a:gd name="connsiteY2" fmla="*/ 4875469 h 4875469"/>
              <a:gd name="connsiteX3" fmla="*/ 0 w 6539008"/>
              <a:gd name="connsiteY3" fmla="*/ 4875469 h 4875469"/>
            </a:gdLst>
            <a:ahLst/>
            <a:cxnLst>
              <a:cxn ang="0">
                <a:pos x="connsiteX0" y="connsiteY0"/>
              </a:cxn>
              <a:cxn ang="0">
                <a:pos x="connsiteX1" y="connsiteY1"/>
              </a:cxn>
              <a:cxn ang="0">
                <a:pos x="connsiteX2" y="connsiteY2"/>
              </a:cxn>
              <a:cxn ang="0">
                <a:pos x="connsiteX3" y="connsiteY3"/>
              </a:cxn>
            </a:cxnLst>
            <a:rect l="l" t="t" r="r" b="b"/>
            <a:pathLst>
              <a:path w="6539008" h="4875469">
                <a:moveTo>
                  <a:pt x="0" y="0"/>
                </a:moveTo>
                <a:lnTo>
                  <a:pt x="6539008" y="0"/>
                </a:lnTo>
                <a:lnTo>
                  <a:pt x="6539008" y="4875469"/>
                </a:lnTo>
                <a:lnTo>
                  <a:pt x="0" y="4875469"/>
                </a:lnTo>
                <a:close/>
              </a:path>
            </a:pathLst>
          </a:custGeom>
        </p:spPr>
      </p:pic>
      <p:sp>
        <p:nvSpPr>
          <p:cNvPr id="3" name="任意多边形: 形状 2"/>
          <p:cNvSpPr/>
          <p:nvPr/>
        </p:nvSpPr>
        <p:spPr>
          <a:xfrm flipH="1">
            <a:off x="7265988" y="606425"/>
            <a:ext cx="3429000" cy="5346700"/>
          </a:xfrm>
          <a:custGeom>
            <a:avLst/>
            <a:gdLst>
              <a:gd name="connsiteX0" fmla="*/ 0 w 3429000"/>
              <a:gd name="connsiteY0" fmla="*/ 0 h 5346376"/>
              <a:gd name="connsiteX1" fmla="*/ 3429000 w 3429000"/>
              <a:gd name="connsiteY1" fmla="*/ 0 h 5346376"/>
              <a:gd name="connsiteX2" fmla="*/ 3429000 w 3429000"/>
              <a:gd name="connsiteY2" fmla="*/ 958689 h 5346376"/>
              <a:gd name="connsiteX3" fmla="*/ 3355859 w 3429000"/>
              <a:gd name="connsiteY3" fmla="*/ 958689 h 5346376"/>
              <a:gd name="connsiteX4" fmla="*/ 3355859 w 3429000"/>
              <a:gd name="connsiteY4" fmla="*/ 73141 h 5346376"/>
              <a:gd name="connsiteX5" fmla="*/ 73141 w 3429000"/>
              <a:gd name="connsiteY5" fmla="*/ 73141 h 5346376"/>
              <a:gd name="connsiteX6" fmla="*/ 73141 w 3429000"/>
              <a:gd name="connsiteY6" fmla="*/ 5273235 h 5346376"/>
              <a:gd name="connsiteX7" fmla="*/ 3355859 w 3429000"/>
              <a:gd name="connsiteY7" fmla="*/ 5273235 h 5346376"/>
              <a:gd name="connsiteX8" fmla="*/ 3355859 w 3429000"/>
              <a:gd name="connsiteY8" fmla="*/ 4222589 h 5346376"/>
              <a:gd name="connsiteX9" fmla="*/ 3429000 w 3429000"/>
              <a:gd name="connsiteY9" fmla="*/ 4222589 h 5346376"/>
              <a:gd name="connsiteX10" fmla="*/ 3429000 w 3429000"/>
              <a:gd name="connsiteY10" fmla="*/ 5346376 h 5346376"/>
              <a:gd name="connsiteX11" fmla="*/ 0 w 3429000"/>
              <a:gd name="connsiteY11" fmla="*/ 5346376 h 5346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429000" h="5346376">
                <a:moveTo>
                  <a:pt x="0" y="0"/>
                </a:moveTo>
                <a:lnTo>
                  <a:pt x="3429000" y="0"/>
                </a:lnTo>
                <a:lnTo>
                  <a:pt x="3429000" y="958689"/>
                </a:lnTo>
                <a:lnTo>
                  <a:pt x="3355859" y="958689"/>
                </a:lnTo>
                <a:lnTo>
                  <a:pt x="3355859" y="73141"/>
                </a:lnTo>
                <a:lnTo>
                  <a:pt x="73141" y="73141"/>
                </a:lnTo>
                <a:lnTo>
                  <a:pt x="73141" y="5273235"/>
                </a:lnTo>
                <a:lnTo>
                  <a:pt x="3355859" y="5273235"/>
                </a:lnTo>
                <a:lnTo>
                  <a:pt x="3355859" y="4222589"/>
                </a:lnTo>
                <a:lnTo>
                  <a:pt x="3429000" y="4222589"/>
                </a:lnTo>
                <a:lnTo>
                  <a:pt x="3429000" y="5346376"/>
                </a:lnTo>
                <a:lnTo>
                  <a:pt x="0" y="5346376"/>
                </a:lnTo>
                <a:close/>
              </a:path>
            </a:pathLst>
          </a:custGeom>
          <a:solidFill>
            <a:schemeClr val="accent1"/>
          </a:solidFill>
          <a:ln w="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fontAlgn="auto"/>
            <a:endParaRPr lang="zh-CN" altLang="en-US" strike="noStrike" noProof="1" dirty="0">
              <a:solidFill>
                <a:schemeClr val="tx1"/>
              </a:solidFill>
            </a:endParaRPr>
          </a:p>
        </p:txBody>
      </p:sp>
      <p:sp>
        <p:nvSpPr>
          <p:cNvPr id="4" name="矩形 3"/>
          <p:cNvSpPr/>
          <p:nvPr/>
        </p:nvSpPr>
        <p:spPr>
          <a:xfrm>
            <a:off x="4837113" y="3744913"/>
            <a:ext cx="5857875" cy="260350"/>
          </a:xfrm>
          <a:prstGeom prst="rect">
            <a:avLst/>
          </a:prstGeom>
          <a:noFill/>
          <a:ln w="9525">
            <a:noFill/>
          </a:ln>
        </p:spPr>
        <p:txBody>
          <a:bodyPr wrap="square" anchor="t" anchorCtr="0">
            <a:spAutoFit/>
          </a:bodyPr>
          <a:p>
            <a:pPr algn="ctr"/>
            <a:r>
              <a:rPr lang="en-US" altLang="zh-CN" sz="1100" dirty="0">
                <a:solidFill>
                  <a:srgbClr val="262626"/>
                </a:solidFill>
                <a:latin typeface="Arial" panose="020B0604020202020204" pitchFamily="34" charset="0"/>
                <a:ea typeface="微软雅黑" panose="020B0503020204020204" pitchFamily="34" charset="-122"/>
                <a:sym typeface="微软雅黑" panose="020B0503020204020204" pitchFamily="34" charset="-122"/>
              </a:rPr>
              <a:t>security</a:t>
            </a:r>
            <a:endParaRPr lang="en-US" altLang="zh-CN" sz="1100" dirty="0">
              <a:solidFill>
                <a:srgbClr val="262626"/>
              </a:solidFill>
              <a:latin typeface="Arial" panose="020B0604020202020204" pitchFamily="34" charset="0"/>
              <a:ea typeface="Roboto Medium" pitchFamily="2" charset="0"/>
            </a:endParaRPr>
          </a:p>
        </p:txBody>
      </p:sp>
      <p:sp>
        <p:nvSpPr>
          <p:cNvPr id="5" name="文本框 4"/>
          <p:cNvSpPr txBox="1"/>
          <p:nvPr/>
        </p:nvSpPr>
        <p:spPr>
          <a:xfrm>
            <a:off x="5589588" y="1646238"/>
            <a:ext cx="3390900" cy="1568450"/>
          </a:xfrm>
          <a:prstGeom prst="rect">
            <a:avLst/>
          </a:prstGeom>
          <a:noFill/>
          <a:ln w="9525">
            <a:noFill/>
          </a:ln>
        </p:spPr>
        <p:txBody>
          <a:bodyPr wrap="square" anchor="ctr" anchorCtr="0">
            <a:spAutoFit/>
          </a:bodyPr>
          <a:p>
            <a:pPr algn="ctr"/>
            <a:r>
              <a:rPr lang="en-US" altLang="zh-CN" sz="9600" dirty="0">
                <a:solidFill>
                  <a:schemeClr val="accent2"/>
                </a:solidFill>
                <a:latin typeface="Arial" panose="020B0604020202020204" pitchFamily="34" charset="0"/>
                <a:ea typeface="微软雅黑" panose="020B0503020204020204" pitchFamily="34" charset="-122"/>
              </a:rPr>
              <a:t>05</a:t>
            </a:r>
            <a:endParaRPr lang="zh-CN" altLang="en-US" sz="9600" dirty="0">
              <a:solidFill>
                <a:schemeClr val="accent2"/>
              </a:solidFill>
              <a:latin typeface="Arial" panose="020B0604020202020204" pitchFamily="34" charset="0"/>
              <a:ea typeface="微软雅黑" panose="020B0503020204020204" pitchFamily="34" charset="-122"/>
            </a:endParaRPr>
          </a:p>
        </p:txBody>
      </p:sp>
      <p:sp>
        <p:nvSpPr>
          <p:cNvPr id="6" name="文本框 5"/>
          <p:cNvSpPr txBox="1"/>
          <p:nvPr/>
        </p:nvSpPr>
        <p:spPr>
          <a:xfrm>
            <a:off x="4837113" y="3100388"/>
            <a:ext cx="5857875" cy="644525"/>
          </a:xfrm>
          <a:prstGeom prst="rect">
            <a:avLst/>
          </a:prstGeom>
          <a:noFill/>
          <a:ln w="9525">
            <a:noFill/>
          </a:ln>
        </p:spPr>
        <p:txBody>
          <a:bodyPr wrap="square" anchor="ctr" anchorCtr="0">
            <a:spAutoFit/>
          </a:bodyPr>
          <a:p>
            <a:pPr algn="ctr"/>
            <a:r>
              <a:rPr lang="zh-CN" altLang="en-US" sz="3600" b="1" dirty="0">
                <a:solidFill>
                  <a:schemeClr val="accent1"/>
                </a:solidFill>
                <a:latin typeface="微软雅黑" panose="020B0503020204020204" pitchFamily="34" charset="-122"/>
                <a:ea typeface="微软雅黑" panose="020B0503020204020204" pitchFamily="34" charset="-122"/>
              </a:rPr>
              <a:t>安全</a:t>
            </a:r>
            <a:endParaRPr lang="zh-CN" altLang="en-US" sz="3600" b="1" dirty="0">
              <a:solidFill>
                <a:schemeClr val="accent1"/>
              </a:solidFill>
              <a:latin typeface="微软雅黑" panose="020B0503020204020204" pitchFamily="34" charset="-122"/>
              <a:ea typeface="微软雅黑" panose="020B0503020204020204" pitchFamily="34" charset="-122"/>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par>
                          <p:cTn id="8" fill="hold">
                            <p:stCondLst>
                              <p:cond delay="500"/>
                            </p:stCondLst>
                            <p:childTnLst>
                              <p:par>
                                <p:cTn id="9" presetID="21" presetClass="entr" presetSubtype="1"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heel(1)">
                                      <p:cBhvr>
                                        <p:cTn id="11" dur="2000"/>
                                        <p:tgtEl>
                                          <p:spTgt spid="5"/>
                                        </p:tgtEl>
                                      </p:cBhvr>
                                    </p:animEffect>
                                  </p:childTnLst>
                                </p:cTn>
                              </p:par>
                            </p:childTnLst>
                          </p:cTn>
                        </p:par>
                        <p:par>
                          <p:cTn id="12" fill="hold">
                            <p:stCondLst>
                              <p:cond delay="2500"/>
                            </p:stCondLst>
                            <p:childTnLst>
                              <p:par>
                                <p:cTn id="13" presetID="56" presetClass="entr" presetSubtype="0" fill="hold" grpId="0" nodeType="afterEffect">
                                  <p:stCondLst>
                                    <p:cond delay="0"/>
                                  </p:stCondLst>
                                  <p:iterate type="lt">
                                    <p:tmPct val="10000"/>
                                  </p:iterate>
                                  <p:childTnLst>
                                    <p:set>
                                      <p:cBhvr>
                                        <p:cTn id="14" dur="1" fill="hold">
                                          <p:stCondLst>
                                            <p:cond delay="0"/>
                                          </p:stCondLst>
                                        </p:cTn>
                                        <p:tgtEl>
                                          <p:spTgt spid="6"/>
                                        </p:tgtEl>
                                        <p:attrNameLst>
                                          <p:attrName>style.visibility</p:attrName>
                                        </p:attrNameLst>
                                      </p:cBhvr>
                                      <p:to>
                                        <p:strVal val="visible"/>
                                      </p:to>
                                    </p:set>
                                    <p:anim by="(-#ppt_w*2)" calcmode="lin" valueType="num">
                                      <p:cBhvr rctx="PPT">
                                        <p:cTn id="15" dur="500" autoRev="1" fill="hold">
                                          <p:stCondLst>
                                            <p:cond delay="0"/>
                                          </p:stCondLst>
                                        </p:cTn>
                                        <p:tgtEl>
                                          <p:spTgt spid="6"/>
                                        </p:tgtEl>
                                        <p:attrNameLst>
                                          <p:attrName>ppt_w</p:attrName>
                                        </p:attrNameLst>
                                      </p:cBhvr>
                                    </p:anim>
                                    <p:anim by="(#ppt_w*0.50)" calcmode="lin" valueType="num">
                                      <p:cBhvr>
                                        <p:cTn id="16" dur="500" decel="50000" autoRev="1" fill="hold">
                                          <p:stCondLst>
                                            <p:cond delay="0"/>
                                          </p:stCondLst>
                                        </p:cTn>
                                        <p:tgtEl>
                                          <p:spTgt spid="6"/>
                                        </p:tgtEl>
                                        <p:attrNameLst>
                                          <p:attrName>ppt_x</p:attrName>
                                        </p:attrNameLst>
                                      </p:cBhvr>
                                    </p:anim>
                                    <p:anim from="(-#ppt_h/2)" to="(#ppt_y)" calcmode="lin" valueType="num">
                                      <p:cBhvr>
                                        <p:cTn id="17" dur="1000" fill="hold">
                                          <p:stCondLst>
                                            <p:cond delay="0"/>
                                          </p:stCondLst>
                                        </p:cTn>
                                        <p:tgtEl>
                                          <p:spTgt spid="6"/>
                                        </p:tgtEl>
                                        <p:attrNameLst>
                                          <p:attrName>ppt_y</p:attrName>
                                        </p:attrNameLst>
                                      </p:cBhvr>
                                    </p:anim>
                                    <p:animRot by="21600000">
                                      <p:cBhvr>
                                        <p:cTn id="18" dur="1000" fill="hold">
                                          <p:stCondLst>
                                            <p:cond delay="0"/>
                                          </p:stCondLst>
                                        </p:cTn>
                                        <p:tgtEl>
                                          <p:spTgt spid="6"/>
                                        </p:tgtEl>
                                        <p:attrNameLst>
                                          <p:attrName>r</p:attrName>
                                        </p:attrNameLst>
                                      </p:cBhvr>
                                    </p:animRot>
                                  </p:childTnLst>
                                </p:cTn>
                              </p:par>
                            </p:childTnLst>
                          </p:cTn>
                        </p:par>
                        <p:par>
                          <p:cTn id="19" fill="hold">
                            <p:stCondLst>
                              <p:cond delay="3599"/>
                            </p:stCondLst>
                            <p:childTnLst>
                              <p:par>
                                <p:cTn id="20" presetID="42" presetClass="entr" presetSubtype="0" fill="hold" grpId="0" nodeType="after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1000"/>
                                        <p:tgtEl>
                                          <p:spTgt spid="4"/>
                                        </p:tgtEl>
                                      </p:cBhvr>
                                    </p:animEffect>
                                    <p:anim calcmode="lin" valueType="num">
                                      <p:cBhvr>
                                        <p:cTn id="23" dur="1000" fill="hold"/>
                                        <p:tgtEl>
                                          <p:spTgt spid="4"/>
                                        </p:tgtEl>
                                        <p:attrNameLst>
                                          <p:attrName>ppt_x</p:attrName>
                                        </p:attrNameLst>
                                      </p:cBhvr>
                                      <p:tavLst>
                                        <p:tav tm="0">
                                          <p:val>
                                            <p:strVal val="#ppt_x"/>
                                          </p:val>
                                        </p:tav>
                                        <p:tav tm="100000">
                                          <p:val>
                                            <p:strVal val="#ppt_x"/>
                                          </p:val>
                                        </p:tav>
                                      </p:tavLst>
                                    </p:anim>
                                    <p:anim calcmode="lin" valueType="num">
                                      <p:cBhvr>
                                        <p:cTn id="24"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4" grpId="0"/>
      <p:bldP spid="5" grpId="0"/>
      <p:bldP spid="6"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 name="PA-文本框 10"/>
          <p:cNvSpPr txBox="1"/>
          <p:nvPr>
            <p:custDataLst>
              <p:tags r:id="rId1"/>
            </p:custDataLst>
          </p:nvPr>
        </p:nvSpPr>
        <p:spPr>
          <a:xfrm>
            <a:off x="862013" y="30163"/>
            <a:ext cx="3254375" cy="450850"/>
          </a:xfrm>
          <a:prstGeom prst="rect">
            <a:avLst/>
          </a:prstGeom>
          <a:noFill/>
          <a:ln w="9525">
            <a:noFill/>
          </a:ln>
        </p:spPr>
        <p:txBody>
          <a:bodyPr wrap="square" anchor="t" anchorCtr="0">
            <a:spAutoFit/>
          </a:bodyPr>
          <a:p>
            <a:pPr>
              <a:lnSpc>
                <a:spcPct val="130000"/>
              </a:lnSpc>
            </a:pPr>
            <a:r>
              <a:rPr lang="zh-CN" altLang="en-US" b="1" dirty="0">
                <a:latin typeface="微软雅黑" panose="020B0503020204020204" pitchFamily="34" charset="-122"/>
                <a:ea typeface="微软雅黑" panose="020B0503020204020204" pitchFamily="34" charset="-122"/>
              </a:rPr>
              <a:t>安全可信</a:t>
            </a:r>
            <a:endParaRPr lang="zh-CN" altLang="en-US" b="1" dirty="0">
              <a:latin typeface="微软雅黑" panose="020B0503020204020204" pitchFamily="34" charset="-122"/>
              <a:ea typeface="微软雅黑" panose="020B0503020204020204" pitchFamily="34" charset="-122"/>
            </a:endParaRPr>
          </a:p>
        </p:txBody>
      </p:sp>
      <p:pic>
        <p:nvPicPr>
          <p:cNvPr id="33" name="图片 32"/>
          <p:cNvPicPr>
            <a:picLocks noChangeAspect="1"/>
          </p:cNvPicPr>
          <p:nvPr/>
        </p:nvPicPr>
        <p:blipFill>
          <a:blip r:embed="rId2" cstate="screen"/>
          <a:srcRect l="35490" b="47335"/>
          <a:stretch>
            <a:fillRect/>
          </a:stretch>
        </p:blipFill>
        <p:spPr>
          <a:xfrm rot="10800000" flipH="1">
            <a:off x="0" y="0"/>
            <a:ext cx="1129890" cy="842443"/>
          </a:xfrm>
          <a:custGeom>
            <a:avLst/>
            <a:gdLst>
              <a:gd name="connsiteX0" fmla="*/ 0 w 6539008"/>
              <a:gd name="connsiteY0" fmla="*/ 0 h 4875469"/>
              <a:gd name="connsiteX1" fmla="*/ 6539008 w 6539008"/>
              <a:gd name="connsiteY1" fmla="*/ 0 h 4875469"/>
              <a:gd name="connsiteX2" fmla="*/ 6539008 w 6539008"/>
              <a:gd name="connsiteY2" fmla="*/ 4875469 h 4875469"/>
              <a:gd name="connsiteX3" fmla="*/ 0 w 6539008"/>
              <a:gd name="connsiteY3" fmla="*/ 4875469 h 4875469"/>
            </a:gdLst>
            <a:ahLst/>
            <a:cxnLst>
              <a:cxn ang="0">
                <a:pos x="connsiteX0" y="connsiteY0"/>
              </a:cxn>
              <a:cxn ang="0">
                <a:pos x="connsiteX1" y="connsiteY1"/>
              </a:cxn>
              <a:cxn ang="0">
                <a:pos x="connsiteX2" y="connsiteY2"/>
              </a:cxn>
              <a:cxn ang="0">
                <a:pos x="connsiteX3" y="connsiteY3"/>
              </a:cxn>
            </a:cxnLst>
            <a:rect l="l" t="t" r="r" b="b"/>
            <a:pathLst>
              <a:path w="6539008" h="4875469">
                <a:moveTo>
                  <a:pt x="0" y="0"/>
                </a:moveTo>
                <a:lnTo>
                  <a:pt x="6539008" y="0"/>
                </a:lnTo>
                <a:lnTo>
                  <a:pt x="6539008" y="4875469"/>
                </a:lnTo>
                <a:lnTo>
                  <a:pt x="0" y="4875469"/>
                </a:lnTo>
                <a:close/>
              </a:path>
            </a:pathLst>
          </a:custGeom>
        </p:spPr>
      </p:pic>
      <p:grpSp>
        <p:nvGrpSpPr>
          <p:cNvPr id="45059" name="组合 15"/>
          <p:cNvGrpSpPr/>
          <p:nvPr/>
        </p:nvGrpSpPr>
        <p:grpSpPr>
          <a:xfrm>
            <a:off x="4856163" y="1471613"/>
            <a:ext cx="2447925" cy="1771650"/>
            <a:chOff x="1123950" y="3114674"/>
            <a:chExt cx="2447925" cy="1771651"/>
          </a:xfrm>
        </p:grpSpPr>
        <p:sp>
          <p:nvSpPr>
            <p:cNvPr id="17" name="矩形 16"/>
            <p:cNvSpPr/>
            <p:nvPr>
              <p:custDataLst>
                <p:tags r:id="rId3"/>
              </p:custDataLst>
            </p:nvPr>
          </p:nvSpPr>
          <p:spPr>
            <a:xfrm>
              <a:off x="1123950" y="3362325"/>
              <a:ext cx="2447925" cy="1524000"/>
            </a:xfrm>
            <a:prstGeom prst="rect">
              <a:avLst/>
            </a:prstGeom>
            <a:solidFill>
              <a:schemeClr val="accent1"/>
            </a:solidFill>
            <a:ln>
              <a:noFill/>
            </a:ln>
          </p:spPr>
          <p:style>
            <a:lnRef idx="2">
              <a:srgbClr val="72C5EA">
                <a:shade val="50000"/>
              </a:srgbClr>
            </a:lnRef>
            <a:fillRef idx="1">
              <a:srgbClr val="72C5EA"/>
            </a:fillRef>
            <a:effectRef idx="0">
              <a:srgbClr val="72C5EA"/>
            </a:effectRef>
            <a:fontRef idx="minor">
              <a:srgbClr val="FFFFFF"/>
            </a:fontRef>
          </p:style>
          <p:txBody>
            <a:bodyPr rtlCol="0" anchor="ctr">
              <a:normAutofit/>
            </a:bodyPr>
            <a:p>
              <a:pPr algn="ctr" fontAlgn="auto">
                <a:lnSpc>
                  <a:spcPct val="150000"/>
                </a:lnSpc>
              </a:pPr>
              <a:r>
                <a:rPr lang="zh-CN" altLang="en-US" strike="noStrike" noProof="1" dirty="0" smtClean="0">
                  <a:solidFill>
                    <a:schemeClr val="bg1"/>
                  </a:solidFill>
                  <a:latin typeface="思源黑体 CN Light" pitchFamily="34" charset="-122"/>
                  <a:ea typeface="思源黑体 CN Light" pitchFamily="34" charset="-122"/>
                  <a:cs typeface="Arial" panose="020B0604020202020204" pitchFamily="34" charset="0"/>
                </a:rPr>
                <a:t>您知道数据在“哪里”,“谁”可以访问</a:t>
              </a:r>
              <a:endParaRPr lang="zh-CN" altLang="en-US" strike="noStrike" noProof="1" dirty="0">
                <a:solidFill>
                  <a:srgbClr val="FFFFFF"/>
                </a:solidFill>
              </a:endParaRPr>
            </a:p>
          </p:txBody>
        </p:sp>
        <p:sp>
          <p:nvSpPr>
            <p:cNvPr id="6" name="矩形 5"/>
            <p:cNvSpPr/>
            <p:nvPr>
              <p:custDataLst>
                <p:tags r:id="rId4"/>
              </p:custDataLst>
            </p:nvPr>
          </p:nvSpPr>
          <p:spPr>
            <a:xfrm>
              <a:off x="1123950" y="3114674"/>
              <a:ext cx="2447925" cy="401320"/>
            </a:xfrm>
            <a:prstGeom prst="rect">
              <a:avLst/>
            </a:prstGeom>
            <a:solidFill>
              <a:schemeClr val="bg1">
                <a:lumMod val="50000"/>
              </a:schemeClr>
            </a:solidFill>
            <a:ln>
              <a:noFill/>
            </a:ln>
          </p:spPr>
          <p:style>
            <a:lnRef idx="2">
              <a:srgbClr val="72C5EA">
                <a:shade val="50000"/>
              </a:srgbClr>
            </a:lnRef>
            <a:fillRef idx="1">
              <a:srgbClr val="72C5EA"/>
            </a:fillRef>
            <a:effectRef idx="0">
              <a:srgbClr val="72C5EA"/>
            </a:effectRef>
            <a:fontRef idx="minor">
              <a:srgbClr val="FFFFFF"/>
            </a:fontRef>
          </p:style>
          <p:txBody>
            <a:bodyPr rtlCol="0" anchor="ctr">
              <a:normAutofit/>
            </a:bodyPr>
            <a:p>
              <a:pPr algn="ctr" fontAlgn="auto"/>
              <a:r>
                <a:rPr lang="zh-CN" altLang="en-US" sz="1600" strike="noStrike" noProof="1" dirty="0" smtClean="0">
                  <a:solidFill>
                    <a:schemeClr val="bg1"/>
                  </a:solidFill>
                  <a:latin typeface="思源黑体 CN Light" pitchFamily="34" charset="-122"/>
                  <a:ea typeface="思源黑体 CN Light" pitchFamily="34" charset="-122"/>
                  <a:cs typeface="Arial" panose="020B0604020202020204" pitchFamily="34" charset="0"/>
                </a:rPr>
                <a:t>透明管理</a:t>
              </a:r>
              <a:endParaRPr lang="zh-CN" altLang="en-US" strike="noStrike" noProof="1"/>
            </a:p>
          </p:txBody>
        </p:sp>
        <p:sp>
          <p:nvSpPr>
            <p:cNvPr id="8" name="任意多边形 7"/>
            <p:cNvSpPr/>
            <p:nvPr>
              <p:custDataLst>
                <p:tags r:id="rId5"/>
              </p:custDataLst>
            </p:nvPr>
          </p:nvSpPr>
          <p:spPr>
            <a:xfrm>
              <a:off x="1124575" y="3126104"/>
              <a:ext cx="486913" cy="377892"/>
            </a:xfrm>
            <a:custGeom>
              <a:avLst/>
              <a:gdLst>
                <a:gd name="connsiteX0" fmla="*/ 288085 w 486913"/>
                <a:gd name="connsiteY0" fmla="*/ 0 h 377892"/>
                <a:gd name="connsiteX1" fmla="*/ 486913 w 486913"/>
                <a:gd name="connsiteY1" fmla="*/ 288085 h 377892"/>
                <a:gd name="connsiteX2" fmla="*/ 356791 w 486913"/>
                <a:gd name="connsiteY2" fmla="*/ 377892 h 377892"/>
                <a:gd name="connsiteX3" fmla="*/ 123584 w 486913"/>
                <a:gd name="connsiteY3" fmla="*/ 377892 h 377892"/>
                <a:gd name="connsiteX4" fmla="*/ 0 w 486913"/>
                <a:gd name="connsiteY4" fmla="*/ 198828 h 3778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6913" h="377892">
                  <a:moveTo>
                    <a:pt x="288085" y="0"/>
                  </a:moveTo>
                  <a:lnTo>
                    <a:pt x="486913" y="288085"/>
                  </a:lnTo>
                  <a:lnTo>
                    <a:pt x="356791" y="377892"/>
                  </a:lnTo>
                  <a:lnTo>
                    <a:pt x="123584" y="377892"/>
                  </a:lnTo>
                  <a:lnTo>
                    <a:pt x="0" y="198828"/>
                  </a:lnTo>
                  <a:close/>
                </a:path>
              </a:pathLst>
            </a:custGeom>
            <a:solidFill>
              <a:srgbClr val="FFFFFF"/>
            </a:solidFill>
            <a:ln>
              <a:noFill/>
            </a:ln>
            <a:effectLst>
              <a:outerShdw blurRad="50800" dist="38100" dir="16200000" rotWithShape="0">
                <a:prstClr val="black">
                  <a:alpha val="40000"/>
                </a:prstClr>
              </a:outerShdw>
            </a:effectLst>
          </p:spPr>
          <p:style>
            <a:lnRef idx="2">
              <a:srgbClr val="72C5EA">
                <a:shade val="50000"/>
              </a:srgbClr>
            </a:lnRef>
            <a:fillRef idx="1">
              <a:srgbClr val="72C5EA"/>
            </a:fillRef>
            <a:effectRef idx="0">
              <a:srgbClr val="72C5EA"/>
            </a:effectRef>
            <a:fontRef idx="minor">
              <a:srgbClr val="FFFFFF"/>
            </a:fontRef>
          </p:style>
          <p:txBody>
            <a:bodyPr tIns="108000" rtlCol="0" anchor="ctr">
              <a:normAutofit fontScale="87500" lnSpcReduction="10000"/>
            </a:bodyPr>
            <a:p>
              <a:pPr algn="ctr" fontAlgn="auto"/>
              <a:r>
                <a:rPr lang="en-US" altLang="zh-CN" strike="noStrike" noProof="1" dirty="0" smtClean="0">
                  <a:solidFill>
                    <a:srgbClr val="25C4FF"/>
                  </a:solidFill>
                </a:rPr>
                <a:t>B</a:t>
              </a:r>
              <a:endParaRPr lang="en-US" altLang="zh-CN" strike="noStrike" noProof="1" dirty="0" smtClean="0">
                <a:solidFill>
                  <a:srgbClr val="25C4FF"/>
                </a:solidFill>
              </a:endParaRPr>
            </a:p>
          </p:txBody>
        </p:sp>
      </p:grpSp>
      <p:grpSp>
        <p:nvGrpSpPr>
          <p:cNvPr id="45063" name="组合 9"/>
          <p:cNvGrpSpPr/>
          <p:nvPr/>
        </p:nvGrpSpPr>
        <p:grpSpPr>
          <a:xfrm>
            <a:off x="8313738" y="1471613"/>
            <a:ext cx="2447925" cy="1771650"/>
            <a:chOff x="1123950" y="3114674"/>
            <a:chExt cx="2447925" cy="1771651"/>
          </a:xfrm>
        </p:grpSpPr>
        <p:sp>
          <p:nvSpPr>
            <p:cNvPr id="11" name="矩形 10"/>
            <p:cNvSpPr/>
            <p:nvPr>
              <p:custDataLst>
                <p:tags r:id="rId6"/>
              </p:custDataLst>
            </p:nvPr>
          </p:nvSpPr>
          <p:spPr>
            <a:xfrm>
              <a:off x="1123950" y="3362325"/>
              <a:ext cx="2447925" cy="1524000"/>
            </a:xfrm>
            <a:prstGeom prst="rect">
              <a:avLst/>
            </a:prstGeom>
            <a:solidFill>
              <a:schemeClr val="accent1"/>
            </a:solidFill>
            <a:ln>
              <a:noFill/>
            </a:ln>
          </p:spPr>
          <p:style>
            <a:lnRef idx="2">
              <a:srgbClr val="72C5EA">
                <a:shade val="50000"/>
              </a:srgbClr>
            </a:lnRef>
            <a:fillRef idx="1">
              <a:srgbClr val="72C5EA"/>
            </a:fillRef>
            <a:effectRef idx="0">
              <a:srgbClr val="72C5EA"/>
            </a:effectRef>
            <a:fontRef idx="minor">
              <a:srgbClr val="FFFFFF"/>
            </a:fontRef>
          </p:style>
          <p:txBody>
            <a:bodyPr rtlCol="0" anchor="ctr">
              <a:normAutofit/>
            </a:bodyPr>
            <a:p>
              <a:pPr algn="ctr" fontAlgn="auto">
                <a:lnSpc>
                  <a:spcPct val="150000"/>
                </a:lnSpc>
              </a:pPr>
              <a:r>
                <a:rPr lang="zh-CN" altLang="en-US" strike="noStrike" noProof="1" dirty="0" smtClean="0">
                  <a:solidFill>
                    <a:schemeClr val="bg1"/>
                  </a:solidFill>
                  <a:latin typeface="思源黑体 CN Light" pitchFamily="34" charset="-122"/>
                  <a:ea typeface="思源黑体 CN Light" pitchFamily="34" charset="-122"/>
                  <a:cs typeface="Arial" panose="020B0604020202020204" pitchFamily="34" charset="0"/>
                  <a:sym typeface="+mn-ea"/>
                </a:rPr>
                <a:t>杰出的安全实践</a:t>
              </a:r>
              <a:endParaRPr lang="zh-CN" altLang="en-US" strike="noStrike" noProof="1" dirty="0" smtClean="0">
                <a:solidFill>
                  <a:schemeClr val="bg1"/>
                </a:solidFill>
                <a:latin typeface="思源黑体 CN Light" pitchFamily="34" charset="-122"/>
                <a:ea typeface="思源黑体 CN Light" pitchFamily="34" charset="-122"/>
                <a:cs typeface="Arial" panose="020B0604020202020204" pitchFamily="34" charset="0"/>
              </a:endParaRPr>
            </a:p>
          </p:txBody>
        </p:sp>
        <p:sp>
          <p:nvSpPr>
            <p:cNvPr id="12" name="矩形 11"/>
            <p:cNvSpPr/>
            <p:nvPr>
              <p:custDataLst>
                <p:tags r:id="rId7"/>
              </p:custDataLst>
            </p:nvPr>
          </p:nvSpPr>
          <p:spPr>
            <a:xfrm>
              <a:off x="1123950" y="3114674"/>
              <a:ext cx="2447925" cy="401320"/>
            </a:xfrm>
            <a:prstGeom prst="rect">
              <a:avLst/>
            </a:prstGeom>
            <a:solidFill>
              <a:schemeClr val="accent2"/>
            </a:solidFill>
            <a:ln>
              <a:noFill/>
            </a:ln>
          </p:spPr>
          <p:style>
            <a:lnRef idx="2">
              <a:srgbClr val="72C5EA">
                <a:shade val="50000"/>
              </a:srgbClr>
            </a:lnRef>
            <a:fillRef idx="1">
              <a:srgbClr val="72C5EA"/>
            </a:fillRef>
            <a:effectRef idx="0">
              <a:srgbClr val="72C5EA"/>
            </a:effectRef>
            <a:fontRef idx="minor">
              <a:srgbClr val="FFFFFF"/>
            </a:fontRef>
          </p:style>
          <p:txBody>
            <a:bodyPr rtlCol="0" anchor="ctr">
              <a:normAutofit/>
            </a:bodyPr>
            <a:p>
              <a:pPr algn="ctr" fontAlgn="auto"/>
              <a:r>
                <a:rPr lang="zh-CN" altLang="en-US" sz="1600" strike="noStrike" noProof="1" dirty="0" smtClean="0">
                  <a:solidFill>
                    <a:schemeClr val="bg1"/>
                  </a:solidFill>
                  <a:latin typeface="思源黑体 CN Light" pitchFamily="34" charset="-122"/>
                  <a:ea typeface="思源黑体 CN Light" pitchFamily="34" charset="-122"/>
                  <a:cs typeface="Arial" panose="020B0604020202020204" pitchFamily="34" charset="0"/>
                </a:rPr>
                <a:t>高度安全</a:t>
              </a:r>
              <a:endParaRPr lang="zh-CN" altLang="en-US" sz="1600" strike="noStrike" noProof="1" dirty="0" smtClean="0">
                <a:solidFill>
                  <a:schemeClr val="bg1"/>
                </a:solidFill>
                <a:latin typeface="思源黑体 CN Light" pitchFamily="34" charset="-122"/>
                <a:ea typeface="思源黑体 CN Light" pitchFamily="34" charset="-122"/>
                <a:cs typeface="Arial" panose="020B0604020202020204" pitchFamily="34" charset="0"/>
              </a:endParaRPr>
            </a:p>
          </p:txBody>
        </p:sp>
        <p:sp>
          <p:nvSpPr>
            <p:cNvPr id="18" name="任意多边形 17"/>
            <p:cNvSpPr/>
            <p:nvPr>
              <p:custDataLst>
                <p:tags r:id="rId8"/>
              </p:custDataLst>
            </p:nvPr>
          </p:nvSpPr>
          <p:spPr>
            <a:xfrm>
              <a:off x="1123991" y="3138169"/>
              <a:ext cx="486913" cy="377892"/>
            </a:xfrm>
            <a:custGeom>
              <a:avLst/>
              <a:gdLst>
                <a:gd name="connsiteX0" fmla="*/ 288085 w 486913"/>
                <a:gd name="connsiteY0" fmla="*/ 0 h 377892"/>
                <a:gd name="connsiteX1" fmla="*/ 486913 w 486913"/>
                <a:gd name="connsiteY1" fmla="*/ 288085 h 377892"/>
                <a:gd name="connsiteX2" fmla="*/ 356791 w 486913"/>
                <a:gd name="connsiteY2" fmla="*/ 377892 h 377892"/>
                <a:gd name="connsiteX3" fmla="*/ 123584 w 486913"/>
                <a:gd name="connsiteY3" fmla="*/ 377892 h 377892"/>
                <a:gd name="connsiteX4" fmla="*/ 0 w 486913"/>
                <a:gd name="connsiteY4" fmla="*/ 198828 h 3778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6913" h="377892">
                  <a:moveTo>
                    <a:pt x="288085" y="0"/>
                  </a:moveTo>
                  <a:lnTo>
                    <a:pt x="486913" y="288085"/>
                  </a:lnTo>
                  <a:lnTo>
                    <a:pt x="356791" y="377892"/>
                  </a:lnTo>
                  <a:lnTo>
                    <a:pt x="123584" y="377892"/>
                  </a:lnTo>
                  <a:lnTo>
                    <a:pt x="0" y="198828"/>
                  </a:lnTo>
                  <a:close/>
                </a:path>
              </a:pathLst>
            </a:custGeom>
            <a:solidFill>
              <a:srgbClr val="FFFFFF"/>
            </a:solidFill>
            <a:ln>
              <a:noFill/>
            </a:ln>
            <a:effectLst>
              <a:outerShdw blurRad="50800" dist="38100" dir="16200000" rotWithShape="0">
                <a:prstClr val="black">
                  <a:alpha val="40000"/>
                </a:prstClr>
              </a:outerShdw>
            </a:effectLst>
          </p:spPr>
          <p:style>
            <a:lnRef idx="2">
              <a:srgbClr val="72C5EA">
                <a:shade val="50000"/>
              </a:srgbClr>
            </a:lnRef>
            <a:fillRef idx="1">
              <a:srgbClr val="72C5EA"/>
            </a:fillRef>
            <a:effectRef idx="0">
              <a:srgbClr val="72C5EA"/>
            </a:effectRef>
            <a:fontRef idx="minor">
              <a:srgbClr val="FFFFFF"/>
            </a:fontRef>
          </p:style>
          <p:txBody>
            <a:bodyPr tIns="108000" rtlCol="0" anchor="ctr">
              <a:normAutofit fontScale="87500" lnSpcReduction="10000"/>
            </a:bodyPr>
            <a:p>
              <a:pPr algn="ctr" fontAlgn="auto"/>
              <a:r>
                <a:rPr lang="en-US" altLang="zh-CN" strike="noStrike" noProof="1" dirty="0" smtClean="0">
                  <a:solidFill>
                    <a:srgbClr val="25C4FF"/>
                  </a:solidFill>
                </a:rPr>
                <a:t>C</a:t>
              </a:r>
              <a:endParaRPr lang="en-US" altLang="zh-CN" strike="noStrike" noProof="1" dirty="0" smtClean="0">
                <a:solidFill>
                  <a:srgbClr val="25C4FF"/>
                </a:solidFill>
              </a:endParaRPr>
            </a:p>
          </p:txBody>
        </p:sp>
      </p:grpSp>
      <p:grpSp>
        <p:nvGrpSpPr>
          <p:cNvPr id="45067" name="组合 18"/>
          <p:cNvGrpSpPr/>
          <p:nvPr/>
        </p:nvGrpSpPr>
        <p:grpSpPr>
          <a:xfrm flipH="1">
            <a:off x="1377950" y="3998913"/>
            <a:ext cx="885825" cy="1031875"/>
            <a:chOff x="2247649" y="3074704"/>
            <a:chExt cx="1343026" cy="1564875"/>
          </a:xfrm>
        </p:grpSpPr>
        <p:sp>
          <p:nvSpPr>
            <p:cNvPr id="30" name="任意多边形 29"/>
            <p:cNvSpPr/>
            <p:nvPr>
              <p:custDataLst>
                <p:tags r:id="rId9"/>
              </p:custDataLst>
            </p:nvPr>
          </p:nvSpPr>
          <p:spPr>
            <a:xfrm>
              <a:off x="2247649" y="3074704"/>
              <a:ext cx="1343026" cy="975800"/>
            </a:xfrm>
            <a:custGeom>
              <a:avLst/>
              <a:gdLst>
                <a:gd name="connsiteX0" fmla="*/ 671514 w 1343026"/>
                <a:gd name="connsiteY0" fmla="*/ 0 h 975800"/>
                <a:gd name="connsiteX1" fmla="*/ 1343026 w 1343026"/>
                <a:gd name="connsiteY1" fmla="*/ 338444 h 975800"/>
                <a:gd name="connsiteX2" fmla="*/ 1343026 w 1343026"/>
                <a:gd name="connsiteY2" fmla="*/ 851193 h 975800"/>
                <a:gd name="connsiteX3" fmla="*/ 1218419 w 1343026"/>
                <a:gd name="connsiteY3" fmla="*/ 975800 h 975800"/>
                <a:gd name="connsiteX4" fmla="*/ 124607 w 1343026"/>
                <a:gd name="connsiteY4" fmla="*/ 975800 h 975800"/>
                <a:gd name="connsiteX5" fmla="*/ 0 w 1343026"/>
                <a:gd name="connsiteY5" fmla="*/ 851193 h 975800"/>
                <a:gd name="connsiteX6" fmla="*/ 0 w 1343026"/>
                <a:gd name="connsiteY6" fmla="*/ 338445 h 975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43026" h="975800">
                  <a:moveTo>
                    <a:pt x="671514" y="0"/>
                  </a:moveTo>
                  <a:lnTo>
                    <a:pt x="1343026" y="338444"/>
                  </a:lnTo>
                  <a:lnTo>
                    <a:pt x="1343026" y="851193"/>
                  </a:lnTo>
                  <a:lnTo>
                    <a:pt x="1218419" y="975800"/>
                  </a:lnTo>
                  <a:lnTo>
                    <a:pt x="124607" y="975800"/>
                  </a:lnTo>
                  <a:lnTo>
                    <a:pt x="0" y="851193"/>
                  </a:lnTo>
                  <a:lnTo>
                    <a:pt x="0" y="338445"/>
                  </a:lnTo>
                  <a:close/>
                </a:path>
              </a:pathLst>
            </a:custGeom>
            <a:solidFill>
              <a:schemeClr val="accent1"/>
            </a:solidFill>
          </p:spPr>
          <p:txBody>
            <a:bodyPr rot="0" spcFirstLastPara="0" vertOverflow="overflow" horzOverflow="overflow" vert="horz" wrap="square" lIns="91440" tIns="252000" rIns="91440" bIns="45720" numCol="1" spcCol="0" rtlCol="0" fromWordArt="0" anchor="ctr" anchorCtr="0" forceAA="0" compatLnSpc="1">
              <a:normAutofit fontScale="77500" lnSpcReduction="10000"/>
            </a:bodyPr>
            <a:p>
              <a:pPr algn="ctr" defTabSz="914400" fontAlgn="auto">
                <a:lnSpc>
                  <a:spcPct val="100000"/>
                </a:lnSpc>
                <a:buClrTx/>
                <a:buSzTx/>
                <a:buNone/>
              </a:pPr>
              <a:r>
                <a:rPr lang="zh-CN" altLang="en-US" sz="1600" strike="noStrike" noProof="1" dirty="0" smtClean="0">
                  <a:solidFill>
                    <a:schemeClr val="bg1"/>
                  </a:solidFill>
                  <a:latin typeface="思源黑体 CN Light" pitchFamily="34" charset="-122"/>
                  <a:ea typeface="思源黑体 CN Light" pitchFamily="34" charset="-122"/>
                  <a:cs typeface="Arial" panose="020B0604020202020204" pitchFamily="34" charset="0"/>
                  <a:sym typeface="Arial" panose="020B0604020202020204" pitchFamily="34" charset="0"/>
                </a:rPr>
                <a:t>数据</a:t>
              </a:r>
              <a:endParaRPr lang="zh-CN" altLang="en-US" sz="1600" strike="noStrike" noProof="1" dirty="0" smtClean="0">
                <a:solidFill>
                  <a:schemeClr val="bg1"/>
                </a:solidFill>
                <a:latin typeface="思源黑体 CN Light" pitchFamily="34" charset="-122"/>
                <a:ea typeface="思源黑体 CN Light" pitchFamily="34" charset="-122"/>
                <a:cs typeface="Arial" panose="020B0604020202020204" pitchFamily="34" charset="0"/>
                <a:sym typeface="Arial" panose="020B0604020202020204" pitchFamily="34" charset="0"/>
              </a:endParaRPr>
            </a:p>
            <a:p>
              <a:pPr algn="ctr" defTabSz="914400" fontAlgn="auto">
                <a:lnSpc>
                  <a:spcPct val="100000"/>
                </a:lnSpc>
                <a:buClrTx/>
                <a:buSzTx/>
                <a:buNone/>
              </a:pPr>
              <a:r>
                <a:rPr lang="zh-CN" altLang="en-US" sz="1600" strike="noStrike" noProof="1" dirty="0" smtClean="0">
                  <a:solidFill>
                    <a:schemeClr val="bg1"/>
                  </a:solidFill>
                  <a:latin typeface="思源黑体 CN Light" pitchFamily="34" charset="-122"/>
                  <a:ea typeface="思源黑体 CN Light" pitchFamily="34" charset="-122"/>
                  <a:cs typeface="Arial" panose="020B0604020202020204" pitchFamily="34" charset="0"/>
                  <a:sym typeface="Arial" panose="020B0604020202020204" pitchFamily="34" charset="0"/>
                </a:rPr>
                <a:t>安全性</a:t>
              </a:r>
              <a:endParaRPr lang="zh-CN" altLang="en-US" sz="1600" strike="noStrike" noProof="1" dirty="0" smtClean="0">
                <a:solidFill>
                  <a:schemeClr val="bg1"/>
                </a:solidFill>
                <a:latin typeface="思源黑体 CN Light" pitchFamily="34" charset="-122"/>
                <a:ea typeface="思源黑体 CN Light" pitchFamily="34" charset="-122"/>
                <a:cs typeface="Arial" panose="020B0604020202020204" pitchFamily="34" charset="0"/>
                <a:sym typeface="Arial" panose="020B0604020202020204" pitchFamily="34" charset="0"/>
              </a:endParaRPr>
            </a:p>
          </p:txBody>
        </p:sp>
        <p:sp>
          <p:nvSpPr>
            <p:cNvPr id="20" name="任意多边形 19"/>
            <p:cNvSpPr/>
            <p:nvPr>
              <p:custDataLst>
                <p:tags r:id="rId10"/>
              </p:custDataLst>
            </p:nvPr>
          </p:nvSpPr>
          <p:spPr>
            <a:xfrm>
              <a:off x="2247649" y="4069810"/>
              <a:ext cx="1343026" cy="569769"/>
            </a:xfrm>
            <a:custGeom>
              <a:avLst/>
              <a:gdLst>
                <a:gd name="connsiteX0" fmla="*/ 124607 w 1343026"/>
                <a:gd name="connsiteY0" fmla="*/ 0 h 569769"/>
                <a:gd name="connsiteX1" fmla="*/ 1218419 w 1343026"/>
                <a:gd name="connsiteY1" fmla="*/ 0 h 569769"/>
                <a:gd name="connsiteX2" fmla="*/ 1343026 w 1343026"/>
                <a:gd name="connsiteY2" fmla="*/ 124607 h 569769"/>
                <a:gd name="connsiteX3" fmla="*/ 1343026 w 1343026"/>
                <a:gd name="connsiteY3" fmla="*/ 231325 h 569769"/>
                <a:gd name="connsiteX4" fmla="*/ 671514 w 1343026"/>
                <a:gd name="connsiteY4" fmla="*/ 569769 h 569769"/>
                <a:gd name="connsiteX5" fmla="*/ 0 w 1343026"/>
                <a:gd name="connsiteY5" fmla="*/ 231324 h 569769"/>
                <a:gd name="connsiteX6" fmla="*/ 0 w 1343026"/>
                <a:gd name="connsiteY6" fmla="*/ 124607 h 569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43026" h="569769">
                  <a:moveTo>
                    <a:pt x="124607" y="0"/>
                  </a:moveTo>
                  <a:lnTo>
                    <a:pt x="1218419" y="0"/>
                  </a:lnTo>
                  <a:lnTo>
                    <a:pt x="1343026" y="124607"/>
                  </a:lnTo>
                  <a:lnTo>
                    <a:pt x="1343026" y="231325"/>
                  </a:lnTo>
                  <a:lnTo>
                    <a:pt x="671514" y="569769"/>
                  </a:lnTo>
                  <a:lnTo>
                    <a:pt x="0" y="231324"/>
                  </a:lnTo>
                  <a:lnTo>
                    <a:pt x="0" y="124607"/>
                  </a:lnTo>
                  <a:close/>
                </a:path>
              </a:pathLst>
            </a:custGeom>
            <a:solidFill>
              <a:schemeClr val="accent6"/>
            </a:solidFill>
          </p:spPr>
          <p:txBody>
            <a:bodyPr rot="0" spcFirstLastPara="0" vertOverflow="overflow" horzOverflow="overflow" vert="horz" wrap="square" lIns="91440" tIns="45720" rIns="91440" bIns="144000" numCol="1" spcCol="0" rtlCol="0" fromWordArt="0" anchor="ctr" anchorCtr="0" forceAA="0" compatLnSpc="1">
              <a:normAutofit fontScale="45000" lnSpcReduction="20000"/>
            </a:bodyPr>
            <a:p>
              <a:pPr algn="ctr" fontAlgn="auto">
                <a:lnSpc>
                  <a:spcPct val="130000"/>
                </a:lnSpc>
              </a:pPr>
              <a:r>
                <a:rPr lang="en-US" altLang="zh-CN" sz="2400" b="1" strike="noStrike" kern="0" noProof="1" dirty="0" smtClean="0">
                  <a:solidFill>
                    <a:srgbClr val="FFFFFF"/>
                  </a:solidFill>
                  <a:latin typeface="+mn-lt"/>
                  <a:ea typeface="+mn-ea"/>
                  <a:cs typeface="+mn-cs"/>
                  <a:sym typeface="Arial" panose="020B0604020202020204" pitchFamily="34" charset="0"/>
                </a:rPr>
                <a:t>01</a:t>
              </a:r>
              <a:endParaRPr lang="zh-CN" altLang="en-US" sz="2400" b="1" strike="noStrike" kern="0" noProof="1" dirty="0">
                <a:solidFill>
                  <a:srgbClr val="FFFFFF"/>
                </a:solidFill>
                <a:sym typeface="Arial" panose="020B0604020202020204" pitchFamily="34" charset="0"/>
              </a:endParaRPr>
            </a:p>
          </p:txBody>
        </p:sp>
      </p:grpSp>
      <p:grpSp>
        <p:nvGrpSpPr>
          <p:cNvPr id="45070" name="组合 31"/>
          <p:cNvGrpSpPr/>
          <p:nvPr/>
        </p:nvGrpSpPr>
        <p:grpSpPr>
          <a:xfrm flipH="1">
            <a:off x="2417763" y="3998913"/>
            <a:ext cx="885825" cy="1031875"/>
            <a:chOff x="2247649" y="3074704"/>
            <a:chExt cx="1343026" cy="1564875"/>
          </a:xfrm>
        </p:grpSpPr>
        <p:sp>
          <p:nvSpPr>
            <p:cNvPr id="21" name="任意多边形 20"/>
            <p:cNvSpPr/>
            <p:nvPr>
              <p:custDataLst>
                <p:tags r:id="rId11"/>
              </p:custDataLst>
            </p:nvPr>
          </p:nvSpPr>
          <p:spPr>
            <a:xfrm>
              <a:off x="2247649" y="3074704"/>
              <a:ext cx="1343026" cy="975800"/>
            </a:xfrm>
            <a:custGeom>
              <a:avLst/>
              <a:gdLst>
                <a:gd name="connsiteX0" fmla="*/ 671514 w 1343026"/>
                <a:gd name="connsiteY0" fmla="*/ 0 h 975800"/>
                <a:gd name="connsiteX1" fmla="*/ 1343026 w 1343026"/>
                <a:gd name="connsiteY1" fmla="*/ 338444 h 975800"/>
                <a:gd name="connsiteX2" fmla="*/ 1343026 w 1343026"/>
                <a:gd name="connsiteY2" fmla="*/ 851193 h 975800"/>
                <a:gd name="connsiteX3" fmla="*/ 1218419 w 1343026"/>
                <a:gd name="connsiteY3" fmla="*/ 975800 h 975800"/>
                <a:gd name="connsiteX4" fmla="*/ 124607 w 1343026"/>
                <a:gd name="connsiteY4" fmla="*/ 975800 h 975800"/>
                <a:gd name="connsiteX5" fmla="*/ 0 w 1343026"/>
                <a:gd name="connsiteY5" fmla="*/ 851193 h 975800"/>
                <a:gd name="connsiteX6" fmla="*/ 0 w 1343026"/>
                <a:gd name="connsiteY6" fmla="*/ 338445 h 975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43026" h="975800">
                  <a:moveTo>
                    <a:pt x="671514" y="0"/>
                  </a:moveTo>
                  <a:lnTo>
                    <a:pt x="1343026" y="338444"/>
                  </a:lnTo>
                  <a:lnTo>
                    <a:pt x="1343026" y="851193"/>
                  </a:lnTo>
                  <a:lnTo>
                    <a:pt x="1218419" y="975800"/>
                  </a:lnTo>
                  <a:lnTo>
                    <a:pt x="124607" y="975800"/>
                  </a:lnTo>
                  <a:lnTo>
                    <a:pt x="0" y="851193"/>
                  </a:lnTo>
                  <a:lnTo>
                    <a:pt x="0" y="338445"/>
                  </a:lnTo>
                  <a:close/>
                </a:path>
              </a:pathLst>
            </a:custGeom>
            <a:solidFill>
              <a:schemeClr val="accent1"/>
            </a:solidFill>
          </p:spPr>
          <p:txBody>
            <a:bodyPr rot="0" spcFirstLastPara="0" vertOverflow="overflow" horzOverflow="overflow" vert="horz" wrap="square" lIns="91440" tIns="252000" rIns="91440" bIns="45720" numCol="1" spcCol="0" rtlCol="0" fromWordArt="0" anchor="ctr" anchorCtr="0" forceAA="0" compatLnSpc="1">
              <a:normAutofit fontScale="77500" lnSpcReduction="10000"/>
            </a:bodyPr>
            <a:p>
              <a:pPr algn="ctr" fontAlgn="auto"/>
              <a:r>
                <a:rPr lang="zh-CN" altLang="en-US" sz="1600" strike="noStrike" noProof="1" dirty="0" smtClean="0">
                  <a:solidFill>
                    <a:schemeClr val="bg1"/>
                  </a:solidFill>
                  <a:latin typeface="思源黑体 CN Light" pitchFamily="34" charset="-122"/>
                  <a:ea typeface="思源黑体 CN Light" pitchFamily="34" charset="-122"/>
                  <a:cs typeface="Arial" panose="020B0604020202020204" pitchFamily="34" charset="0"/>
                  <a:sym typeface="Arial" panose="020B0604020202020204" pitchFamily="34" charset="0"/>
                </a:rPr>
                <a:t>用户</a:t>
              </a:r>
              <a:endParaRPr lang="zh-CN" altLang="en-US" sz="1600" strike="noStrike" noProof="1" dirty="0" smtClean="0">
                <a:solidFill>
                  <a:schemeClr val="bg1"/>
                </a:solidFill>
                <a:latin typeface="思源黑体 CN Light" pitchFamily="34" charset="-122"/>
                <a:ea typeface="思源黑体 CN Light" pitchFamily="34" charset="-122"/>
                <a:cs typeface="Arial" panose="020B0604020202020204" pitchFamily="34" charset="0"/>
                <a:sym typeface="Arial" panose="020B0604020202020204" pitchFamily="34" charset="0"/>
              </a:endParaRPr>
            </a:p>
            <a:p>
              <a:pPr algn="ctr" fontAlgn="auto"/>
              <a:r>
                <a:rPr lang="zh-CN" altLang="en-US" sz="1600" strike="noStrike" noProof="1" dirty="0" smtClean="0">
                  <a:solidFill>
                    <a:schemeClr val="bg1"/>
                  </a:solidFill>
                  <a:latin typeface="思源黑体 CN Light" pitchFamily="34" charset="-122"/>
                  <a:ea typeface="思源黑体 CN Light" pitchFamily="34" charset="-122"/>
                  <a:cs typeface="Arial" panose="020B0604020202020204" pitchFamily="34" charset="0"/>
                  <a:sym typeface="Arial" panose="020B0604020202020204" pitchFamily="34" charset="0"/>
                </a:rPr>
                <a:t>安全性</a:t>
              </a:r>
              <a:endParaRPr lang="zh-CN" altLang="en-US" sz="1600" strike="noStrike" kern="0" noProof="1" dirty="0">
                <a:solidFill>
                  <a:srgbClr val="FFFFFF"/>
                </a:solidFill>
                <a:latin typeface="Arial" panose="020B0604020202020204" pitchFamily="34" charset="0"/>
                <a:ea typeface="黑体" panose="02010609060101010101" charset="-122"/>
                <a:cs typeface="+mn-ea"/>
                <a:sym typeface="Arial" panose="020B0604020202020204" pitchFamily="34" charset="0"/>
              </a:endParaRPr>
            </a:p>
          </p:txBody>
        </p:sp>
        <p:sp>
          <p:nvSpPr>
            <p:cNvPr id="34" name="任意多边形 33"/>
            <p:cNvSpPr/>
            <p:nvPr>
              <p:custDataLst>
                <p:tags r:id="rId12"/>
              </p:custDataLst>
            </p:nvPr>
          </p:nvSpPr>
          <p:spPr>
            <a:xfrm>
              <a:off x="2247649" y="4069810"/>
              <a:ext cx="1343026" cy="569769"/>
            </a:xfrm>
            <a:custGeom>
              <a:avLst/>
              <a:gdLst>
                <a:gd name="connsiteX0" fmla="*/ 124607 w 1343026"/>
                <a:gd name="connsiteY0" fmla="*/ 0 h 569769"/>
                <a:gd name="connsiteX1" fmla="*/ 1218419 w 1343026"/>
                <a:gd name="connsiteY1" fmla="*/ 0 h 569769"/>
                <a:gd name="connsiteX2" fmla="*/ 1343026 w 1343026"/>
                <a:gd name="connsiteY2" fmla="*/ 124607 h 569769"/>
                <a:gd name="connsiteX3" fmla="*/ 1343026 w 1343026"/>
                <a:gd name="connsiteY3" fmla="*/ 231325 h 569769"/>
                <a:gd name="connsiteX4" fmla="*/ 671514 w 1343026"/>
                <a:gd name="connsiteY4" fmla="*/ 569769 h 569769"/>
                <a:gd name="connsiteX5" fmla="*/ 0 w 1343026"/>
                <a:gd name="connsiteY5" fmla="*/ 231324 h 569769"/>
                <a:gd name="connsiteX6" fmla="*/ 0 w 1343026"/>
                <a:gd name="connsiteY6" fmla="*/ 124607 h 569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43026" h="569769">
                  <a:moveTo>
                    <a:pt x="124607" y="0"/>
                  </a:moveTo>
                  <a:lnTo>
                    <a:pt x="1218419" y="0"/>
                  </a:lnTo>
                  <a:lnTo>
                    <a:pt x="1343026" y="124607"/>
                  </a:lnTo>
                  <a:lnTo>
                    <a:pt x="1343026" y="231325"/>
                  </a:lnTo>
                  <a:lnTo>
                    <a:pt x="671514" y="569769"/>
                  </a:lnTo>
                  <a:lnTo>
                    <a:pt x="0" y="231324"/>
                  </a:lnTo>
                  <a:lnTo>
                    <a:pt x="0" y="124607"/>
                  </a:lnTo>
                  <a:close/>
                </a:path>
              </a:pathLst>
            </a:custGeom>
            <a:solidFill>
              <a:schemeClr val="accent2">
                <a:lumMod val="60000"/>
                <a:lumOff val="40000"/>
              </a:schemeClr>
            </a:solidFill>
          </p:spPr>
          <p:txBody>
            <a:bodyPr rot="0" spcFirstLastPara="0" vertOverflow="overflow" horzOverflow="overflow" vert="horz" wrap="square" lIns="91440" tIns="45720" rIns="91440" bIns="144000" numCol="1" spcCol="0" rtlCol="0" fromWordArt="0" anchor="ctr" anchorCtr="0" forceAA="0" compatLnSpc="1">
              <a:normAutofit fontScale="45000" lnSpcReduction="20000"/>
            </a:bodyPr>
            <a:p>
              <a:pPr algn="ctr" fontAlgn="auto">
                <a:lnSpc>
                  <a:spcPct val="130000"/>
                </a:lnSpc>
              </a:pPr>
              <a:r>
                <a:rPr lang="en-US" altLang="zh-CN" sz="2400" b="1" strike="noStrike" kern="0" noProof="1" dirty="0" smtClean="0">
                  <a:solidFill>
                    <a:srgbClr val="FFFFFF"/>
                  </a:solidFill>
                  <a:latin typeface="+mn-lt"/>
                  <a:ea typeface="+mn-ea"/>
                  <a:cs typeface="+mn-cs"/>
                  <a:sym typeface="Arial" panose="020B0604020202020204" pitchFamily="34" charset="0"/>
                </a:rPr>
                <a:t>02</a:t>
              </a:r>
              <a:endParaRPr lang="zh-CN" altLang="en-US" sz="2400" b="1" strike="noStrike" kern="0" noProof="1" dirty="0">
                <a:solidFill>
                  <a:srgbClr val="FFFFFF"/>
                </a:solidFill>
                <a:sym typeface="Arial" panose="020B0604020202020204" pitchFamily="34" charset="0"/>
              </a:endParaRPr>
            </a:p>
          </p:txBody>
        </p:sp>
      </p:grpSp>
      <p:grpSp>
        <p:nvGrpSpPr>
          <p:cNvPr id="45073" name="组合 34"/>
          <p:cNvGrpSpPr/>
          <p:nvPr/>
        </p:nvGrpSpPr>
        <p:grpSpPr>
          <a:xfrm flipH="1">
            <a:off x="3486150" y="3998913"/>
            <a:ext cx="885825" cy="1031875"/>
            <a:chOff x="2247649" y="3074704"/>
            <a:chExt cx="1343026" cy="1564875"/>
          </a:xfrm>
        </p:grpSpPr>
        <p:sp>
          <p:nvSpPr>
            <p:cNvPr id="36" name="任意多边形 35"/>
            <p:cNvSpPr/>
            <p:nvPr>
              <p:custDataLst>
                <p:tags r:id="rId13"/>
              </p:custDataLst>
            </p:nvPr>
          </p:nvSpPr>
          <p:spPr>
            <a:xfrm>
              <a:off x="2247649" y="3074704"/>
              <a:ext cx="1343026" cy="975800"/>
            </a:xfrm>
            <a:custGeom>
              <a:avLst/>
              <a:gdLst>
                <a:gd name="connsiteX0" fmla="*/ 671514 w 1343026"/>
                <a:gd name="connsiteY0" fmla="*/ 0 h 975800"/>
                <a:gd name="connsiteX1" fmla="*/ 1343026 w 1343026"/>
                <a:gd name="connsiteY1" fmla="*/ 338444 h 975800"/>
                <a:gd name="connsiteX2" fmla="*/ 1343026 w 1343026"/>
                <a:gd name="connsiteY2" fmla="*/ 851193 h 975800"/>
                <a:gd name="connsiteX3" fmla="*/ 1218419 w 1343026"/>
                <a:gd name="connsiteY3" fmla="*/ 975800 h 975800"/>
                <a:gd name="connsiteX4" fmla="*/ 124607 w 1343026"/>
                <a:gd name="connsiteY4" fmla="*/ 975800 h 975800"/>
                <a:gd name="connsiteX5" fmla="*/ 0 w 1343026"/>
                <a:gd name="connsiteY5" fmla="*/ 851193 h 975800"/>
                <a:gd name="connsiteX6" fmla="*/ 0 w 1343026"/>
                <a:gd name="connsiteY6" fmla="*/ 338445 h 975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43026" h="975800">
                  <a:moveTo>
                    <a:pt x="671514" y="0"/>
                  </a:moveTo>
                  <a:lnTo>
                    <a:pt x="1343026" y="338444"/>
                  </a:lnTo>
                  <a:lnTo>
                    <a:pt x="1343026" y="851193"/>
                  </a:lnTo>
                  <a:lnTo>
                    <a:pt x="1218419" y="975800"/>
                  </a:lnTo>
                  <a:lnTo>
                    <a:pt x="124607" y="975800"/>
                  </a:lnTo>
                  <a:lnTo>
                    <a:pt x="0" y="851193"/>
                  </a:lnTo>
                  <a:lnTo>
                    <a:pt x="0" y="338445"/>
                  </a:lnTo>
                  <a:close/>
                </a:path>
              </a:pathLst>
            </a:custGeom>
            <a:solidFill>
              <a:schemeClr val="accent1"/>
            </a:solidFill>
          </p:spPr>
          <p:txBody>
            <a:bodyPr rot="0" spcFirstLastPara="0" vertOverflow="overflow" horzOverflow="overflow" vert="horz" wrap="square" lIns="91440" tIns="252000" rIns="91440" bIns="45720" numCol="1" spcCol="0" rtlCol="0" fromWordArt="0" anchor="ctr" anchorCtr="0" forceAA="0" compatLnSpc="1">
              <a:normAutofit fontScale="82500" lnSpcReduction="20000"/>
            </a:bodyPr>
            <a:p>
              <a:pPr algn="ctr" fontAlgn="auto">
                <a:buClrTx/>
                <a:buSzTx/>
                <a:buNone/>
              </a:pPr>
              <a:r>
                <a:rPr lang="zh-CN" altLang="en-US" sz="1600" strike="noStrike" noProof="1" dirty="0" smtClean="0">
                  <a:solidFill>
                    <a:schemeClr val="bg1"/>
                  </a:solidFill>
                  <a:latin typeface="思源黑体 CN Light" pitchFamily="34" charset="-122"/>
                  <a:ea typeface="思源黑体 CN Light" pitchFamily="34" charset="-122"/>
                  <a:cs typeface="Arial" panose="020B0604020202020204" pitchFamily="34" charset="0"/>
                  <a:sym typeface="Arial" panose="020B0604020202020204" pitchFamily="34" charset="0"/>
                </a:rPr>
                <a:t>应用程序</a:t>
              </a:r>
              <a:endParaRPr lang="zh-CN" altLang="en-US" sz="1600" strike="noStrike" noProof="1" dirty="0" smtClean="0">
                <a:solidFill>
                  <a:schemeClr val="bg1"/>
                </a:solidFill>
                <a:latin typeface="思源黑体 CN Light" pitchFamily="34" charset="-122"/>
                <a:ea typeface="思源黑体 CN Light" pitchFamily="34" charset="-122"/>
                <a:cs typeface="Arial" panose="020B0604020202020204" pitchFamily="34" charset="0"/>
                <a:sym typeface="Arial" panose="020B0604020202020204" pitchFamily="34" charset="0"/>
              </a:endParaRPr>
            </a:p>
            <a:p>
              <a:pPr algn="ctr" fontAlgn="auto">
                <a:buClrTx/>
                <a:buSzTx/>
                <a:buNone/>
              </a:pPr>
              <a:r>
                <a:rPr lang="zh-CN" altLang="en-US" sz="1600" strike="noStrike" noProof="1" dirty="0" smtClean="0">
                  <a:solidFill>
                    <a:schemeClr val="bg1"/>
                  </a:solidFill>
                  <a:latin typeface="思源黑体 CN Light" pitchFamily="34" charset="-122"/>
                  <a:ea typeface="思源黑体 CN Light" pitchFamily="34" charset="-122"/>
                  <a:cs typeface="Arial" panose="020B0604020202020204" pitchFamily="34" charset="0"/>
                  <a:sym typeface="Arial" panose="020B0604020202020204" pitchFamily="34" charset="0"/>
                </a:rPr>
                <a:t>安全性</a:t>
              </a:r>
              <a:endParaRPr lang="zh-CN" altLang="en-US" sz="1600" strike="noStrike" noProof="1" dirty="0" smtClean="0">
                <a:solidFill>
                  <a:schemeClr val="bg1"/>
                </a:solidFill>
                <a:latin typeface="思源黑体 CN Light" pitchFamily="34" charset="-122"/>
                <a:ea typeface="思源黑体 CN Light" pitchFamily="34" charset="-122"/>
                <a:cs typeface="Arial" panose="020B0604020202020204" pitchFamily="34" charset="0"/>
                <a:sym typeface="Arial" panose="020B0604020202020204" pitchFamily="34" charset="0"/>
              </a:endParaRPr>
            </a:p>
          </p:txBody>
        </p:sp>
        <p:sp>
          <p:nvSpPr>
            <p:cNvPr id="37" name="任意多边形 36"/>
            <p:cNvSpPr/>
            <p:nvPr>
              <p:custDataLst>
                <p:tags r:id="rId14"/>
              </p:custDataLst>
            </p:nvPr>
          </p:nvSpPr>
          <p:spPr>
            <a:xfrm>
              <a:off x="2247649" y="4069810"/>
              <a:ext cx="1343026" cy="569769"/>
            </a:xfrm>
            <a:custGeom>
              <a:avLst/>
              <a:gdLst>
                <a:gd name="connsiteX0" fmla="*/ 124607 w 1343026"/>
                <a:gd name="connsiteY0" fmla="*/ 0 h 569769"/>
                <a:gd name="connsiteX1" fmla="*/ 1218419 w 1343026"/>
                <a:gd name="connsiteY1" fmla="*/ 0 h 569769"/>
                <a:gd name="connsiteX2" fmla="*/ 1343026 w 1343026"/>
                <a:gd name="connsiteY2" fmla="*/ 124607 h 569769"/>
                <a:gd name="connsiteX3" fmla="*/ 1343026 w 1343026"/>
                <a:gd name="connsiteY3" fmla="*/ 231325 h 569769"/>
                <a:gd name="connsiteX4" fmla="*/ 671514 w 1343026"/>
                <a:gd name="connsiteY4" fmla="*/ 569769 h 569769"/>
                <a:gd name="connsiteX5" fmla="*/ 0 w 1343026"/>
                <a:gd name="connsiteY5" fmla="*/ 231324 h 569769"/>
                <a:gd name="connsiteX6" fmla="*/ 0 w 1343026"/>
                <a:gd name="connsiteY6" fmla="*/ 124607 h 569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43026" h="569769">
                  <a:moveTo>
                    <a:pt x="124607" y="0"/>
                  </a:moveTo>
                  <a:lnTo>
                    <a:pt x="1218419" y="0"/>
                  </a:lnTo>
                  <a:lnTo>
                    <a:pt x="1343026" y="124607"/>
                  </a:lnTo>
                  <a:lnTo>
                    <a:pt x="1343026" y="231325"/>
                  </a:lnTo>
                  <a:lnTo>
                    <a:pt x="671514" y="569769"/>
                  </a:lnTo>
                  <a:lnTo>
                    <a:pt x="0" y="231324"/>
                  </a:lnTo>
                  <a:lnTo>
                    <a:pt x="0" y="124607"/>
                  </a:lnTo>
                  <a:close/>
                </a:path>
              </a:pathLst>
            </a:custGeom>
            <a:solidFill>
              <a:schemeClr val="accent6"/>
            </a:solidFill>
          </p:spPr>
          <p:txBody>
            <a:bodyPr rot="0" spcFirstLastPara="0" vertOverflow="overflow" horzOverflow="overflow" vert="horz" wrap="square" lIns="91440" tIns="45720" rIns="91440" bIns="144000" numCol="1" spcCol="0" rtlCol="0" fromWordArt="0" anchor="ctr" anchorCtr="0" forceAA="0" compatLnSpc="1">
              <a:normAutofit fontScale="45000" lnSpcReduction="20000"/>
            </a:bodyPr>
            <a:p>
              <a:pPr algn="ctr" fontAlgn="auto">
                <a:lnSpc>
                  <a:spcPct val="130000"/>
                </a:lnSpc>
              </a:pPr>
              <a:r>
                <a:rPr lang="en-US" altLang="zh-CN" sz="2400" b="1" strike="noStrike" kern="0" noProof="1" dirty="0" smtClean="0">
                  <a:solidFill>
                    <a:srgbClr val="FFFFFF"/>
                  </a:solidFill>
                  <a:latin typeface="+mn-lt"/>
                  <a:ea typeface="+mn-ea"/>
                  <a:cs typeface="+mn-cs"/>
                  <a:sym typeface="Arial" panose="020B0604020202020204" pitchFamily="34" charset="0"/>
                </a:rPr>
                <a:t>03</a:t>
              </a:r>
              <a:endParaRPr lang="zh-CN" altLang="en-US" sz="2400" b="1" strike="noStrike" kern="0" noProof="1" dirty="0">
                <a:solidFill>
                  <a:srgbClr val="FFFFFF"/>
                </a:solidFill>
                <a:sym typeface="Arial" panose="020B0604020202020204" pitchFamily="34" charset="0"/>
              </a:endParaRPr>
            </a:p>
          </p:txBody>
        </p:sp>
      </p:grpSp>
      <p:grpSp>
        <p:nvGrpSpPr>
          <p:cNvPr id="45076" name="组合 37"/>
          <p:cNvGrpSpPr/>
          <p:nvPr/>
        </p:nvGrpSpPr>
        <p:grpSpPr>
          <a:xfrm flipH="1">
            <a:off x="4537075" y="3998913"/>
            <a:ext cx="885825" cy="1031875"/>
            <a:chOff x="2247649" y="3074704"/>
            <a:chExt cx="1343026" cy="1564875"/>
          </a:xfrm>
        </p:grpSpPr>
        <p:sp>
          <p:nvSpPr>
            <p:cNvPr id="39" name="任意多边形 38"/>
            <p:cNvSpPr/>
            <p:nvPr>
              <p:custDataLst>
                <p:tags r:id="rId15"/>
              </p:custDataLst>
            </p:nvPr>
          </p:nvSpPr>
          <p:spPr>
            <a:xfrm>
              <a:off x="2247649" y="3074704"/>
              <a:ext cx="1343026" cy="975800"/>
            </a:xfrm>
            <a:custGeom>
              <a:avLst/>
              <a:gdLst>
                <a:gd name="connsiteX0" fmla="*/ 671514 w 1343026"/>
                <a:gd name="connsiteY0" fmla="*/ 0 h 975800"/>
                <a:gd name="connsiteX1" fmla="*/ 1343026 w 1343026"/>
                <a:gd name="connsiteY1" fmla="*/ 338444 h 975800"/>
                <a:gd name="connsiteX2" fmla="*/ 1343026 w 1343026"/>
                <a:gd name="connsiteY2" fmla="*/ 851193 h 975800"/>
                <a:gd name="connsiteX3" fmla="*/ 1218419 w 1343026"/>
                <a:gd name="connsiteY3" fmla="*/ 975800 h 975800"/>
                <a:gd name="connsiteX4" fmla="*/ 124607 w 1343026"/>
                <a:gd name="connsiteY4" fmla="*/ 975800 h 975800"/>
                <a:gd name="connsiteX5" fmla="*/ 0 w 1343026"/>
                <a:gd name="connsiteY5" fmla="*/ 851193 h 975800"/>
                <a:gd name="connsiteX6" fmla="*/ 0 w 1343026"/>
                <a:gd name="connsiteY6" fmla="*/ 338445 h 975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43026" h="975800">
                  <a:moveTo>
                    <a:pt x="671514" y="0"/>
                  </a:moveTo>
                  <a:lnTo>
                    <a:pt x="1343026" y="338444"/>
                  </a:lnTo>
                  <a:lnTo>
                    <a:pt x="1343026" y="851193"/>
                  </a:lnTo>
                  <a:lnTo>
                    <a:pt x="1218419" y="975800"/>
                  </a:lnTo>
                  <a:lnTo>
                    <a:pt x="124607" y="975800"/>
                  </a:lnTo>
                  <a:lnTo>
                    <a:pt x="0" y="851193"/>
                  </a:lnTo>
                  <a:lnTo>
                    <a:pt x="0" y="338445"/>
                  </a:lnTo>
                  <a:close/>
                </a:path>
              </a:pathLst>
            </a:custGeom>
            <a:solidFill>
              <a:schemeClr val="accent1"/>
            </a:solidFill>
          </p:spPr>
          <p:txBody>
            <a:bodyPr rot="0" spcFirstLastPara="0" vertOverflow="overflow" horzOverflow="overflow" vert="horz" wrap="square" lIns="91440" tIns="252000" rIns="91440" bIns="45720" numCol="1" spcCol="0" rtlCol="0" fromWordArt="0" anchor="ctr" anchorCtr="0" forceAA="0" compatLnSpc="1">
              <a:normAutofit fontScale="77500" lnSpcReduction="10000"/>
            </a:bodyPr>
            <a:p>
              <a:pPr algn="ctr" fontAlgn="auto">
                <a:buClrTx/>
                <a:buSzTx/>
                <a:buNone/>
              </a:pPr>
              <a:r>
                <a:rPr lang="zh-CN" altLang="en-US" sz="1600" strike="noStrike" noProof="1" dirty="0" smtClean="0">
                  <a:solidFill>
                    <a:schemeClr val="bg1"/>
                  </a:solidFill>
                  <a:latin typeface="思源黑体 CN Light" pitchFamily="34" charset="-122"/>
                  <a:ea typeface="思源黑体 CN Light" pitchFamily="34" charset="-122"/>
                  <a:cs typeface="Arial" panose="020B0604020202020204" pitchFamily="34" charset="0"/>
                  <a:sym typeface="Arial" panose="020B0604020202020204" pitchFamily="34" charset="0"/>
                </a:rPr>
                <a:t>主机</a:t>
              </a:r>
              <a:endParaRPr lang="zh-CN" altLang="en-US" sz="1600" strike="noStrike" noProof="1" dirty="0" smtClean="0">
                <a:solidFill>
                  <a:schemeClr val="bg1"/>
                </a:solidFill>
                <a:latin typeface="思源黑体 CN Light" pitchFamily="34" charset="-122"/>
                <a:ea typeface="思源黑体 CN Light" pitchFamily="34" charset="-122"/>
                <a:cs typeface="Arial" panose="020B0604020202020204" pitchFamily="34" charset="0"/>
                <a:sym typeface="Arial" panose="020B0604020202020204" pitchFamily="34" charset="0"/>
              </a:endParaRPr>
            </a:p>
            <a:p>
              <a:pPr algn="ctr" fontAlgn="auto">
                <a:buClrTx/>
                <a:buSzTx/>
                <a:buNone/>
              </a:pPr>
              <a:r>
                <a:rPr lang="zh-CN" altLang="en-US" sz="1600" strike="noStrike" noProof="1" dirty="0" smtClean="0">
                  <a:solidFill>
                    <a:schemeClr val="bg1"/>
                  </a:solidFill>
                  <a:latin typeface="思源黑体 CN Light" pitchFamily="34" charset="-122"/>
                  <a:ea typeface="思源黑体 CN Light" pitchFamily="34" charset="-122"/>
                  <a:cs typeface="Arial" panose="020B0604020202020204" pitchFamily="34" charset="0"/>
                  <a:sym typeface="Arial" panose="020B0604020202020204" pitchFamily="34" charset="0"/>
                </a:rPr>
                <a:t>安全性</a:t>
              </a:r>
              <a:endParaRPr lang="zh-CN" altLang="en-US" sz="1600" strike="noStrike" noProof="1" dirty="0" smtClean="0">
                <a:solidFill>
                  <a:schemeClr val="bg1"/>
                </a:solidFill>
                <a:latin typeface="思源黑体 CN Light" pitchFamily="34" charset="-122"/>
                <a:ea typeface="思源黑体 CN Light" pitchFamily="34" charset="-122"/>
                <a:cs typeface="Arial" panose="020B0604020202020204" pitchFamily="34" charset="0"/>
                <a:sym typeface="Arial" panose="020B0604020202020204" pitchFamily="34" charset="0"/>
              </a:endParaRPr>
            </a:p>
          </p:txBody>
        </p:sp>
        <p:sp>
          <p:nvSpPr>
            <p:cNvPr id="40" name="任意多边形 39"/>
            <p:cNvSpPr/>
            <p:nvPr>
              <p:custDataLst>
                <p:tags r:id="rId16"/>
              </p:custDataLst>
            </p:nvPr>
          </p:nvSpPr>
          <p:spPr>
            <a:xfrm>
              <a:off x="2247649" y="4069810"/>
              <a:ext cx="1343026" cy="569769"/>
            </a:xfrm>
            <a:custGeom>
              <a:avLst/>
              <a:gdLst>
                <a:gd name="connsiteX0" fmla="*/ 124607 w 1343026"/>
                <a:gd name="connsiteY0" fmla="*/ 0 h 569769"/>
                <a:gd name="connsiteX1" fmla="*/ 1218419 w 1343026"/>
                <a:gd name="connsiteY1" fmla="*/ 0 h 569769"/>
                <a:gd name="connsiteX2" fmla="*/ 1343026 w 1343026"/>
                <a:gd name="connsiteY2" fmla="*/ 124607 h 569769"/>
                <a:gd name="connsiteX3" fmla="*/ 1343026 w 1343026"/>
                <a:gd name="connsiteY3" fmla="*/ 231325 h 569769"/>
                <a:gd name="connsiteX4" fmla="*/ 671514 w 1343026"/>
                <a:gd name="connsiteY4" fmla="*/ 569769 h 569769"/>
                <a:gd name="connsiteX5" fmla="*/ 0 w 1343026"/>
                <a:gd name="connsiteY5" fmla="*/ 231324 h 569769"/>
                <a:gd name="connsiteX6" fmla="*/ 0 w 1343026"/>
                <a:gd name="connsiteY6" fmla="*/ 124607 h 569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43026" h="569769">
                  <a:moveTo>
                    <a:pt x="124607" y="0"/>
                  </a:moveTo>
                  <a:lnTo>
                    <a:pt x="1218419" y="0"/>
                  </a:lnTo>
                  <a:lnTo>
                    <a:pt x="1343026" y="124607"/>
                  </a:lnTo>
                  <a:lnTo>
                    <a:pt x="1343026" y="231325"/>
                  </a:lnTo>
                  <a:lnTo>
                    <a:pt x="671514" y="569769"/>
                  </a:lnTo>
                  <a:lnTo>
                    <a:pt x="0" y="231324"/>
                  </a:lnTo>
                  <a:lnTo>
                    <a:pt x="0" y="124607"/>
                  </a:lnTo>
                  <a:close/>
                </a:path>
              </a:pathLst>
            </a:custGeom>
            <a:solidFill>
              <a:schemeClr val="accent2"/>
            </a:solidFill>
          </p:spPr>
          <p:txBody>
            <a:bodyPr rot="0" spcFirstLastPara="0" vertOverflow="overflow" horzOverflow="overflow" vert="horz" wrap="square" lIns="91440" tIns="45720" rIns="91440" bIns="144000" numCol="1" spcCol="0" rtlCol="0" fromWordArt="0" anchor="ctr" anchorCtr="0" forceAA="0" compatLnSpc="1">
              <a:normAutofit fontScale="45000" lnSpcReduction="20000"/>
            </a:bodyPr>
            <a:p>
              <a:pPr algn="ctr" fontAlgn="auto">
                <a:lnSpc>
                  <a:spcPct val="130000"/>
                </a:lnSpc>
              </a:pPr>
              <a:r>
                <a:rPr lang="en-US" altLang="zh-CN" sz="2400" b="1" strike="noStrike" kern="0" noProof="1" dirty="0" smtClean="0">
                  <a:solidFill>
                    <a:srgbClr val="FFFFFF"/>
                  </a:solidFill>
                  <a:latin typeface="+mn-lt"/>
                  <a:ea typeface="+mn-ea"/>
                  <a:cs typeface="+mn-cs"/>
                  <a:sym typeface="Arial" panose="020B0604020202020204" pitchFamily="34" charset="0"/>
                </a:rPr>
                <a:t>04</a:t>
              </a:r>
              <a:endParaRPr lang="zh-CN" altLang="en-US" sz="2400" b="1" strike="noStrike" kern="0" noProof="1" dirty="0">
                <a:solidFill>
                  <a:srgbClr val="FFFFFF"/>
                </a:solidFill>
                <a:sym typeface="Arial" panose="020B0604020202020204" pitchFamily="34" charset="0"/>
              </a:endParaRPr>
            </a:p>
          </p:txBody>
        </p:sp>
      </p:grpSp>
      <p:grpSp>
        <p:nvGrpSpPr>
          <p:cNvPr id="45079" name="组合 40"/>
          <p:cNvGrpSpPr/>
          <p:nvPr/>
        </p:nvGrpSpPr>
        <p:grpSpPr>
          <a:xfrm flipH="1">
            <a:off x="5630863" y="3998913"/>
            <a:ext cx="885825" cy="1031875"/>
            <a:chOff x="2247649" y="3074704"/>
            <a:chExt cx="1343026" cy="1564875"/>
          </a:xfrm>
        </p:grpSpPr>
        <p:sp>
          <p:nvSpPr>
            <p:cNvPr id="42" name="任意多边形 41"/>
            <p:cNvSpPr/>
            <p:nvPr>
              <p:custDataLst>
                <p:tags r:id="rId17"/>
              </p:custDataLst>
            </p:nvPr>
          </p:nvSpPr>
          <p:spPr>
            <a:xfrm>
              <a:off x="2247649" y="3074704"/>
              <a:ext cx="1343026" cy="975800"/>
            </a:xfrm>
            <a:custGeom>
              <a:avLst/>
              <a:gdLst>
                <a:gd name="connsiteX0" fmla="*/ 671514 w 1343026"/>
                <a:gd name="connsiteY0" fmla="*/ 0 h 975800"/>
                <a:gd name="connsiteX1" fmla="*/ 1343026 w 1343026"/>
                <a:gd name="connsiteY1" fmla="*/ 338444 h 975800"/>
                <a:gd name="connsiteX2" fmla="*/ 1343026 w 1343026"/>
                <a:gd name="connsiteY2" fmla="*/ 851193 h 975800"/>
                <a:gd name="connsiteX3" fmla="*/ 1218419 w 1343026"/>
                <a:gd name="connsiteY3" fmla="*/ 975800 h 975800"/>
                <a:gd name="connsiteX4" fmla="*/ 124607 w 1343026"/>
                <a:gd name="connsiteY4" fmla="*/ 975800 h 975800"/>
                <a:gd name="connsiteX5" fmla="*/ 0 w 1343026"/>
                <a:gd name="connsiteY5" fmla="*/ 851193 h 975800"/>
                <a:gd name="connsiteX6" fmla="*/ 0 w 1343026"/>
                <a:gd name="connsiteY6" fmla="*/ 338445 h 975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43026" h="975800">
                  <a:moveTo>
                    <a:pt x="671514" y="0"/>
                  </a:moveTo>
                  <a:lnTo>
                    <a:pt x="1343026" y="338444"/>
                  </a:lnTo>
                  <a:lnTo>
                    <a:pt x="1343026" y="851193"/>
                  </a:lnTo>
                  <a:lnTo>
                    <a:pt x="1218419" y="975800"/>
                  </a:lnTo>
                  <a:lnTo>
                    <a:pt x="124607" y="975800"/>
                  </a:lnTo>
                  <a:lnTo>
                    <a:pt x="0" y="851193"/>
                  </a:lnTo>
                  <a:lnTo>
                    <a:pt x="0" y="338445"/>
                  </a:lnTo>
                  <a:close/>
                </a:path>
              </a:pathLst>
            </a:custGeom>
            <a:solidFill>
              <a:schemeClr val="accent1"/>
            </a:solidFill>
          </p:spPr>
          <p:txBody>
            <a:bodyPr rot="0" spcFirstLastPara="0" vertOverflow="overflow" horzOverflow="overflow" vert="horz" wrap="square" lIns="91440" tIns="252000" rIns="91440" bIns="45720" numCol="1" spcCol="0" rtlCol="0" fromWordArt="0" anchor="ctr" anchorCtr="0" forceAA="0" compatLnSpc="1">
              <a:normAutofit fontScale="82500" lnSpcReduction="20000"/>
            </a:bodyPr>
            <a:p>
              <a:pPr algn="ctr" fontAlgn="auto">
                <a:buClrTx/>
                <a:buSzTx/>
                <a:buNone/>
              </a:pPr>
              <a:r>
                <a:rPr lang="zh-CN" altLang="en-US" sz="1600" strike="noStrike" noProof="1" dirty="0" smtClean="0">
                  <a:solidFill>
                    <a:schemeClr val="bg1"/>
                  </a:solidFill>
                  <a:latin typeface="思源黑体 CN Light" pitchFamily="34" charset="-122"/>
                  <a:ea typeface="思源黑体 CN Light" pitchFamily="34" charset="-122"/>
                  <a:cs typeface="Arial" panose="020B0604020202020204" pitchFamily="34" charset="0"/>
                  <a:sym typeface="Arial" panose="020B0604020202020204" pitchFamily="34" charset="0"/>
                </a:rPr>
                <a:t>内部网络</a:t>
              </a:r>
              <a:endParaRPr lang="zh-CN" altLang="en-US" sz="1600" strike="noStrike" noProof="1" dirty="0" smtClean="0">
                <a:solidFill>
                  <a:schemeClr val="bg1"/>
                </a:solidFill>
                <a:latin typeface="思源黑体 CN Light" pitchFamily="34" charset="-122"/>
                <a:ea typeface="思源黑体 CN Light" pitchFamily="34" charset="-122"/>
                <a:cs typeface="Arial" panose="020B0604020202020204" pitchFamily="34" charset="0"/>
                <a:sym typeface="Arial" panose="020B0604020202020204" pitchFamily="34" charset="0"/>
              </a:endParaRPr>
            </a:p>
            <a:p>
              <a:pPr algn="ctr" fontAlgn="auto">
                <a:buClrTx/>
                <a:buSzTx/>
                <a:buNone/>
              </a:pPr>
              <a:r>
                <a:rPr lang="zh-CN" altLang="en-US" sz="1600" strike="noStrike" noProof="1" dirty="0" smtClean="0">
                  <a:solidFill>
                    <a:schemeClr val="bg1"/>
                  </a:solidFill>
                  <a:latin typeface="思源黑体 CN Light" pitchFamily="34" charset="-122"/>
                  <a:ea typeface="思源黑体 CN Light" pitchFamily="34" charset="-122"/>
                  <a:cs typeface="Arial" panose="020B0604020202020204" pitchFamily="34" charset="0"/>
                  <a:sym typeface="Arial" panose="020B0604020202020204" pitchFamily="34" charset="0"/>
                </a:rPr>
                <a:t>安全性</a:t>
              </a:r>
              <a:endParaRPr lang="zh-CN" altLang="en-US" strike="noStrike" kern="0" noProof="1" dirty="0">
                <a:solidFill>
                  <a:srgbClr val="FFFFFF"/>
                </a:solidFill>
                <a:latin typeface="Arial" panose="020B0604020202020204" pitchFamily="34" charset="0"/>
                <a:ea typeface="黑体" panose="02010609060101010101" charset="-122"/>
                <a:cs typeface="+mn-ea"/>
                <a:sym typeface="Arial" panose="020B0604020202020204" pitchFamily="34" charset="0"/>
              </a:endParaRPr>
            </a:p>
          </p:txBody>
        </p:sp>
        <p:sp>
          <p:nvSpPr>
            <p:cNvPr id="43" name="任意多边形 42"/>
            <p:cNvSpPr/>
            <p:nvPr>
              <p:custDataLst>
                <p:tags r:id="rId18"/>
              </p:custDataLst>
            </p:nvPr>
          </p:nvSpPr>
          <p:spPr>
            <a:xfrm>
              <a:off x="2247649" y="4069810"/>
              <a:ext cx="1343026" cy="569769"/>
            </a:xfrm>
            <a:custGeom>
              <a:avLst/>
              <a:gdLst>
                <a:gd name="connsiteX0" fmla="*/ 124607 w 1343026"/>
                <a:gd name="connsiteY0" fmla="*/ 0 h 569769"/>
                <a:gd name="connsiteX1" fmla="*/ 1218419 w 1343026"/>
                <a:gd name="connsiteY1" fmla="*/ 0 h 569769"/>
                <a:gd name="connsiteX2" fmla="*/ 1343026 w 1343026"/>
                <a:gd name="connsiteY2" fmla="*/ 124607 h 569769"/>
                <a:gd name="connsiteX3" fmla="*/ 1343026 w 1343026"/>
                <a:gd name="connsiteY3" fmla="*/ 231325 h 569769"/>
                <a:gd name="connsiteX4" fmla="*/ 671514 w 1343026"/>
                <a:gd name="connsiteY4" fmla="*/ 569769 h 569769"/>
                <a:gd name="connsiteX5" fmla="*/ 0 w 1343026"/>
                <a:gd name="connsiteY5" fmla="*/ 231324 h 569769"/>
                <a:gd name="connsiteX6" fmla="*/ 0 w 1343026"/>
                <a:gd name="connsiteY6" fmla="*/ 124607 h 569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43026" h="569769">
                  <a:moveTo>
                    <a:pt x="124607" y="0"/>
                  </a:moveTo>
                  <a:lnTo>
                    <a:pt x="1218419" y="0"/>
                  </a:lnTo>
                  <a:lnTo>
                    <a:pt x="1343026" y="124607"/>
                  </a:lnTo>
                  <a:lnTo>
                    <a:pt x="1343026" y="231325"/>
                  </a:lnTo>
                  <a:lnTo>
                    <a:pt x="671514" y="569769"/>
                  </a:lnTo>
                  <a:lnTo>
                    <a:pt x="0" y="231324"/>
                  </a:lnTo>
                  <a:lnTo>
                    <a:pt x="0" y="124607"/>
                  </a:lnTo>
                  <a:close/>
                </a:path>
              </a:pathLst>
            </a:custGeom>
            <a:solidFill>
              <a:schemeClr val="accent2">
                <a:lumMod val="60000"/>
                <a:lumOff val="40000"/>
              </a:schemeClr>
            </a:solidFill>
          </p:spPr>
          <p:txBody>
            <a:bodyPr rot="0" spcFirstLastPara="0" vertOverflow="overflow" horzOverflow="overflow" vert="horz" wrap="square" lIns="91440" tIns="45720" rIns="91440" bIns="144000" numCol="1" spcCol="0" rtlCol="0" fromWordArt="0" anchor="ctr" anchorCtr="0" forceAA="0" compatLnSpc="1">
              <a:normAutofit fontScale="45000" lnSpcReduction="20000"/>
            </a:bodyPr>
            <a:p>
              <a:pPr algn="ctr" fontAlgn="auto">
                <a:lnSpc>
                  <a:spcPct val="130000"/>
                </a:lnSpc>
              </a:pPr>
              <a:r>
                <a:rPr lang="en-US" altLang="zh-CN" sz="2400" b="1" strike="noStrike" kern="0" noProof="1" dirty="0" smtClean="0">
                  <a:solidFill>
                    <a:srgbClr val="FFFFFF"/>
                  </a:solidFill>
                  <a:latin typeface="+mn-lt"/>
                  <a:ea typeface="+mn-ea"/>
                  <a:cs typeface="+mn-cs"/>
                  <a:sym typeface="Arial" panose="020B0604020202020204" pitchFamily="34" charset="0"/>
                </a:rPr>
                <a:t>05</a:t>
              </a:r>
              <a:endParaRPr lang="zh-CN" altLang="en-US" sz="2400" b="1" strike="noStrike" kern="0" noProof="1" dirty="0">
                <a:solidFill>
                  <a:srgbClr val="FFFFFF"/>
                </a:solidFill>
                <a:sym typeface="Arial" panose="020B0604020202020204" pitchFamily="34" charset="0"/>
              </a:endParaRPr>
            </a:p>
          </p:txBody>
        </p:sp>
      </p:grpSp>
      <p:grpSp>
        <p:nvGrpSpPr>
          <p:cNvPr id="45082" name="组合 43"/>
          <p:cNvGrpSpPr/>
          <p:nvPr/>
        </p:nvGrpSpPr>
        <p:grpSpPr>
          <a:xfrm flipH="1">
            <a:off x="6748463" y="3998913"/>
            <a:ext cx="885825" cy="1031875"/>
            <a:chOff x="2247649" y="3074704"/>
            <a:chExt cx="1343026" cy="1564875"/>
          </a:xfrm>
        </p:grpSpPr>
        <p:sp>
          <p:nvSpPr>
            <p:cNvPr id="45" name="任意多边形 44"/>
            <p:cNvSpPr/>
            <p:nvPr>
              <p:custDataLst>
                <p:tags r:id="rId19"/>
              </p:custDataLst>
            </p:nvPr>
          </p:nvSpPr>
          <p:spPr>
            <a:xfrm>
              <a:off x="2247649" y="3074704"/>
              <a:ext cx="1343026" cy="975800"/>
            </a:xfrm>
            <a:custGeom>
              <a:avLst/>
              <a:gdLst>
                <a:gd name="connsiteX0" fmla="*/ 671514 w 1343026"/>
                <a:gd name="connsiteY0" fmla="*/ 0 h 975800"/>
                <a:gd name="connsiteX1" fmla="*/ 1343026 w 1343026"/>
                <a:gd name="connsiteY1" fmla="*/ 338444 h 975800"/>
                <a:gd name="connsiteX2" fmla="*/ 1343026 w 1343026"/>
                <a:gd name="connsiteY2" fmla="*/ 851193 h 975800"/>
                <a:gd name="connsiteX3" fmla="*/ 1218419 w 1343026"/>
                <a:gd name="connsiteY3" fmla="*/ 975800 h 975800"/>
                <a:gd name="connsiteX4" fmla="*/ 124607 w 1343026"/>
                <a:gd name="connsiteY4" fmla="*/ 975800 h 975800"/>
                <a:gd name="connsiteX5" fmla="*/ 0 w 1343026"/>
                <a:gd name="connsiteY5" fmla="*/ 851193 h 975800"/>
                <a:gd name="connsiteX6" fmla="*/ 0 w 1343026"/>
                <a:gd name="connsiteY6" fmla="*/ 338445 h 975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43026" h="975800">
                  <a:moveTo>
                    <a:pt x="671514" y="0"/>
                  </a:moveTo>
                  <a:lnTo>
                    <a:pt x="1343026" y="338444"/>
                  </a:lnTo>
                  <a:lnTo>
                    <a:pt x="1343026" y="851193"/>
                  </a:lnTo>
                  <a:lnTo>
                    <a:pt x="1218419" y="975800"/>
                  </a:lnTo>
                  <a:lnTo>
                    <a:pt x="124607" y="975800"/>
                  </a:lnTo>
                  <a:lnTo>
                    <a:pt x="0" y="851193"/>
                  </a:lnTo>
                  <a:lnTo>
                    <a:pt x="0" y="338445"/>
                  </a:lnTo>
                  <a:close/>
                </a:path>
              </a:pathLst>
            </a:custGeom>
            <a:solidFill>
              <a:schemeClr val="accent1"/>
            </a:solidFill>
          </p:spPr>
          <p:txBody>
            <a:bodyPr rot="0" spcFirstLastPara="0" vertOverflow="overflow" horzOverflow="overflow" vert="horz" wrap="square" lIns="91440" tIns="252000" rIns="91440" bIns="45720" numCol="1" spcCol="0" rtlCol="0" fromWordArt="0" anchor="ctr" anchorCtr="0" forceAA="0" compatLnSpc="1">
              <a:normAutofit fontScale="82500" lnSpcReduction="20000"/>
            </a:bodyPr>
            <a:p>
              <a:pPr algn="ctr" fontAlgn="auto">
                <a:buClrTx/>
                <a:buSzTx/>
                <a:buNone/>
              </a:pPr>
              <a:r>
                <a:rPr lang="zh-CN" altLang="en-US" sz="1600" strike="noStrike" noProof="1" dirty="0" smtClean="0">
                  <a:solidFill>
                    <a:schemeClr val="bg1"/>
                  </a:solidFill>
                  <a:latin typeface="思源黑体 CN Light" pitchFamily="34" charset="-122"/>
                  <a:ea typeface="思源黑体 CN Light" pitchFamily="34" charset="-122"/>
                  <a:cs typeface="Arial" panose="020B0604020202020204" pitchFamily="34" charset="0"/>
                  <a:sym typeface="Arial" panose="020B0604020202020204" pitchFamily="34" charset="0"/>
                </a:rPr>
                <a:t>网络边界</a:t>
              </a:r>
              <a:endParaRPr lang="zh-CN" altLang="en-US" sz="1600" strike="noStrike" noProof="1" dirty="0" smtClean="0">
                <a:solidFill>
                  <a:schemeClr val="bg1"/>
                </a:solidFill>
                <a:latin typeface="思源黑体 CN Light" pitchFamily="34" charset="-122"/>
                <a:ea typeface="思源黑体 CN Light" pitchFamily="34" charset="-122"/>
                <a:cs typeface="Arial" panose="020B0604020202020204" pitchFamily="34" charset="0"/>
                <a:sym typeface="Arial" panose="020B0604020202020204" pitchFamily="34" charset="0"/>
              </a:endParaRPr>
            </a:p>
            <a:p>
              <a:pPr algn="ctr" fontAlgn="auto">
                <a:buClrTx/>
                <a:buSzTx/>
                <a:buNone/>
              </a:pPr>
              <a:r>
                <a:rPr lang="zh-CN" altLang="en-US" sz="1600" strike="noStrike" noProof="1" dirty="0" smtClean="0">
                  <a:solidFill>
                    <a:schemeClr val="bg1"/>
                  </a:solidFill>
                  <a:latin typeface="思源黑体 CN Light" pitchFamily="34" charset="-122"/>
                  <a:ea typeface="思源黑体 CN Light" pitchFamily="34" charset="-122"/>
                  <a:cs typeface="Arial" panose="020B0604020202020204" pitchFamily="34" charset="0"/>
                  <a:sym typeface="Arial" panose="020B0604020202020204" pitchFamily="34" charset="0"/>
                </a:rPr>
                <a:t>安全性</a:t>
              </a:r>
              <a:endParaRPr lang="zh-CN" altLang="en-US" sz="1600" strike="noStrike" noProof="1" dirty="0" smtClean="0">
                <a:solidFill>
                  <a:schemeClr val="bg1"/>
                </a:solidFill>
                <a:latin typeface="思源黑体 CN Light" pitchFamily="34" charset="-122"/>
                <a:ea typeface="思源黑体 CN Light" pitchFamily="34" charset="-122"/>
                <a:cs typeface="Arial" panose="020B0604020202020204" pitchFamily="34" charset="0"/>
                <a:sym typeface="Arial" panose="020B0604020202020204" pitchFamily="34" charset="0"/>
              </a:endParaRPr>
            </a:p>
          </p:txBody>
        </p:sp>
        <p:sp>
          <p:nvSpPr>
            <p:cNvPr id="46" name="任意多边形 45"/>
            <p:cNvSpPr/>
            <p:nvPr>
              <p:custDataLst>
                <p:tags r:id="rId20"/>
              </p:custDataLst>
            </p:nvPr>
          </p:nvSpPr>
          <p:spPr>
            <a:xfrm>
              <a:off x="2247649" y="4069810"/>
              <a:ext cx="1343026" cy="569769"/>
            </a:xfrm>
            <a:custGeom>
              <a:avLst/>
              <a:gdLst>
                <a:gd name="connsiteX0" fmla="*/ 124607 w 1343026"/>
                <a:gd name="connsiteY0" fmla="*/ 0 h 569769"/>
                <a:gd name="connsiteX1" fmla="*/ 1218419 w 1343026"/>
                <a:gd name="connsiteY1" fmla="*/ 0 h 569769"/>
                <a:gd name="connsiteX2" fmla="*/ 1343026 w 1343026"/>
                <a:gd name="connsiteY2" fmla="*/ 124607 h 569769"/>
                <a:gd name="connsiteX3" fmla="*/ 1343026 w 1343026"/>
                <a:gd name="connsiteY3" fmla="*/ 231325 h 569769"/>
                <a:gd name="connsiteX4" fmla="*/ 671514 w 1343026"/>
                <a:gd name="connsiteY4" fmla="*/ 569769 h 569769"/>
                <a:gd name="connsiteX5" fmla="*/ 0 w 1343026"/>
                <a:gd name="connsiteY5" fmla="*/ 231324 h 569769"/>
                <a:gd name="connsiteX6" fmla="*/ 0 w 1343026"/>
                <a:gd name="connsiteY6" fmla="*/ 124607 h 569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43026" h="569769">
                  <a:moveTo>
                    <a:pt x="124607" y="0"/>
                  </a:moveTo>
                  <a:lnTo>
                    <a:pt x="1218419" y="0"/>
                  </a:lnTo>
                  <a:lnTo>
                    <a:pt x="1343026" y="124607"/>
                  </a:lnTo>
                  <a:lnTo>
                    <a:pt x="1343026" y="231325"/>
                  </a:lnTo>
                  <a:lnTo>
                    <a:pt x="671514" y="569769"/>
                  </a:lnTo>
                  <a:lnTo>
                    <a:pt x="0" y="231324"/>
                  </a:lnTo>
                  <a:lnTo>
                    <a:pt x="0" y="124607"/>
                  </a:lnTo>
                  <a:close/>
                </a:path>
              </a:pathLst>
            </a:custGeom>
            <a:solidFill>
              <a:schemeClr val="accent6"/>
            </a:solidFill>
          </p:spPr>
          <p:txBody>
            <a:bodyPr rot="0" spcFirstLastPara="0" vertOverflow="overflow" horzOverflow="overflow" vert="horz" wrap="square" lIns="91440" tIns="45720" rIns="91440" bIns="144000" numCol="1" spcCol="0" rtlCol="0" fromWordArt="0" anchor="ctr" anchorCtr="0" forceAA="0" compatLnSpc="1">
              <a:normAutofit fontScale="45000" lnSpcReduction="20000"/>
            </a:bodyPr>
            <a:p>
              <a:pPr algn="ctr" fontAlgn="auto">
                <a:lnSpc>
                  <a:spcPct val="130000"/>
                </a:lnSpc>
              </a:pPr>
              <a:r>
                <a:rPr lang="en-US" altLang="zh-CN" sz="2400" b="1" strike="noStrike" kern="0" noProof="1" dirty="0" smtClean="0">
                  <a:solidFill>
                    <a:srgbClr val="FFFFFF"/>
                  </a:solidFill>
                  <a:latin typeface="+mn-lt"/>
                  <a:ea typeface="+mn-ea"/>
                  <a:cs typeface="+mn-cs"/>
                  <a:sym typeface="Arial" panose="020B0604020202020204" pitchFamily="34" charset="0"/>
                </a:rPr>
                <a:t>06</a:t>
              </a:r>
              <a:endParaRPr lang="zh-CN" altLang="en-US" sz="2400" b="1" strike="noStrike" kern="0" noProof="1" dirty="0">
                <a:solidFill>
                  <a:srgbClr val="FFFFFF"/>
                </a:solidFill>
                <a:sym typeface="Arial" panose="020B0604020202020204" pitchFamily="34" charset="0"/>
              </a:endParaRPr>
            </a:p>
          </p:txBody>
        </p:sp>
      </p:grpSp>
      <p:sp>
        <p:nvSpPr>
          <p:cNvPr id="47" name="任意多边形 46"/>
          <p:cNvSpPr/>
          <p:nvPr>
            <p:custDataLst>
              <p:tags r:id="rId21"/>
            </p:custDataLst>
          </p:nvPr>
        </p:nvSpPr>
        <p:spPr>
          <a:xfrm flipH="1">
            <a:off x="7812088" y="3998913"/>
            <a:ext cx="885825" cy="642938"/>
          </a:xfrm>
          <a:custGeom>
            <a:avLst/>
            <a:gdLst>
              <a:gd name="connsiteX0" fmla="*/ 671514 w 1343026"/>
              <a:gd name="connsiteY0" fmla="*/ 0 h 975800"/>
              <a:gd name="connsiteX1" fmla="*/ 1343026 w 1343026"/>
              <a:gd name="connsiteY1" fmla="*/ 338444 h 975800"/>
              <a:gd name="connsiteX2" fmla="*/ 1343026 w 1343026"/>
              <a:gd name="connsiteY2" fmla="*/ 851193 h 975800"/>
              <a:gd name="connsiteX3" fmla="*/ 1218419 w 1343026"/>
              <a:gd name="connsiteY3" fmla="*/ 975800 h 975800"/>
              <a:gd name="connsiteX4" fmla="*/ 124607 w 1343026"/>
              <a:gd name="connsiteY4" fmla="*/ 975800 h 975800"/>
              <a:gd name="connsiteX5" fmla="*/ 0 w 1343026"/>
              <a:gd name="connsiteY5" fmla="*/ 851193 h 975800"/>
              <a:gd name="connsiteX6" fmla="*/ 0 w 1343026"/>
              <a:gd name="connsiteY6" fmla="*/ 338445 h 975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43026" h="975800">
                <a:moveTo>
                  <a:pt x="671514" y="0"/>
                </a:moveTo>
                <a:lnTo>
                  <a:pt x="1343026" y="338444"/>
                </a:lnTo>
                <a:lnTo>
                  <a:pt x="1343026" y="851193"/>
                </a:lnTo>
                <a:lnTo>
                  <a:pt x="1218419" y="975800"/>
                </a:lnTo>
                <a:lnTo>
                  <a:pt x="124607" y="975800"/>
                </a:lnTo>
                <a:lnTo>
                  <a:pt x="0" y="851193"/>
                </a:lnTo>
                <a:lnTo>
                  <a:pt x="0" y="338445"/>
                </a:lnTo>
                <a:close/>
              </a:path>
            </a:pathLst>
          </a:custGeom>
          <a:solidFill>
            <a:schemeClr val="accent1"/>
          </a:solidFill>
        </p:spPr>
        <p:txBody>
          <a:bodyPr rot="0" spcFirstLastPara="0" vertOverflow="overflow" horzOverflow="overflow" vert="horz" wrap="square" lIns="91440" tIns="252000" rIns="91440" bIns="45720" numCol="1" spcCol="0" rtlCol="0" fromWordArt="0" anchor="ctr" anchorCtr="0" forceAA="0" compatLnSpc="1">
            <a:normAutofit fontScale="82500" lnSpcReduction="20000"/>
          </a:bodyPr>
          <a:p>
            <a:pPr algn="ctr" defTabSz="914400" fontAlgn="auto">
              <a:lnSpc>
                <a:spcPct val="100000"/>
              </a:lnSpc>
              <a:buClrTx/>
              <a:buSzTx/>
              <a:buNone/>
            </a:pPr>
            <a:r>
              <a:rPr lang="zh-CN" altLang="en-US" sz="1600" strike="noStrike" noProof="1" dirty="0" smtClean="0">
                <a:solidFill>
                  <a:schemeClr val="bg1"/>
                </a:solidFill>
                <a:latin typeface="思源黑体 CN Light" pitchFamily="34" charset="-122"/>
                <a:ea typeface="思源黑体 CN Light" pitchFamily="34" charset="-122"/>
                <a:cs typeface="Arial" panose="020B0604020202020204" pitchFamily="34" charset="0"/>
                <a:sym typeface="Arial" panose="020B0604020202020204" pitchFamily="34" charset="0"/>
              </a:rPr>
              <a:t>物理设施</a:t>
            </a:r>
            <a:endParaRPr lang="zh-CN" altLang="en-US" sz="1600" strike="noStrike" noProof="1" dirty="0" smtClean="0">
              <a:solidFill>
                <a:schemeClr val="bg1"/>
              </a:solidFill>
              <a:latin typeface="思源黑体 CN Light" pitchFamily="34" charset="-122"/>
              <a:ea typeface="思源黑体 CN Light" pitchFamily="34" charset="-122"/>
              <a:cs typeface="Arial" panose="020B0604020202020204" pitchFamily="34" charset="0"/>
              <a:sym typeface="Arial" panose="020B0604020202020204" pitchFamily="34" charset="0"/>
            </a:endParaRPr>
          </a:p>
          <a:p>
            <a:pPr algn="ctr" defTabSz="914400" fontAlgn="auto">
              <a:lnSpc>
                <a:spcPct val="100000"/>
              </a:lnSpc>
              <a:buClrTx/>
              <a:buSzTx/>
              <a:buNone/>
            </a:pPr>
            <a:r>
              <a:rPr lang="zh-CN" altLang="en-US" sz="1600" strike="noStrike" noProof="1" dirty="0" smtClean="0">
                <a:solidFill>
                  <a:schemeClr val="bg1"/>
                </a:solidFill>
                <a:latin typeface="思源黑体 CN Light" pitchFamily="34" charset="-122"/>
                <a:ea typeface="思源黑体 CN Light" pitchFamily="34" charset="-122"/>
                <a:cs typeface="Arial" panose="020B0604020202020204" pitchFamily="34" charset="0"/>
                <a:sym typeface="Arial" panose="020B0604020202020204" pitchFamily="34" charset="0"/>
              </a:rPr>
              <a:t>安全性</a:t>
            </a:r>
            <a:endParaRPr lang="zh-CN" altLang="en-US" sz="1600" strike="noStrike" noProof="1" dirty="0" smtClean="0">
              <a:solidFill>
                <a:schemeClr val="bg1"/>
              </a:solidFill>
              <a:latin typeface="思源黑体 CN Light" pitchFamily="34" charset="-122"/>
              <a:ea typeface="思源黑体 CN Light" pitchFamily="34" charset="-122"/>
              <a:cs typeface="Arial" panose="020B0604020202020204" pitchFamily="34" charset="0"/>
              <a:sym typeface="Arial" panose="020B0604020202020204" pitchFamily="34" charset="0"/>
            </a:endParaRPr>
          </a:p>
        </p:txBody>
      </p:sp>
      <p:sp>
        <p:nvSpPr>
          <p:cNvPr id="48" name="任意多边形 47"/>
          <p:cNvSpPr/>
          <p:nvPr>
            <p:custDataLst>
              <p:tags r:id="rId22"/>
            </p:custDataLst>
          </p:nvPr>
        </p:nvSpPr>
        <p:spPr>
          <a:xfrm flipH="1">
            <a:off x="7812088" y="4654550"/>
            <a:ext cx="885825" cy="376238"/>
          </a:xfrm>
          <a:custGeom>
            <a:avLst/>
            <a:gdLst>
              <a:gd name="connsiteX0" fmla="*/ 124607 w 1343026"/>
              <a:gd name="connsiteY0" fmla="*/ 0 h 569769"/>
              <a:gd name="connsiteX1" fmla="*/ 1218419 w 1343026"/>
              <a:gd name="connsiteY1" fmla="*/ 0 h 569769"/>
              <a:gd name="connsiteX2" fmla="*/ 1343026 w 1343026"/>
              <a:gd name="connsiteY2" fmla="*/ 124607 h 569769"/>
              <a:gd name="connsiteX3" fmla="*/ 1343026 w 1343026"/>
              <a:gd name="connsiteY3" fmla="*/ 231325 h 569769"/>
              <a:gd name="connsiteX4" fmla="*/ 671514 w 1343026"/>
              <a:gd name="connsiteY4" fmla="*/ 569769 h 569769"/>
              <a:gd name="connsiteX5" fmla="*/ 0 w 1343026"/>
              <a:gd name="connsiteY5" fmla="*/ 231324 h 569769"/>
              <a:gd name="connsiteX6" fmla="*/ 0 w 1343026"/>
              <a:gd name="connsiteY6" fmla="*/ 124607 h 569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43026" h="569769">
                <a:moveTo>
                  <a:pt x="124607" y="0"/>
                </a:moveTo>
                <a:lnTo>
                  <a:pt x="1218419" y="0"/>
                </a:lnTo>
                <a:lnTo>
                  <a:pt x="1343026" y="124607"/>
                </a:lnTo>
                <a:lnTo>
                  <a:pt x="1343026" y="231325"/>
                </a:lnTo>
                <a:lnTo>
                  <a:pt x="671514" y="569769"/>
                </a:lnTo>
                <a:lnTo>
                  <a:pt x="0" y="231324"/>
                </a:lnTo>
                <a:lnTo>
                  <a:pt x="0" y="124607"/>
                </a:lnTo>
                <a:close/>
              </a:path>
            </a:pathLst>
          </a:custGeom>
          <a:solidFill>
            <a:schemeClr val="accent2">
              <a:lumMod val="60000"/>
              <a:lumOff val="40000"/>
            </a:schemeClr>
          </a:solidFill>
        </p:spPr>
        <p:txBody>
          <a:bodyPr rot="0" spcFirstLastPara="0" vertOverflow="overflow" horzOverflow="overflow" vert="horz" wrap="square" lIns="91440" tIns="45720" rIns="91440" bIns="144000" numCol="1" spcCol="0" rtlCol="0" fromWordArt="0" anchor="ctr" anchorCtr="0" forceAA="0" compatLnSpc="1">
            <a:normAutofit fontScale="45000" lnSpcReduction="20000"/>
          </a:bodyPr>
          <a:p>
            <a:pPr algn="ctr" fontAlgn="auto">
              <a:lnSpc>
                <a:spcPct val="130000"/>
              </a:lnSpc>
            </a:pPr>
            <a:r>
              <a:rPr lang="en-US" altLang="zh-CN" sz="2400" b="1" strike="noStrike" kern="0" noProof="1" dirty="0" smtClean="0">
                <a:solidFill>
                  <a:srgbClr val="FFFFFF"/>
                </a:solidFill>
                <a:latin typeface="+mn-lt"/>
                <a:ea typeface="+mn-ea"/>
                <a:cs typeface="+mn-cs"/>
                <a:sym typeface="Arial" panose="020B0604020202020204" pitchFamily="34" charset="0"/>
              </a:rPr>
              <a:t>07</a:t>
            </a:r>
            <a:endParaRPr lang="zh-CN" altLang="en-US" sz="2400" b="1" strike="noStrike" kern="0" noProof="1" dirty="0">
              <a:solidFill>
                <a:srgbClr val="FFFFFF"/>
              </a:solidFill>
              <a:sym typeface="Arial" panose="020B0604020202020204" pitchFamily="34" charset="0"/>
            </a:endParaRPr>
          </a:p>
        </p:txBody>
      </p:sp>
      <p:sp>
        <p:nvSpPr>
          <p:cNvPr id="50" name="矩形 49"/>
          <p:cNvSpPr/>
          <p:nvPr>
            <p:custDataLst>
              <p:tags r:id="rId23"/>
            </p:custDataLst>
          </p:nvPr>
        </p:nvSpPr>
        <p:spPr>
          <a:xfrm>
            <a:off x="1377950" y="1470025"/>
            <a:ext cx="2447925" cy="390525"/>
          </a:xfrm>
          <a:prstGeom prst="rect">
            <a:avLst/>
          </a:prstGeom>
          <a:solidFill>
            <a:schemeClr val="accent2">
              <a:lumMod val="60000"/>
              <a:lumOff val="40000"/>
            </a:schemeClr>
          </a:solidFill>
          <a:ln>
            <a:noFill/>
          </a:ln>
        </p:spPr>
        <p:style>
          <a:lnRef idx="2">
            <a:srgbClr val="72C5EA">
              <a:shade val="50000"/>
            </a:srgbClr>
          </a:lnRef>
          <a:fillRef idx="1">
            <a:srgbClr val="72C5EA"/>
          </a:fillRef>
          <a:effectRef idx="0">
            <a:srgbClr val="72C5EA"/>
          </a:effectRef>
          <a:fontRef idx="minor">
            <a:srgbClr val="FFFFFF"/>
          </a:fontRef>
        </p:style>
        <p:txBody>
          <a:bodyPr rtlCol="0" anchor="ctr">
            <a:normAutofit/>
          </a:bodyPr>
          <a:p>
            <a:pPr algn="ctr" fontAlgn="auto"/>
            <a:r>
              <a:rPr lang="zh-CN" altLang="en-US" sz="1600" strike="noStrike" noProof="1" dirty="0" smtClean="0">
                <a:solidFill>
                  <a:schemeClr val="bg1"/>
                </a:solidFill>
                <a:latin typeface="思源黑体 CN Light" pitchFamily="34" charset="-122"/>
                <a:ea typeface="思源黑体 CN Light" pitchFamily="34" charset="-122"/>
                <a:cs typeface="Arial" panose="020B0604020202020204" pitchFamily="34" charset="0"/>
              </a:rPr>
              <a:t>重视隐私</a:t>
            </a:r>
            <a:endParaRPr lang="zh-CN" altLang="en-US" sz="1600" strike="noStrike" noProof="1" dirty="0" smtClean="0">
              <a:solidFill>
                <a:schemeClr val="bg1"/>
              </a:solidFill>
              <a:latin typeface="思源黑体 CN Light" pitchFamily="34" charset="-122"/>
              <a:ea typeface="思源黑体 CN Light" pitchFamily="34" charset="-122"/>
              <a:cs typeface="Arial" panose="020B0604020202020204" pitchFamily="34" charset="0"/>
            </a:endParaRPr>
          </a:p>
        </p:txBody>
      </p:sp>
      <p:grpSp>
        <p:nvGrpSpPr>
          <p:cNvPr id="45088" name="组合 12"/>
          <p:cNvGrpSpPr/>
          <p:nvPr/>
        </p:nvGrpSpPr>
        <p:grpSpPr>
          <a:xfrm>
            <a:off x="1376363" y="1477963"/>
            <a:ext cx="2449512" cy="1765300"/>
            <a:chOff x="1132246" y="3121024"/>
            <a:chExt cx="2448560" cy="1765300"/>
          </a:xfrm>
        </p:grpSpPr>
        <p:sp>
          <p:nvSpPr>
            <p:cNvPr id="9" name="矩形 8"/>
            <p:cNvSpPr/>
            <p:nvPr>
              <p:custDataLst>
                <p:tags r:id="rId24"/>
              </p:custDataLst>
            </p:nvPr>
          </p:nvSpPr>
          <p:spPr>
            <a:xfrm>
              <a:off x="1132881" y="3503929"/>
              <a:ext cx="2447925" cy="1382395"/>
            </a:xfrm>
            <a:prstGeom prst="rect">
              <a:avLst/>
            </a:prstGeom>
            <a:solidFill>
              <a:schemeClr val="accent1"/>
            </a:solidFill>
            <a:ln>
              <a:solidFill>
                <a:schemeClr val="accent3">
                  <a:lumMod val="50000"/>
                </a:schemeClr>
              </a:solidFill>
            </a:ln>
          </p:spPr>
          <p:style>
            <a:lnRef idx="2">
              <a:srgbClr val="72C5EA">
                <a:shade val="50000"/>
              </a:srgbClr>
            </a:lnRef>
            <a:fillRef idx="1">
              <a:srgbClr val="72C5EA"/>
            </a:fillRef>
            <a:effectRef idx="0">
              <a:srgbClr val="72C5EA"/>
            </a:effectRef>
            <a:fontRef idx="minor">
              <a:srgbClr val="FFFFFF"/>
            </a:fontRef>
          </p:style>
          <p:txBody>
            <a:bodyPr rtlCol="0" anchor="ctr">
              <a:normAutofit/>
            </a:bodyPr>
            <a:p>
              <a:pPr algn="ctr" fontAlgn="auto">
                <a:lnSpc>
                  <a:spcPct val="150000"/>
                </a:lnSpc>
              </a:pPr>
              <a:r>
                <a:rPr lang="zh-CN" altLang="en-US" strike="noStrike" noProof="1" dirty="0" smtClean="0">
                  <a:solidFill>
                    <a:schemeClr val="bg1"/>
                  </a:solidFill>
                  <a:latin typeface="思源黑体 CN Light" pitchFamily="34" charset="-122"/>
                  <a:ea typeface="思源黑体 CN Light" pitchFamily="34" charset="-122"/>
                  <a:cs typeface="Arial" panose="020B0604020202020204" pitchFamily="34" charset="0"/>
                  <a:sym typeface="Arial" panose="020B0604020202020204" pitchFamily="34" charset="0"/>
                </a:rPr>
                <a:t>我们尊重您的隐私</a:t>
              </a:r>
              <a:endParaRPr lang="zh-CN" altLang="en-US" strike="noStrike" noProof="1" dirty="0" smtClean="0">
                <a:solidFill>
                  <a:schemeClr val="bg1"/>
                </a:solidFill>
                <a:latin typeface="思源黑体 CN Light" pitchFamily="34" charset="-122"/>
                <a:ea typeface="思源黑体 CN Light" pitchFamily="34" charset="-122"/>
                <a:cs typeface="Arial" panose="020B0604020202020204" pitchFamily="34" charset="0"/>
                <a:sym typeface="Arial" panose="020B0604020202020204" pitchFamily="34" charset="0"/>
              </a:endParaRPr>
            </a:p>
          </p:txBody>
        </p:sp>
        <p:sp>
          <p:nvSpPr>
            <p:cNvPr id="15" name="任意多边形 14"/>
            <p:cNvSpPr/>
            <p:nvPr>
              <p:custDataLst>
                <p:tags r:id="rId25"/>
              </p:custDataLst>
            </p:nvPr>
          </p:nvSpPr>
          <p:spPr>
            <a:xfrm>
              <a:off x="1132246" y="3121024"/>
              <a:ext cx="487045" cy="377825"/>
            </a:xfrm>
            <a:custGeom>
              <a:avLst/>
              <a:gdLst>
                <a:gd name="connsiteX0" fmla="*/ 288085 w 486913"/>
                <a:gd name="connsiteY0" fmla="*/ 0 h 377892"/>
                <a:gd name="connsiteX1" fmla="*/ 486913 w 486913"/>
                <a:gd name="connsiteY1" fmla="*/ 288085 h 377892"/>
                <a:gd name="connsiteX2" fmla="*/ 356791 w 486913"/>
                <a:gd name="connsiteY2" fmla="*/ 377892 h 377892"/>
                <a:gd name="connsiteX3" fmla="*/ 123584 w 486913"/>
                <a:gd name="connsiteY3" fmla="*/ 377892 h 377892"/>
                <a:gd name="connsiteX4" fmla="*/ 0 w 486913"/>
                <a:gd name="connsiteY4" fmla="*/ 198828 h 3778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6913" h="377892">
                  <a:moveTo>
                    <a:pt x="288085" y="0"/>
                  </a:moveTo>
                  <a:lnTo>
                    <a:pt x="486913" y="288085"/>
                  </a:lnTo>
                  <a:lnTo>
                    <a:pt x="356791" y="377892"/>
                  </a:lnTo>
                  <a:lnTo>
                    <a:pt x="123584" y="377892"/>
                  </a:lnTo>
                  <a:lnTo>
                    <a:pt x="0" y="198828"/>
                  </a:lnTo>
                  <a:close/>
                </a:path>
              </a:pathLst>
            </a:custGeom>
            <a:solidFill>
              <a:srgbClr val="FFFFFF"/>
            </a:solidFill>
            <a:ln>
              <a:noFill/>
            </a:ln>
            <a:effectLst>
              <a:outerShdw blurRad="50800" dist="38100" dir="16200000" rotWithShape="0">
                <a:prstClr val="black">
                  <a:alpha val="40000"/>
                </a:prstClr>
              </a:outerShdw>
            </a:effectLst>
          </p:spPr>
          <p:style>
            <a:lnRef idx="2">
              <a:srgbClr val="72C5EA">
                <a:shade val="50000"/>
              </a:srgbClr>
            </a:lnRef>
            <a:fillRef idx="1">
              <a:srgbClr val="72C5EA"/>
            </a:fillRef>
            <a:effectRef idx="0">
              <a:srgbClr val="72C5EA"/>
            </a:effectRef>
            <a:fontRef idx="minor">
              <a:srgbClr val="FFFFFF"/>
            </a:fontRef>
          </p:style>
          <p:txBody>
            <a:bodyPr tIns="108000" rtlCol="0" anchor="ctr">
              <a:normAutofit fontScale="77500"/>
            </a:bodyPr>
            <a:p>
              <a:pPr algn="ctr" fontAlgn="auto"/>
              <a:r>
                <a:rPr lang="en-US" altLang="zh-CN" strike="noStrike" noProof="1" dirty="0" smtClean="0">
                  <a:solidFill>
                    <a:srgbClr val="25C4FF"/>
                  </a:solidFill>
                </a:rPr>
                <a:t>A</a:t>
              </a:r>
              <a:endParaRPr lang="en-US" altLang="zh-CN" strike="noStrike" noProof="1" dirty="0" smtClean="0">
                <a:solidFill>
                  <a:srgbClr val="25C4FF"/>
                </a:solidFill>
              </a:endParaRPr>
            </a:p>
          </p:txBody>
        </p:sp>
      </p:grpSp>
      <p:sp>
        <p:nvSpPr>
          <p:cNvPr id="57" name="直角双向箭头 56"/>
          <p:cNvSpPr/>
          <p:nvPr/>
        </p:nvSpPr>
        <p:spPr>
          <a:xfrm>
            <a:off x="9220200" y="3351213"/>
            <a:ext cx="757238" cy="1122363"/>
          </a:xfrm>
          <a:prstGeom prst="leftUpArrow">
            <a:avLst/>
          </a:prstGeom>
          <a:solidFill>
            <a:schemeClr val="accent1"/>
          </a:solidFill>
          <a:ln w="0">
            <a:noFill/>
          </a:ln>
        </p:spPr>
        <p:style>
          <a:lnRef idx="2">
            <a:schemeClr val="accent1">
              <a:shade val="50000"/>
            </a:schemeClr>
          </a:lnRef>
          <a:fillRef idx="1">
            <a:schemeClr val="accent1"/>
          </a:fillRef>
          <a:effectRef idx="0">
            <a:schemeClr val="accent1"/>
          </a:effectRef>
          <a:fontRef idx="minor">
            <a:schemeClr val="lt1"/>
          </a:fontRef>
        </p:style>
        <p:txBody>
          <a:bodyPr rot="0" vertOverflow="overflow" horzOverflow="overflow" vert="horz" wrap="square" lIns="91440" tIns="45720" rIns="91440" bIns="45720" numCol="1" spcCol="0" rtlCol="0" fromWordArt="0" anchor="ctr" anchorCtr="0" forceAA="0" compatLnSpc="1">
            <a:normAutofit fontScale="30000"/>
          </a:bodyPr>
          <a:p>
            <a:pPr algn="ctr" fontAlgn="auto"/>
            <a:endParaRPr lang="zh-CN" altLang="en-US" strike="noStrike" noProof="1"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grpId="0" nodeType="after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p:cTn id="7" dur="500"/>
                                        <p:tgtEl>
                                          <p:spTgt spid="31"/>
                                        </p:tgtEl>
                                        <p:attrNameLst>
                                          <p:attrName>ppt_y</p:attrName>
                                        </p:attrNameLst>
                                      </p:cBhvr>
                                      <p:tavLst>
                                        <p:tav tm="0">
                                          <p:val>
                                            <p:strVal val="#ppt_y-#ppt_h*1.125000"/>
                                          </p:val>
                                        </p:tav>
                                        <p:tav tm="100000">
                                          <p:val>
                                            <p:strVal val="#ppt_y"/>
                                          </p:val>
                                        </p:tav>
                                      </p:tavLst>
                                    </p:anim>
                                    <p:animEffect transition="in" filter="wipe(down)">
                                      <p:cBhvr>
                                        <p:cTn id="8"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 name="PA-文本框 10"/>
          <p:cNvSpPr txBox="1"/>
          <p:nvPr>
            <p:custDataLst>
              <p:tags r:id="rId1"/>
            </p:custDataLst>
          </p:nvPr>
        </p:nvSpPr>
        <p:spPr>
          <a:xfrm>
            <a:off x="862013" y="30163"/>
            <a:ext cx="3254375" cy="450850"/>
          </a:xfrm>
          <a:prstGeom prst="rect">
            <a:avLst/>
          </a:prstGeom>
          <a:noFill/>
          <a:ln w="9525">
            <a:noFill/>
          </a:ln>
        </p:spPr>
        <p:txBody>
          <a:bodyPr wrap="square" anchor="t" anchorCtr="0">
            <a:spAutoFit/>
          </a:bodyPr>
          <a:p>
            <a:pPr>
              <a:lnSpc>
                <a:spcPct val="130000"/>
              </a:lnSpc>
            </a:pPr>
            <a:r>
              <a:rPr lang="zh-CN" altLang="zh-CN" b="1" dirty="0">
                <a:latin typeface="微软雅黑" panose="020B0503020204020204" pitchFamily="34" charset="-122"/>
                <a:ea typeface="微软雅黑" panose="020B0503020204020204" pitchFamily="34" charset="-122"/>
                <a:sym typeface="Arial" panose="020B0604020202020204" pitchFamily="34" charset="0"/>
              </a:rPr>
              <a:t>阿里云-安全保障，深层防御</a:t>
            </a:r>
            <a:endParaRPr lang="zh-CN" altLang="zh-CN" b="1" dirty="0">
              <a:latin typeface="微软雅黑" panose="020B0503020204020204" pitchFamily="34" charset="-122"/>
              <a:ea typeface="微软雅黑" panose="020B0503020204020204" pitchFamily="34" charset="-122"/>
            </a:endParaRPr>
          </a:p>
        </p:txBody>
      </p:sp>
      <p:pic>
        <p:nvPicPr>
          <p:cNvPr id="33" name="图片 32"/>
          <p:cNvPicPr>
            <a:picLocks noChangeAspect="1"/>
          </p:cNvPicPr>
          <p:nvPr/>
        </p:nvPicPr>
        <p:blipFill>
          <a:blip r:embed="rId2" cstate="screen"/>
          <a:srcRect l="35490" b="47335"/>
          <a:stretch>
            <a:fillRect/>
          </a:stretch>
        </p:blipFill>
        <p:spPr>
          <a:xfrm rot="10800000" flipH="1">
            <a:off x="0" y="0"/>
            <a:ext cx="1129890" cy="842443"/>
          </a:xfrm>
          <a:custGeom>
            <a:avLst/>
            <a:gdLst>
              <a:gd name="connsiteX0" fmla="*/ 0 w 6539008"/>
              <a:gd name="connsiteY0" fmla="*/ 0 h 4875469"/>
              <a:gd name="connsiteX1" fmla="*/ 6539008 w 6539008"/>
              <a:gd name="connsiteY1" fmla="*/ 0 h 4875469"/>
              <a:gd name="connsiteX2" fmla="*/ 6539008 w 6539008"/>
              <a:gd name="connsiteY2" fmla="*/ 4875469 h 4875469"/>
              <a:gd name="connsiteX3" fmla="*/ 0 w 6539008"/>
              <a:gd name="connsiteY3" fmla="*/ 4875469 h 4875469"/>
            </a:gdLst>
            <a:ahLst/>
            <a:cxnLst>
              <a:cxn ang="0">
                <a:pos x="connsiteX0" y="connsiteY0"/>
              </a:cxn>
              <a:cxn ang="0">
                <a:pos x="connsiteX1" y="connsiteY1"/>
              </a:cxn>
              <a:cxn ang="0">
                <a:pos x="connsiteX2" y="connsiteY2"/>
              </a:cxn>
              <a:cxn ang="0">
                <a:pos x="connsiteX3" y="connsiteY3"/>
              </a:cxn>
            </a:cxnLst>
            <a:rect l="l" t="t" r="r" b="b"/>
            <a:pathLst>
              <a:path w="6539008" h="4875469">
                <a:moveTo>
                  <a:pt x="0" y="0"/>
                </a:moveTo>
                <a:lnTo>
                  <a:pt x="6539008" y="0"/>
                </a:lnTo>
                <a:lnTo>
                  <a:pt x="6539008" y="4875469"/>
                </a:lnTo>
                <a:lnTo>
                  <a:pt x="0" y="4875469"/>
                </a:lnTo>
                <a:close/>
              </a:path>
            </a:pathLst>
          </a:custGeom>
        </p:spPr>
      </p:pic>
      <p:sp>
        <p:nvSpPr>
          <p:cNvPr id="46083" name="文本框 4"/>
          <p:cNvSpPr txBox="1"/>
          <p:nvPr/>
        </p:nvSpPr>
        <p:spPr>
          <a:xfrm>
            <a:off x="660400" y="1727200"/>
            <a:ext cx="6827838" cy="4092575"/>
          </a:xfrm>
          <a:prstGeom prst="rect">
            <a:avLst/>
          </a:prstGeom>
          <a:noFill/>
          <a:ln w="9525">
            <a:noFill/>
          </a:ln>
        </p:spPr>
        <p:txBody>
          <a:bodyPr wrap="square" anchor="t" anchorCtr="0">
            <a:spAutoFit/>
          </a:bodyPr>
          <a:p>
            <a:pPr>
              <a:lnSpc>
                <a:spcPct val="200000"/>
              </a:lnSpc>
            </a:pPr>
            <a:r>
              <a:rPr lang="zh-CN" altLang="en-US" sz="1600" dirty="0">
                <a:latin typeface="思源黑体" panose="020B0400000000000000" pitchFamily="34" charset="-122"/>
                <a:ea typeface="思源黑体" panose="020B0400000000000000" pitchFamily="34" charset="-122"/>
                <a:sym typeface="微软雅黑" panose="020B0503020204020204" pitchFamily="34" charset="-122"/>
              </a:rPr>
              <a:t>数据将被保存在中国境内，使用的是阿里云服务器</a:t>
            </a:r>
            <a:endParaRPr lang="zh-CN" altLang="en-US" sz="1600" dirty="0">
              <a:latin typeface="思源黑体" panose="020B0400000000000000" pitchFamily="34" charset="-122"/>
              <a:ea typeface="思源黑体" panose="020B0400000000000000" pitchFamily="34" charset="-122"/>
            </a:endParaRPr>
          </a:p>
          <a:p>
            <a:pPr>
              <a:lnSpc>
                <a:spcPct val="200000"/>
              </a:lnSpc>
            </a:pPr>
            <a:r>
              <a:rPr lang="zh-CN" altLang="en-US" sz="1600" dirty="0">
                <a:latin typeface="思源黑体" panose="020B0400000000000000" pitchFamily="34" charset="-122"/>
                <a:ea typeface="思源黑体" panose="020B0400000000000000" pitchFamily="34" charset="-122"/>
                <a:sym typeface="微软雅黑" panose="020B0503020204020204" pitchFamily="34" charset="-122"/>
              </a:rPr>
              <a:t>自动化的安全漏洞管理机制</a:t>
            </a:r>
            <a:endParaRPr lang="zh-CN" altLang="en-US" sz="1600" dirty="0">
              <a:latin typeface="思源黑体" panose="020B0400000000000000" pitchFamily="34" charset="-122"/>
              <a:ea typeface="思源黑体" panose="020B0400000000000000" pitchFamily="34" charset="-122"/>
            </a:endParaRPr>
          </a:p>
          <a:p>
            <a:pPr>
              <a:lnSpc>
                <a:spcPct val="200000"/>
              </a:lnSpc>
            </a:pPr>
            <a:r>
              <a:rPr lang="zh-CN" altLang="en-US" sz="1600" dirty="0">
                <a:latin typeface="思源黑体" panose="020B0400000000000000" pitchFamily="34" charset="-122"/>
                <a:ea typeface="思源黑体" panose="020B0400000000000000" pitchFamily="34" charset="-122"/>
                <a:sym typeface="微软雅黑" panose="020B0503020204020204" pitchFamily="34" charset="-122"/>
              </a:rPr>
              <a:t>技术开发团队没有权限访问客户的核心数据</a:t>
            </a:r>
            <a:endParaRPr lang="zh-CN" altLang="en-US" sz="1600" dirty="0">
              <a:latin typeface="思源黑体" panose="020B0400000000000000" pitchFamily="34" charset="-122"/>
              <a:ea typeface="思源黑体" panose="020B0400000000000000" pitchFamily="34" charset="-122"/>
            </a:endParaRPr>
          </a:p>
          <a:p>
            <a:pPr>
              <a:lnSpc>
                <a:spcPct val="200000"/>
              </a:lnSpc>
            </a:pPr>
            <a:r>
              <a:rPr lang="zh-CN" altLang="en-US" sz="1600" dirty="0">
                <a:latin typeface="思源黑体" panose="020B0400000000000000" pitchFamily="34" charset="-122"/>
                <a:ea typeface="思源黑体" panose="020B0400000000000000" pitchFamily="34" charset="-122"/>
                <a:sym typeface="微软雅黑" panose="020B0503020204020204" pitchFamily="34" charset="-122"/>
              </a:rPr>
              <a:t>技术支持和运营人员只能通过客户授权来访问授权的信息</a:t>
            </a:r>
            <a:endParaRPr lang="zh-CN" altLang="en-US" sz="1600" dirty="0">
              <a:latin typeface="思源黑体" panose="020B0400000000000000" pitchFamily="34" charset="-122"/>
              <a:ea typeface="思源黑体" panose="020B0400000000000000" pitchFamily="34" charset="-122"/>
            </a:endParaRPr>
          </a:p>
          <a:p>
            <a:pPr>
              <a:lnSpc>
                <a:spcPct val="200000"/>
              </a:lnSpc>
            </a:pPr>
            <a:r>
              <a:rPr lang="zh-CN" altLang="en-US" sz="1600" dirty="0">
                <a:latin typeface="思源黑体" panose="020B0400000000000000" pitchFamily="34" charset="-122"/>
                <a:ea typeface="思源黑体" panose="020B0400000000000000" pitchFamily="34" charset="-122"/>
                <a:sym typeface="微软雅黑" panose="020B0503020204020204" pitchFamily="34" charset="-122"/>
              </a:rPr>
              <a:t>定期的安全隐患/漏洞评估以识别风险，并检查逻辑控制是否定期运行</a:t>
            </a:r>
            <a:endParaRPr lang="zh-CN" altLang="en-US" sz="1600" dirty="0">
              <a:latin typeface="思源黑体" panose="020B0400000000000000" pitchFamily="34" charset="-122"/>
              <a:ea typeface="思源黑体" panose="020B0400000000000000" pitchFamily="34" charset="-122"/>
            </a:endParaRPr>
          </a:p>
          <a:p>
            <a:pPr>
              <a:lnSpc>
                <a:spcPct val="200000"/>
              </a:lnSpc>
            </a:pPr>
            <a:r>
              <a:rPr lang="zh-CN" altLang="en-US" sz="1600" dirty="0">
                <a:latin typeface="思源黑体" panose="020B0400000000000000" pitchFamily="34" charset="-122"/>
                <a:ea typeface="思源黑体" panose="020B0400000000000000" pitchFamily="34" charset="-122"/>
                <a:sym typeface="微软雅黑" panose="020B0503020204020204" pitchFamily="34" charset="-122"/>
              </a:rPr>
              <a:t>所有数据中心连接，都采用加密技术进行加密</a:t>
            </a:r>
            <a:endParaRPr lang="zh-CN" altLang="en-US" sz="1600" dirty="0">
              <a:latin typeface="思源黑体" panose="020B0400000000000000" pitchFamily="34" charset="-122"/>
              <a:ea typeface="思源黑体" panose="020B0400000000000000" pitchFamily="34" charset="-122"/>
            </a:endParaRPr>
          </a:p>
          <a:p>
            <a:pPr>
              <a:lnSpc>
                <a:spcPct val="200000"/>
              </a:lnSpc>
            </a:pPr>
            <a:r>
              <a:rPr lang="zh-CN" altLang="en-US" sz="1600" dirty="0">
                <a:latin typeface="思源黑体" panose="020B0400000000000000" pitchFamily="34" charset="-122"/>
                <a:ea typeface="思源黑体" panose="020B0400000000000000" pitchFamily="34" charset="-122"/>
                <a:sym typeface="微软雅黑" panose="020B0503020204020204" pitchFamily="34" charset="-122"/>
              </a:rPr>
              <a:t>部署最新的防火墙、边缘路由器、以及其他的网络安全设备</a:t>
            </a:r>
            <a:endParaRPr lang="zh-CN" altLang="en-US" sz="1600" dirty="0">
              <a:latin typeface="思源黑体" panose="020B0400000000000000" pitchFamily="34" charset="-122"/>
              <a:ea typeface="思源黑体" panose="020B0400000000000000" pitchFamily="34" charset="-122"/>
            </a:endParaRPr>
          </a:p>
          <a:p>
            <a:pPr>
              <a:lnSpc>
                <a:spcPct val="200000"/>
              </a:lnSpc>
            </a:pPr>
            <a:r>
              <a:rPr lang="zh-CN" altLang="en-US" sz="1600" dirty="0">
                <a:latin typeface="思源黑体" panose="020B0400000000000000" pitchFamily="34" charset="-122"/>
                <a:ea typeface="思源黑体" panose="020B0400000000000000" pitchFamily="34" charset="-122"/>
                <a:sym typeface="微软雅黑" panose="020B0503020204020204" pitchFamily="34" charset="-122"/>
              </a:rPr>
              <a:t>IDC由阿里云提供，严格的访问控制，必须使用门禁卡或生物识别门禁</a:t>
            </a:r>
            <a:r>
              <a:rPr lang="zh-CN" altLang="en-US" dirty="0">
                <a:latin typeface="思源黑体 CN Light" pitchFamily="34" charset="-122"/>
                <a:ea typeface="思源黑体 CN Light" pitchFamily="34" charset="-122"/>
                <a:sym typeface="微软雅黑" panose="020B0503020204020204" pitchFamily="34" charset="-122"/>
              </a:rPr>
              <a:t> </a:t>
            </a:r>
            <a:endParaRPr lang="zh-CN" altLang="en-US" dirty="0">
              <a:latin typeface="思源黑体 CN Light" pitchFamily="34" charset="-122"/>
              <a:ea typeface="思源黑体 CN Light" pitchFamily="34" charset="-122"/>
              <a:sym typeface="微软雅黑" panose="020B0503020204020204" pitchFamily="34" charset="-122"/>
            </a:endParaRPr>
          </a:p>
        </p:txBody>
      </p:sp>
      <p:pic>
        <p:nvPicPr>
          <p:cNvPr id="46084" name="图片 5" descr="盾牌"/>
          <p:cNvPicPr>
            <a:picLocks noChangeAspect="1"/>
          </p:cNvPicPr>
          <p:nvPr/>
        </p:nvPicPr>
        <p:blipFill>
          <a:blip r:embed="rId3"/>
          <a:stretch>
            <a:fillRect/>
          </a:stretch>
        </p:blipFill>
        <p:spPr>
          <a:xfrm>
            <a:off x="7488238" y="1727200"/>
            <a:ext cx="3810000" cy="3810000"/>
          </a:xfrm>
          <a:prstGeom prst="rect">
            <a:avLst/>
          </a:prstGeom>
          <a:noFill/>
          <a:ln w="9525">
            <a:noFill/>
          </a:ln>
        </p:spPr>
      </p:pic>
      <p:sp>
        <p:nvSpPr>
          <p:cNvPr id="7" name="Rectangle 6"/>
          <p:cNvSpPr/>
          <p:nvPr/>
        </p:nvSpPr>
        <p:spPr>
          <a:xfrm>
            <a:off x="0" y="903288"/>
            <a:ext cx="12192000" cy="76200"/>
          </a:xfrm>
          <a:prstGeom prst="rect">
            <a:avLst/>
          </a:prstGeom>
          <a:solidFill>
            <a:schemeClr val="accent2">
              <a:lumMod val="60000"/>
              <a:lumOff val="40000"/>
              <a:alpha val="2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auto"/>
            <a:endParaRPr lang="en-US" strike="noStrike" noProof="1">
              <a:latin typeface="思源黑体" panose="020B0400000000000000" pitchFamily="34" charset="-122"/>
              <a:ea typeface="思源黑体" panose="020B0400000000000000" pitchFamily="34" charset="-122"/>
              <a:sym typeface="思源黑体" panose="020B0400000000000000" pitchFamily="34" charset="-122"/>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grpId="0" nodeType="after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p:cTn id="7" dur="500"/>
                                        <p:tgtEl>
                                          <p:spTgt spid="31"/>
                                        </p:tgtEl>
                                        <p:attrNameLst>
                                          <p:attrName>ppt_y</p:attrName>
                                        </p:attrNameLst>
                                      </p:cBhvr>
                                      <p:tavLst>
                                        <p:tav tm="0">
                                          <p:val>
                                            <p:strVal val="#ppt_y-#ppt_h*1.125000"/>
                                          </p:val>
                                        </p:tav>
                                        <p:tav tm="100000">
                                          <p:val>
                                            <p:strVal val="#ppt_y"/>
                                          </p:val>
                                        </p:tav>
                                      </p:tavLst>
                                    </p:anim>
                                    <p:animEffect transition="in" filter="wipe(down)">
                                      <p:cBhvr>
                                        <p:cTn id="8" dur="500"/>
                                        <p:tgtEl>
                                          <p:spTgt spid="31"/>
                                        </p:tgtEl>
                                      </p:cBhvr>
                                    </p:animEffect>
                                  </p:childTnLst>
                                </p:cTn>
                              </p:par>
                            </p:childTnLst>
                          </p:cTn>
                        </p:par>
                        <p:par>
                          <p:cTn id="9" fill="hold">
                            <p:stCondLst>
                              <p:cond delay="500"/>
                            </p:stCondLst>
                            <p:childTnLst>
                              <p:par>
                                <p:cTn id="10" presetID="22" presetClass="entr" presetSubtype="8" fill="hold" grpId="0" nodeType="after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7" grpId="0" bldLvl="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cstate="screen"/>
          <a:srcRect l="35490" b="47335"/>
          <a:stretch>
            <a:fillRect/>
          </a:stretch>
        </p:blipFill>
        <p:spPr>
          <a:xfrm>
            <a:off x="-2845268" y="-922890"/>
            <a:ext cx="10435766" cy="7780890"/>
          </a:xfrm>
          <a:custGeom>
            <a:avLst/>
            <a:gdLst>
              <a:gd name="connsiteX0" fmla="*/ 0 w 6539008"/>
              <a:gd name="connsiteY0" fmla="*/ 0 h 4875469"/>
              <a:gd name="connsiteX1" fmla="*/ 6539008 w 6539008"/>
              <a:gd name="connsiteY1" fmla="*/ 0 h 4875469"/>
              <a:gd name="connsiteX2" fmla="*/ 6539008 w 6539008"/>
              <a:gd name="connsiteY2" fmla="*/ 4875469 h 4875469"/>
              <a:gd name="connsiteX3" fmla="*/ 0 w 6539008"/>
              <a:gd name="connsiteY3" fmla="*/ 4875469 h 4875469"/>
            </a:gdLst>
            <a:ahLst/>
            <a:cxnLst>
              <a:cxn ang="0">
                <a:pos x="connsiteX0" y="connsiteY0"/>
              </a:cxn>
              <a:cxn ang="0">
                <a:pos x="connsiteX1" y="connsiteY1"/>
              </a:cxn>
              <a:cxn ang="0">
                <a:pos x="connsiteX2" y="connsiteY2"/>
              </a:cxn>
              <a:cxn ang="0">
                <a:pos x="connsiteX3" y="connsiteY3"/>
              </a:cxn>
            </a:cxnLst>
            <a:rect l="l" t="t" r="r" b="b"/>
            <a:pathLst>
              <a:path w="6539008" h="4875469">
                <a:moveTo>
                  <a:pt x="0" y="0"/>
                </a:moveTo>
                <a:lnTo>
                  <a:pt x="6539008" y="0"/>
                </a:lnTo>
                <a:lnTo>
                  <a:pt x="6539008" y="4875469"/>
                </a:lnTo>
                <a:lnTo>
                  <a:pt x="0" y="4875469"/>
                </a:lnTo>
                <a:close/>
              </a:path>
            </a:pathLst>
          </a:custGeom>
        </p:spPr>
      </p:pic>
      <p:sp>
        <p:nvSpPr>
          <p:cNvPr id="3" name="任意多边形: 形状 2"/>
          <p:cNvSpPr/>
          <p:nvPr/>
        </p:nvSpPr>
        <p:spPr>
          <a:xfrm flipH="1">
            <a:off x="7265988" y="606425"/>
            <a:ext cx="3429000" cy="5346700"/>
          </a:xfrm>
          <a:custGeom>
            <a:avLst/>
            <a:gdLst>
              <a:gd name="connsiteX0" fmla="*/ 0 w 3429000"/>
              <a:gd name="connsiteY0" fmla="*/ 0 h 5346376"/>
              <a:gd name="connsiteX1" fmla="*/ 3429000 w 3429000"/>
              <a:gd name="connsiteY1" fmla="*/ 0 h 5346376"/>
              <a:gd name="connsiteX2" fmla="*/ 3429000 w 3429000"/>
              <a:gd name="connsiteY2" fmla="*/ 958689 h 5346376"/>
              <a:gd name="connsiteX3" fmla="*/ 3355859 w 3429000"/>
              <a:gd name="connsiteY3" fmla="*/ 958689 h 5346376"/>
              <a:gd name="connsiteX4" fmla="*/ 3355859 w 3429000"/>
              <a:gd name="connsiteY4" fmla="*/ 73141 h 5346376"/>
              <a:gd name="connsiteX5" fmla="*/ 73141 w 3429000"/>
              <a:gd name="connsiteY5" fmla="*/ 73141 h 5346376"/>
              <a:gd name="connsiteX6" fmla="*/ 73141 w 3429000"/>
              <a:gd name="connsiteY6" fmla="*/ 5273235 h 5346376"/>
              <a:gd name="connsiteX7" fmla="*/ 3355859 w 3429000"/>
              <a:gd name="connsiteY7" fmla="*/ 5273235 h 5346376"/>
              <a:gd name="connsiteX8" fmla="*/ 3355859 w 3429000"/>
              <a:gd name="connsiteY8" fmla="*/ 4222589 h 5346376"/>
              <a:gd name="connsiteX9" fmla="*/ 3429000 w 3429000"/>
              <a:gd name="connsiteY9" fmla="*/ 4222589 h 5346376"/>
              <a:gd name="connsiteX10" fmla="*/ 3429000 w 3429000"/>
              <a:gd name="connsiteY10" fmla="*/ 5346376 h 5346376"/>
              <a:gd name="connsiteX11" fmla="*/ 0 w 3429000"/>
              <a:gd name="connsiteY11" fmla="*/ 5346376 h 5346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429000" h="5346376">
                <a:moveTo>
                  <a:pt x="0" y="0"/>
                </a:moveTo>
                <a:lnTo>
                  <a:pt x="3429000" y="0"/>
                </a:lnTo>
                <a:lnTo>
                  <a:pt x="3429000" y="958689"/>
                </a:lnTo>
                <a:lnTo>
                  <a:pt x="3355859" y="958689"/>
                </a:lnTo>
                <a:lnTo>
                  <a:pt x="3355859" y="73141"/>
                </a:lnTo>
                <a:lnTo>
                  <a:pt x="73141" y="73141"/>
                </a:lnTo>
                <a:lnTo>
                  <a:pt x="73141" y="5273235"/>
                </a:lnTo>
                <a:lnTo>
                  <a:pt x="3355859" y="5273235"/>
                </a:lnTo>
                <a:lnTo>
                  <a:pt x="3355859" y="4222589"/>
                </a:lnTo>
                <a:lnTo>
                  <a:pt x="3429000" y="4222589"/>
                </a:lnTo>
                <a:lnTo>
                  <a:pt x="3429000" y="5346376"/>
                </a:lnTo>
                <a:lnTo>
                  <a:pt x="0" y="5346376"/>
                </a:lnTo>
                <a:close/>
              </a:path>
            </a:pathLst>
          </a:custGeom>
          <a:solidFill>
            <a:schemeClr val="accent1"/>
          </a:solidFill>
          <a:ln w="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fontAlgn="auto"/>
            <a:endParaRPr lang="zh-CN" altLang="en-US" strike="noStrike" noProof="1" dirty="0">
              <a:solidFill>
                <a:schemeClr val="tx1"/>
              </a:solidFill>
            </a:endParaRPr>
          </a:p>
        </p:txBody>
      </p:sp>
      <p:sp>
        <p:nvSpPr>
          <p:cNvPr id="4" name="矩形 3"/>
          <p:cNvSpPr/>
          <p:nvPr/>
        </p:nvSpPr>
        <p:spPr>
          <a:xfrm>
            <a:off x="4837113" y="3744913"/>
            <a:ext cx="5857875" cy="260350"/>
          </a:xfrm>
          <a:prstGeom prst="rect">
            <a:avLst/>
          </a:prstGeom>
          <a:noFill/>
          <a:ln w="9525">
            <a:noFill/>
          </a:ln>
        </p:spPr>
        <p:txBody>
          <a:bodyPr wrap="square" anchor="t" anchorCtr="0">
            <a:spAutoFit/>
          </a:bodyPr>
          <a:p>
            <a:pPr algn="ctr"/>
            <a:r>
              <a:rPr lang="en-US" altLang="zh-CN" sz="1100" dirty="0">
                <a:solidFill>
                  <a:srgbClr val="262626"/>
                </a:solidFill>
                <a:latin typeface="Arial" panose="020B0604020202020204" pitchFamily="34" charset="0"/>
                <a:ea typeface="微软雅黑" panose="020B0503020204020204" pitchFamily="34" charset="-122"/>
                <a:sym typeface="微软雅黑" panose="020B0503020204020204" pitchFamily="34" charset="-122"/>
              </a:rPr>
              <a:t>Customer</a:t>
            </a:r>
            <a:endParaRPr lang="en-US" altLang="zh-CN" sz="1100" dirty="0">
              <a:solidFill>
                <a:srgbClr val="262626"/>
              </a:solidFill>
              <a:latin typeface="Arial" panose="020B0604020202020204" pitchFamily="34" charset="0"/>
              <a:ea typeface="Roboto Medium" pitchFamily="2" charset="0"/>
            </a:endParaRPr>
          </a:p>
        </p:txBody>
      </p:sp>
      <p:sp>
        <p:nvSpPr>
          <p:cNvPr id="5" name="文本框 4"/>
          <p:cNvSpPr txBox="1"/>
          <p:nvPr/>
        </p:nvSpPr>
        <p:spPr>
          <a:xfrm>
            <a:off x="5589588" y="1646238"/>
            <a:ext cx="3390900" cy="1568450"/>
          </a:xfrm>
          <a:prstGeom prst="rect">
            <a:avLst/>
          </a:prstGeom>
          <a:noFill/>
          <a:ln w="9525">
            <a:noFill/>
          </a:ln>
        </p:spPr>
        <p:txBody>
          <a:bodyPr wrap="square" anchor="ctr" anchorCtr="0">
            <a:spAutoFit/>
          </a:bodyPr>
          <a:p>
            <a:pPr algn="ctr"/>
            <a:r>
              <a:rPr lang="en-US" altLang="zh-CN" sz="9600" dirty="0">
                <a:solidFill>
                  <a:schemeClr val="accent2"/>
                </a:solidFill>
                <a:latin typeface="Arial" panose="020B0604020202020204" pitchFamily="34" charset="0"/>
                <a:ea typeface="微软雅黑" panose="020B0503020204020204" pitchFamily="34" charset="-122"/>
              </a:rPr>
              <a:t>06</a:t>
            </a:r>
            <a:endParaRPr lang="zh-CN" altLang="en-US" sz="9600" dirty="0">
              <a:solidFill>
                <a:schemeClr val="accent2"/>
              </a:solidFill>
              <a:latin typeface="Arial" panose="020B0604020202020204" pitchFamily="34" charset="0"/>
              <a:ea typeface="微软雅黑" panose="020B0503020204020204" pitchFamily="34" charset="-122"/>
            </a:endParaRPr>
          </a:p>
        </p:txBody>
      </p:sp>
      <p:sp>
        <p:nvSpPr>
          <p:cNvPr id="6" name="文本框 5"/>
          <p:cNvSpPr txBox="1"/>
          <p:nvPr/>
        </p:nvSpPr>
        <p:spPr>
          <a:xfrm>
            <a:off x="4837113" y="3100388"/>
            <a:ext cx="5857875" cy="644525"/>
          </a:xfrm>
          <a:prstGeom prst="rect">
            <a:avLst/>
          </a:prstGeom>
          <a:noFill/>
          <a:ln w="9525">
            <a:noFill/>
          </a:ln>
        </p:spPr>
        <p:txBody>
          <a:bodyPr wrap="square" anchor="ctr" anchorCtr="0">
            <a:spAutoFit/>
          </a:bodyPr>
          <a:p>
            <a:pPr algn="ctr"/>
            <a:r>
              <a:rPr lang="zh-CN" altLang="en-US" sz="3600" b="1" dirty="0">
                <a:solidFill>
                  <a:schemeClr val="accent1"/>
                </a:solidFill>
                <a:latin typeface="微软雅黑" panose="020B0503020204020204" pitchFamily="34" charset="-122"/>
                <a:ea typeface="微软雅黑" panose="020B0503020204020204" pitchFamily="34" charset="-122"/>
              </a:rPr>
              <a:t>客户</a:t>
            </a:r>
            <a:endParaRPr lang="zh-CN" altLang="en-US" sz="3600" b="1" dirty="0">
              <a:solidFill>
                <a:schemeClr val="accent1"/>
              </a:solidFill>
              <a:latin typeface="微软雅黑" panose="020B0503020204020204" pitchFamily="34" charset="-122"/>
              <a:ea typeface="微软雅黑" panose="020B0503020204020204" pitchFamily="34" charset="-122"/>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par>
                          <p:cTn id="8" fill="hold">
                            <p:stCondLst>
                              <p:cond delay="500"/>
                            </p:stCondLst>
                            <p:childTnLst>
                              <p:par>
                                <p:cTn id="9" presetID="21" presetClass="entr" presetSubtype="1"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heel(1)">
                                      <p:cBhvr>
                                        <p:cTn id="11" dur="2000"/>
                                        <p:tgtEl>
                                          <p:spTgt spid="5"/>
                                        </p:tgtEl>
                                      </p:cBhvr>
                                    </p:animEffect>
                                  </p:childTnLst>
                                </p:cTn>
                              </p:par>
                            </p:childTnLst>
                          </p:cTn>
                        </p:par>
                        <p:par>
                          <p:cTn id="12" fill="hold">
                            <p:stCondLst>
                              <p:cond delay="2500"/>
                            </p:stCondLst>
                            <p:childTnLst>
                              <p:par>
                                <p:cTn id="13" presetID="56" presetClass="entr" presetSubtype="0" fill="hold" grpId="0" nodeType="afterEffect">
                                  <p:stCondLst>
                                    <p:cond delay="0"/>
                                  </p:stCondLst>
                                  <p:iterate type="lt">
                                    <p:tmPct val="10000"/>
                                  </p:iterate>
                                  <p:childTnLst>
                                    <p:set>
                                      <p:cBhvr>
                                        <p:cTn id="14" dur="1" fill="hold">
                                          <p:stCondLst>
                                            <p:cond delay="0"/>
                                          </p:stCondLst>
                                        </p:cTn>
                                        <p:tgtEl>
                                          <p:spTgt spid="6"/>
                                        </p:tgtEl>
                                        <p:attrNameLst>
                                          <p:attrName>style.visibility</p:attrName>
                                        </p:attrNameLst>
                                      </p:cBhvr>
                                      <p:to>
                                        <p:strVal val="visible"/>
                                      </p:to>
                                    </p:set>
                                    <p:anim by="(-#ppt_w*2)" calcmode="lin" valueType="num">
                                      <p:cBhvr rctx="PPT">
                                        <p:cTn id="15" dur="500" autoRev="1" fill="hold">
                                          <p:stCondLst>
                                            <p:cond delay="0"/>
                                          </p:stCondLst>
                                        </p:cTn>
                                        <p:tgtEl>
                                          <p:spTgt spid="6"/>
                                        </p:tgtEl>
                                        <p:attrNameLst>
                                          <p:attrName>ppt_w</p:attrName>
                                        </p:attrNameLst>
                                      </p:cBhvr>
                                    </p:anim>
                                    <p:anim by="(#ppt_w*0.50)" calcmode="lin" valueType="num">
                                      <p:cBhvr>
                                        <p:cTn id="16" dur="500" decel="50000" autoRev="1" fill="hold">
                                          <p:stCondLst>
                                            <p:cond delay="0"/>
                                          </p:stCondLst>
                                        </p:cTn>
                                        <p:tgtEl>
                                          <p:spTgt spid="6"/>
                                        </p:tgtEl>
                                        <p:attrNameLst>
                                          <p:attrName>ppt_x</p:attrName>
                                        </p:attrNameLst>
                                      </p:cBhvr>
                                    </p:anim>
                                    <p:anim from="(-#ppt_h/2)" to="(#ppt_y)" calcmode="lin" valueType="num">
                                      <p:cBhvr>
                                        <p:cTn id="17" dur="1000" fill="hold">
                                          <p:stCondLst>
                                            <p:cond delay="0"/>
                                          </p:stCondLst>
                                        </p:cTn>
                                        <p:tgtEl>
                                          <p:spTgt spid="6"/>
                                        </p:tgtEl>
                                        <p:attrNameLst>
                                          <p:attrName>ppt_y</p:attrName>
                                        </p:attrNameLst>
                                      </p:cBhvr>
                                    </p:anim>
                                    <p:animRot by="21600000">
                                      <p:cBhvr>
                                        <p:cTn id="18" dur="1000" fill="hold">
                                          <p:stCondLst>
                                            <p:cond delay="0"/>
                                          </p:stCondLst>
                                        </p:cTn>
                                        <p:tgtEl>
                                          <p:spTgt spid="6"/>
                                        </p:tgtEl>
                                        <p:attrNameLst>
                                          <p:attrName>r</p:attrName>
                                        </p:attrNameLst>
                                      </p:cBhvr>
                                    </p:animRot>
                                  </p:childTnLst>
                                </p:cTn>
                              </p:par>
                            </p:childTnLst>
                          </p:cTn>
                        </p:par>
                        <p:par>
                          <p:cTn id="19" fill="hold">
                            <p:stCondLst>
                              <p:cond delay="3599"/>
                            </p:stCondLst>
                            <p:childTnLst>
                              <p:par>
                                <p:cTn id="20" presetID="42" presetClass="entr" presetSubtype="0" fill="hold" grpId="0" nodeType="after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1000"/>
                                        <p:tgtEl>
                                          <p:spTgt spid="4"/>
                                        </p:tgtEl>
                                      </p:cBhvr>
                                    </p:animEffect>
                                    <p:anim calcmode="lin" valueType="num">
                                      <p:cBhvr>
                                        <p:cTn id="23" dur="1000" fill="hold"/>
                                        <p:tgtEl>
                                          <p:spTgt spid="4"/>
                                        </p:tgtEl>
                                        <p:attrNameLst>
                                          <p:attrName>ppt_x</p:attrName>
                                        </p:attrNameLst>
                                      </p:cBhvr>
                                      <p:tavLst>
                                        <p:tav tm="0">
                                          <p:val>
                                            <p:strVal val="#ppt_x"/>
                                          </p:val>
                                        </p:tav>
                                        <p:tav tm="100000">
                                          <p:val>
                                            <p:strVal val="#ppt_x"/>
                                          </p:val>
                                        </p:tav>
                                      </p:tavLst>
                                    </p:anim>
                                    <p:anim calcmode="lin" valueType="num">
                                      <p:cBhvr>
                                        <p:cTn id="24"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4" grpId="0"/>
      <p:bldP spid="5" grpId="0"/>
      <p:bldP spid="6"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 name="PA-文本框 10"/>
          <p:cNvSpPr txBox="1"/>
          <p:nvPr>
            <p:custDataLst>
              <p:tags r:id="rId1"/>
            </p:custDataLst>
          </p:nvPr>
        </p:nvSpPr>
        <p:spPr>
          <a:xfrm>
            <a:off x="862013" y="30163"/>
            <a:ext cx="3254375" cy="450850"/>
          </a:xfrm>
          <a:prstGeom prst="rect">
            <a:avLst/>
          </a:prstGeom>
          <a:noFill/>
          <a:ln w="9525">
            <a:noFill/>
          </a:ln>
        </p:spPr>
        <p:txBody>
          <a:bodyPr wrap="square" anchor="t" anchorCtr="0">
            <a:spAutoFit/>
          </a:bodyPr>
          <a:p>
            <a:pPr>
              <a:lnSpc>
                <a:spcPct val="130000"/>
              </a:lnSpc>
            </a:pPr>
            <a:r>
              <a:rPr lang="zh-CN" altLang="en-US" b="1" dirty="0">
                <a:latin typeface="微软雅黑" panose="020B0503020204020204" pitchFamily="34" charset="-122"/>
                <a:ea typeface="微软雅黑" panose="020B0503020204020204" pitchFamily="34" charset="-122"/>
              </a:rPr>
              <a:t>客户</a:t>
            </a:r>
            <a:endParaRPr lang="zh-CN" altLang="en-US" b="1" dirty="0">
              <a:latin typeface="微软雅黑" panose="020B0503020204020204" pitchFamily="34" charset="-122"/>
              <a:ea typeface="微软雅黑" panose="020B0503020204020204" pitchFamily="34" charset="-122"/>
            </a:endParaRPr>
          </a:p>
        </p:txBody>
      </p:sp>
      <p:pic>
        <p:nvPicPr>
          <p:cNvPr id="33" name="图片 32"/>
          <p:cNvPicPr>
            <a:picLocks noChangeAspect="1"/>
          </p:cNvPicPr>
          <p:nvPr/>
        </p:nvPicPr>
        <p:blipFill>
          <a:blip r:embed="rId2" cstate="screen"/>
          <a:srcRect l="35490" b="47335"/>
          <a:stretch>
            <a:fillRect/>
          </a:stretch>
        </p:blipFill>
        <p:spPr>
          <a:xfrm rot="10800000" flipH="1">
            <a:off x="0" y="0"/>
            <a:ext cx="1129890" cy="842443"/>
          </a:xfrm>
          <a:custGeom>
            <a:avLst/>
            <a:gdLst>
              <a:gd name="connsiteX0" fmla="*/ 0 w 6539008"/>
              <a:gd name="connsiteY0" fmla="*/ 0 h 4875469"/>
              <a:gd name="connsiteX1" fmla="*/ 6539008 w 6539008"/>
              <a:gd name="connsiteY1" fmla="*/ 0 h 4875469"/>
              <a:gd name="connsiteX2" fmla="*/ 6539008 w 6539008"/>
              <a:gd name="connsiteY2" fmla="*/ 4875469 h 4875469"/>
              <a:gd name="connsiteX3" fmla="*/ 0 w 6539008"/>
              <a:gd name="connsiteY3" fmla="*/ 4875469 h 4875469"/>
            </a:gdLst>
            <a:ahLst/>
            <a:cxnLst>
              <a:cxn ang="0">
                <a:pos x="connsiteX0" y="connsiteY0"/>
              </a:cxn>
              <a:cxn ang="0">
                <a:pos x="connsiteX1" y="connsiteY1"/>
              </a:cxn>
              <a:cxn ang="0">
                <a:pos x="connsiteX2" y="connsiteY2"/>
              </a:cxn>
              <a:cxn ang="0">
                <a:pos x="connsiteX3" y="connsiteY3"/>
              </a:cxn>
            </a:cxnLst>
            <a:rect l="l" t="t" r="r" b="b"/>
            <a:pathLst>
              <a:path w="6539008" h="4875469">
                <a:moveTo>
                  <a:pt x="0" y="0"/>
                </a:moveTo>
                <a:lnTo>
                  <a:pt x="6539008" y="0"/>
                </a:lnTo>
                <a:lnTo>
                  <a:pt x="6539008" y="4875469"/>
                </a:lnTo>
                <a:lnTo>
                  <a:pt x="0" y="4875469"/>
                </a:lnTo>
                <a:close/>
              </a:path>
            </a:pathLst>
          </a:custGeom>
        </p:spPr>
      </p:pic>
      <p:sp>
        <p:nvSpPr>
          <p:cNvPr id="8" name="Subtitle 2"/>
          <p:cNvSpPr txBox="1"/>
          <p:nvPr/>
        </p:nvSpPr>
        <p:spPr>
          <a:xfrm>
            <a:off x="1282700" y="2003425"/>
            <a:ext cx="3783013" cy="746125"/>
          </a:xfrm>
          <a:prstGeom prst="rect">
            <a:avLst/>
          </a:prstGeom>
          <a:noFill/>
          <a:ln w="9525">
            <a:noFill/>
          </a:ln>
        </p:spPr>
        <p:txBody>
          <a:bodyPr anchor="t" anchorCtr="0"/>
          <a:p>
            <a:pPr>
              <a:lnSpc>
                <a:spcPct val="90000"/>
              </a:lnSpc>
              <a:spcBef>
                <a:spcPts val="1000"/>
              </a:spcBef>
            </a:pPr>
            <a:endParaRPr lang="id-ID" altLang="zh-CN" sz="4000" b="1" dirty="0">
              <a:solidFill>
                <a:schemeClr val="accent1"/>
              </a:solidFill>
              <a:latin typeface="思源黑体" panose="020B0400000000000000" pitchFamily="34" charset="-122"/>
              <a:ea typeface="思源黑体" panose="020B0400000000000000" pitchFamily="34" charset="-122"/>
              <a:sym typeface="思源黑体" panose="020B0400000000000000" pitchFamily="34" charset="-122"/>
            </a:endParaRPr>
          </a:p>
        </p:txBody>
      </p:sp>
      <p:cxnSp>
        <p:nvCxnSpPr>
          <p:cNvPr id="10" name="Straight Connector 9"/>
          <p:cNvCxnSpPr/>
          <p:nvPr/>
        </p:nvCxnSpPr>
        <p:spPr>
          <a:xfrm flipV="1">
            <a:off x="-19050" y="5229225"/>
            <a:ext cx="12218988" cy="87313"/>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pic>
        <p:nvPicPr>
          <p:cNvPr id="48133" name="图片 10" descr="{914338ED-5C07-5C69-C885-3C49F9385BB5}"/>
          <p:cNvPicPr>
            <a:picLocks noChangeAspect="1"/>
          </p:cNvPicPr>
          <p:nvPr/>
        </p:nvPicPr>
        <p:blipFill>
          <a:blip r:embed="rId3"/>
          <a:stretch>
            <a:fillRect/>
          </a:stretch>
        </p:blipFill>
        <p:spPr>
          <a:xfrm>
            <a:off x="660400" y="1446213"/>
            <a:ext cx="5926138" cy="3386137"/>
          </a:xfrm>
          <a:prstGeom prst="rect">
            <a:avLst/>
          </a:prstGeom>
          <a:noFill/>
          <a:ln w="9525">
            <a:noFill/>
          </a:ln>
        </p:spPr>
      </p:pic>
      <p:pic>
        <p:nvPicPr>
          <p:cNvPr id="48134" name="图片 14" descr="C:\Users\Administrator\Desktop\map.pngmap"/>
          <p:cNvPicPr>
            <a:picLocks noChangeAspect="1"/>
          </p:cNvPicPr>
          <p:nvPr/>
        </p:nvPicPr>
        <p:blipFill>
          <a:blip r:embed="rId4"/>
          <a:stretch>
            <a:fillRect/>
          </a:stretch>
        </p:blipFill>
        <p:spPr>
          <a:xfrm>
            <a:off x="7426325" y="1331913"/>
            <a:ext cx="3436938" cy="3779837"/>
          </a:xfrm>
          <a:prstGeom prst="rect">
            <a:avLst/>
          </a:prstGeom>
          <a:noFill/>
          <a:ln w="9525">
            <a:noFill/>
          </a:ln>
        </p:spPr>
      </p:pic>
      <p:sp>
        <p:nvSpPr>
          <p:cNvPr id="48135" name="文本框 15"/>
          <p:cNvSpPr txBox="1"/>
          <p:nvPr/>
        </p:nvSpPr>
        <p:spPr>
          <a:xfrm>
            <a:off x="660400" y="5502275"/>
            <a:ext cx="10541000" cy="644525"/>
          </a:xfrm>
          <a:prstGeom prst="rect">
            <a:avLst/>
          </a:prstGeom>
          <a:noFill/>
          <a:ln w="9525">
            <a:noFill/>
          </a:ln>
        </p:spPr>
        <p:txBody>
          <a:bodyPr wrap="square" anchor="t" anchorCtr="0">
            <a:spAutoFit/>
          </a:bodyPr>
          <a:p>
            <a:r>
              <a:rPr lang="zh-CN" altLang="en-US" sz="1600" dirty="0">
                <a:latin typeface="思源黑体" panose="020B0400000000000000" pitchFamily="34" charset="-122"/>
                <a:ea typeface="思源黑体" panose="020B0400000000000000" pitchFamily="34" charset="-122"/>
                <a:sym typeface="微软雅黑" panose="020B0503020204020204" pitchFamily="34" charset="-122"/>
              </a:rPr>
              <a:t>服务国内用户3000+律所，50000+律师，覆盖全国31个省市自治区，实现系统用户案件协同和知识共享增值服务功能</a:t>
            </a:r>
            <a:r>
              <a:rPr lang="zh-CN" altLang="en-US" sz="1600" dirty="0">
                <a:solidFill>
                  <a:schemeClr val="bg2"/>
                </a:solidFill>
                <a:latin typeface="思源黑体" panose="020B0400000000000000" pitchFamily="34" charset="-122"/>
                <a:ea typeface="思源黑体" panose="020B0400000000000000" pitchFamily="34" charset="-122"/>
                <a:sym typeface="微软雅黑" panose="020B0503020204020204" pitchFamily="34" charset="-122"/>
              </a:rPr>
              <a:t>。</a:t>
            </a:r>
            <a:endParaRPr lang="zh-CN" altLang="en-US" sz="1600" dirty="0">
              <a:solidFill>
                <a:schemeClr val="bg2"/>
              </a:solidFill>
              <a:latin typeface="思源黑体" panose="020B0400000000000000" pitchFamily="34" charset="-122"/>
              <a:ea typeface="思源黑体" panose="020B0400000000000000" pitchFamily="34" charset="-122"/>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grpId="0" nodeType="after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p:cTn id="7" dur="500"/>
                                        <p:tgtEl>
                                          <p:spTgt spid="31"/>
                                        </p:tgtEl>
                                        <p:attrNameLst>
                                          <p:attrName>ppt_y</p:attrName>
                                        </p:attrNameLst>
                                      </p:cBhvr>
                                      <p:tavLst>
                                        <p:tav tm="0">
                                          <p:val>
                                            <p:strVal val="#ppt_y-#ppt_h*1.125000"/>
                                          </p:val>
                                        </p:tav>
                                        <p:tav tm="100000">
                                          <p:val>
                                            <p:strVal val="#ppt_y"/>
                                          </p:val>
                                        </p:tav>
                                      </p:tavLst>
                                    </p:anim>
                                    <p:animEffect transition="in" filter="wipe(down)">
                                      <p:cBhvr>
                                        <p:cTn id="8" dur="500"/>
                                        <p:tgtEl>
                                          <p:spTgt spid="31"/>
                                        </p:tgtEl>
                                      </p:cBhvr>
                                    </p:animEffect>
                                  </p:childTnLst>
                                </p:cTn>
                              </p:par>
                            </p:childTnLst>
                          </p:cTn>
                        </p:par>
                        <p:par>
                          <p:cTn id="9" fill="hold">
                            <p:stCondLst>
                              <p:cond delay="500"/>
                            </p:stCondLst>
                            <p:childTnLst>
                              <p:par>
                                <p:cTn id="10" presetID="10" presetClass="entr" presetSubtype="0" fill="hold" grpId="0" nodeType="after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par>
                          <p:cTn id="13" fill="hold">
                            <p:stCondLst>
                              <p:cond delay="1000"/>
                            </p:stCondLst>
                            <p:childTnLst>
                              <p:par>
                                <p:cTn id="14" presetID="10" presetClass="entr" presetSubtype="0" fill="hold" nodeType="after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8"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cstate="screen"/>
          <a:srcRect l="35490" b="47335"/>
          <a:stretch>
            <a:fillRect/>
          </a:stretch>
        </p:blipFill>
        <p:spPr>
          <a:xfrm>
            <a:off x="-2845268" y="-922890"/>
            <a:ext cx="10435766" cy="7780890"/>
          </a:xfrm>
          <a:custGeom>
            <a:avLst/>
            <a:gdLst>
              <a:gd name="connsiteX0" fmla="*/ 0 w 6539008"/>
              <a:gd name="connsiteY0" fmla="*/ 0 h 4875469"/>
              <a:gd name="connsiteX1" fmla="*/ 6539008 w 6539008"/>
              <a:gd name="connsiteY1" fmla="*/ 0 h 4875469"/>
              <a:gd name="connsiteX2" fmla="*/ 6539008 w 6539008"/>
              <a:gd name="connsiteY2" fmla="*/ 4875469 h 4875469"/>
              <a:gd name="connsiteX3" fmla="*/ 0 w 6539008"/>
              <a:gd name="connsiteY3" fmla="*/ 4875469 h 4875469"/>
            </a:gdLst>
            <a:ahLst/>
            <a:cxnLst>
              <a:cxn ang="0">
                <a:pos x="connsiteX0" y="connsiteY0"/>
              </a:cxn>
              <a:cxn ang="0">
                <a:pos x="connsiteX1" y="connsiteY1"/>
              </a:cxn>
              <a:cxn ang="0">
                <a:pos x="connsiteX2" y="connsiteY2"/>
              </a:cxn>
              <a:cxn ang="0">
                <a:pos x="connsiteX3" y="connsiteY3"/>
              </a:cxn>
            </a:cxnLst>
            <a:rect l="l" t="t" r="r" b="b"/>
            <a:pathLst>
              <a:path w="6539008" h="4875469">
                <a:moveTo>
                  <a:pt x="0" y="0"/>
                </a:moveTo>
                <a:lnTo>
                  <a:pt x="6539008" y="0"/>
                </a:lnTo>
                <a:lnTo>
                  <a:pt x="6539008" y="4875469"/>
                </a:lnTo>
                <a:lnTo>
                  <a:pt x="0" y="4875469"/>
                </a:lnTo>
                <a:close/>
              </a:path>
            </a:pathLst>
          </a:custGeom>
        </p:spPr>
      </p:pic>
      <p:sp>
        <p:nvSpPr>
          <p:cNvPr id="3" name="任意多边形: 形状 2"/>
          <p:cNvSpPr/>
          <p:nvPr/>
        </p:nvSpPr>
        <p:spPr>
          <a:xfrm flipH="1">
            <a:off x="7265988" y="606425"/>
            <a:ext cx="3429000" cy="5346700"/>
          </a:xfrm>
          <a:custGeom>
            <a:avLst/>
            <a:gdLst>
              <a:gd name="connsiteX0" fmla="*/ 0 w 3429000"/>
              <a:gd name="connsiteY0" fmla="*/ 0 h 5346376"/>
              <a:gd name="connsiteX1" fmla="*/ 3429000 w 3429000"/>
              <a:gd name="connsiteY1" fmla="*/ 0 h 5346376"/>
              <a:gd name="connsiteX2" fmla="*/ 3429000 w 3429000"/>
              <a:gd name="connsiteY2" fmla="*/ 958689 h 5346376"/>
              <a:gd name="connsiteX3" fmla="*/ 3355859 w 3429000"/>
              <a:gd name="connsiteY3" fmla="*/ 958689 h 5346376"/>
              <a:gd name="connsiteX4" fmla="*/ 3355859 w 3429000"/>
              <a:gd name="connsiteY4" fmla="*/ 73141 h 5346376"/>
              <a:gd name="connsiteX5" fmla="*/ 73141 w 3429000"/>
              <a:gd name="connsiteY5" fmla="*/ 73141 h 5346376"/>
              <a:gd name="connsiteX6" fmla="*/ 73141 w 3429000"/>
              <a:gd name="connsiteY6" fmla="*/ 5273235 h 5346376"/>
              <a:gd name="connsiteX7" fmla="*/ 3355859 w 3429000"/>
              <a:gd name="connsiteY7" fmla="*/ 5273235 h 5346376"/>
              <a:gd name="connsiteX8" fmla="*/ 3355859 w 3429000"/>
              <a:gd name="connsiteY8" fmla="*/ 4222589 h 5346376"/>
              <a:gd name="connsiteX9" fmla="*/ 3429000 w 3429000"/>
              <a:gd name="connsiteY9" fmla="*/ 4222589 h 5346376"/>
              <a:gd name="connsiteX10" fmla="*/ 3429000 w 3429000"/>
              <a:gd name="connsiteY10" fmla="*/ 5346376 h 5346376"/>
              <a:gd name="connsiteX11" fmla="*/ 0 w 3429000"/>
              <a:gd name="connsiteY11" fmla="*/ 5346376 h 5346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429000" h="5346376">
                <a:moveTo>
                  <a:pt x="0" y="0"/>
                </a:moveTo>
                <a:lnTo>
                  <a:pt x="3429000" y="0"/>
                </a:lnTo>
                <a:lnTo>
                  <a:pt x="3429000" y="958689"/>
                </a:lnTo>
                <a:lnTo>
                  <a:pt x="3355859" y="958689"/>
                </a:lnTo>
                <a:lnTo>
                  <a:pt x="3355859" y="73141"/>
                </a:lnTo>
                <a:lnTo>
                  <a:pt x="73141" y="73141"/>
                </a:lnTo>
                <a:lnTo>
                  <a:pt x="73141" y="5273235"/>
                </a:lnTo>
                <a:lnTo>
                  <a:pt x="3355859" y="5273235"/>
                </a:lnTo>
                <a:lnTo>
                  <a:pt x="3355859" y="4222589"/>
                </a:lnTo>
                <a:lnTo>
                  <a:pt x="3429000" y="4222589"/>
                </a:lnTo>
                <a:lnTo>
                  <a:pt x="3429000" y="5346376"/>
                </a:lnTo>
                <a:lnTo>
                  <a:pt x="0" y="5346376"/>
                </a:lnTo>
                <a:close/>
              </a:path>
            </a:pathLst>
          </a:custGeom>
          <a:solidFill>
            <a:schemeClr val="accent1"/>
          </a:solidFill>
          <a:ln w="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fontAlgn="auto"/>
            <a:endParaRPr lang="zh-CN" altLang="en-US" strike="noStrike" noProof="1" dirty="0">
              <a:solidFill>
                <a:schemeClr val="tx1"/>
              </a:solidFill>
            </a:endParaRPr>
          </a:p>
        </p:txBody>
      </p:sp>
      <p:sp>
        <p:nvSpPr>
          <p:cNvPr id="4" name="矩形 3"/>
          <p:cNvSpPr/>
          <p:nvPr/>
        </p:nvSpPr>
        <p:spPr>
          <a:xfrm>
            <a:off x="4837113" y="3744913"/>
            <a:ext cx="5857875" cy="260350"/>
          </a:xfrm>
          <a:prstGeom prst="rect">
            <a:avLst/>
          </a:prstGeom>
          <a:noFill/>
          <a:ln w="9525">
            <a:noFill/>
          </a:ln>
        </p:spPr>
        <p:txBody>
          <a:bodyPr wrap="square" anchor="t" anchorCtr="0">
            <a:spAutoFit/>
          </a:bodyPr>
          <a:p>
            <a:pPr algn="ctr"/>
            <a:r>
              <a:rPr lang="en-US" altLang="zh-CN" sz="1100" dirty="0">
                <a:latin typeface="思源黑体 CN Light" pitchFamily="34" charset="-122"/>
                <a:ea typeface="思源黑体 CN Light" pitchFamily="34" charset="-122"/>
                <a:sym typeface="微软雅黑" panose="020B0503020204020204" pitchFamily="34" charset="-122"/>
              </a:rPr>
              <a:t>Service&amp;Price</a:t>
            </a:r>
            <a:endParaRPr lang="en-US" altLang="zh-CN" sz="1100" dirty="0">
              <a:latin typeface="思源黑体 CN Light" pitchFamily="34" charset="-122"/>
              <a:ea typeface="思源黑体 CN Light" pitchFamily="34" charset="-122"/>
              <a:sym typeface="微软雅黑" panose="020B0503020204020204" pitchFamily="34" charset="-122"/>
            </a:endParaRPr>
          </a:p>
        </p:txBody>
      </p:sp>
      <p:sp>
        <p:nvSpPr>
          <p:cNvPr id="5" name="文本框 4"/>
          <p:cNvSpPr txBox="1"/>
          <p:nvPr/>
        </p:nvSpPr>
        <p:spPr>
          <a:xfrm>
            <a:off x="5589588" y="1646238"/>
            <a:ext cx="3390900" cy="1568450"/>
          </a:xfrm>
          <a:prstGeom prst="rect">
            <a:avLst/>
          </a:prstGeom>
          <a:noFill/>
          <a:ln w="9525">
            <a:noFill/>
          </a:ln>
        </p:spPr>
        <p:txBody>
          <a:bodyPr wrap="square" anchor="ctr" anchorCtr="0">
            <a:spAutoFit/>
          </a:bodyPr>
          <a:p>
            <a:pPr algn="ctr"/>
            <a:r>
              <a:rPr lang="en-US" altLang="zh-CN" sz="9600" dirty="0">
                <a:solidFill>
                  <a:schemeClr val="accent2"/>
                </a:solidFill>
                <a:latin typeface="Arial" panose="020B0604020202020204" pitchFamily="34" charset="0"/>
                <a:ea typeface="微软雅黑" panose="020B0503020204020204" pitchFamily="34" charset="-122"/>
              </a:rPr>
              <a:t>07</a:t>
            </a:r>
            <a:endParaRPr lang="zh-CN" altLang="en-US" sz="9600" dirty="0">
              <a:solidFill>
                <a:schemeClr val="accent2"/>
              </a:solidFill>
              <a:latin typeface="Arial" panose="020B0604020202020204" pitchFamily="34" charset="0"/>
              <a:ea typeface="微软雅黑" panose="020B0503020204020204" pitchFamily="34" charset="-122"/>
            </a:endParaRPr>
          </a:p>
        </p:txBody>
      </p:sp>
      <p:sp>
        <p:nvSpPr>
          <p:cNvPr id="6" name="文本框 5"/>
          <p:cNvSpPr txBox="1"/>
          <p:nvPr/>
        </p:nvSpPr>
        <p:spPr>
          <a:xfrm>
            <a:off x="4837113" y="3100388"/>
            <a:ext cx="5857875" cy="644525"/>
          </a:xfrm>
          <a:prstGeom prst="rect">
            <a:avLst/>
          </a:prstGeom>
          <a:noFill/>
          <a:ln w="9525">
            <a:noFill/>
          </a:ln>
        </p:spPr>
        <p:txBody>
          <a:bodyPr wrap="square" anchor="ctr" anchorCtr="0">
            <a:spAutoFit/>
          </a:bodyPr>
          <a:p>
            <a:pPr algn="ctr"/>
            <a:r>
              <a:rPr lang="zh-CN" altLang="en-US" sz="3600" b="1" dirty="0">
                <a:solidFill>
                  <a:schemeClr val="accent1"/>
                </a:solidFill>
                <a:latin typeface="微软雅黑" panose="020B0503020204020204" pitchFamily="34" charset="-122"/>
                <a:ea typeface="微软雅黑" panose="020B0503020204020204" pitchFamily="34" charset="-122"/>
              </a:rPr>
              <a:t>服务与价格</a:t>
            </a:r>
            <a:endParaRPr lang="zh-CN" altLang="en-US" sz="3600" b="1" dirty="0">
              <a:solidFill>
                <a:schemeClr val="accent1"/>
              </a:solidFill>
              <a:latin typeface="微软雅黑" panose="020B0503020204020204" pitchFamily="34" charset="-122"/>
              <a:ea typeface="微软雅黑" panose="020B0503020204020204" pitchFamily="34" charset="-122"/>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par>
                          <p:cTn id="8" fill="hold">
                            <p:stCondLst>
                              <p:cond delay="500"/>
                            </p:stCondLst>
                            <p:childTnLst>
                              <p:par>
                                <p:cTn id="9" presetID="21" presetClass="entr" presetSubtype="1"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heel(1)">
                                      <p:cBhvr>
                                        <p:cTn id="11" dur="2000"/>
                                        <p:tgtEl>
                                          <p:spTgt spid="5"/>
                                        </p:tgtEl>
                                      </p:cBhvr>
                                    </p:animEffect>
                                  </p:childTnLst>
                                </p:cTn>
                              </p:par>
                            </p:childTnLst>
                          </p:cTn>
                        </p:par>
                        <p:par>
                          <p:cTn id="12" fill="hold">
                            <p:stCondLst>
                              <p:cond delay="2500"/>
                            </p:stCondLst>
                            <p:childTnLst>
                              <p:par>
                                <p:cTn id="13" presetID="56" presetClass="entr" presetSubtype="0" fill="hold" grpId="0" nodeType="afterEffect">
                                  <p:stCondLst>
                                    <p:cond delay="0"/>
                                  </p:stCondLst>
                                  <p:iterate type="lt">
                                    <p:tmPct val="10000"/>
                                  </p:iterate>
                                  <p:childTnLst>
                                    <p:set>
                                      <p:cBhvr>
                                        <p:cTn id="14" dur="1" fill="hold">
                                          <p:stCondLst>
                                            <p:cond delay="0"/>
                                          </p:stCondLst>
                                        </p:cTn>
                                        <p:tgtEl>
                                          <p:spTgt spid="6"/>
                                        </p:tgtEl>
                                        <p:attrNameLst>
                                          <p:attrName>style.visibility</p:attrName>
                                        </p:attrNameLst>
                                      </p:cBhvr>
                                      <p:to>
                                        <p:strVal val="visible"/>
                                      </p:to>
                                    </p:set>
                                    <p:anim by="(-#ppt_w*2)" calcmode="lin" valueType="num">
                                      <p:cBhvr rctx="PPT">
                                        <p:cTn id="15" dur="500" autoRev="1" fill="hold">
                                          <p:stCondLst>
                                            <p:cond delay="0"/>
                                          </p:stCondLst>
                                        </p:cTn>
                                        <p:tgtEl>
                                          <p:spTgt spid="6"/>
                                        </p:tgtEl>
                                        <p:attrNameLst>
                                          <p:attrName>ppt_w</p:attrName>
                                        </p:attrNameLst>
                                      </p:cBhvr>
                                    </p:anim>
                                    <p:anim by="(#ppt_w*0.50)" calcmode="lin" valueType="num">
                                      <p:cBhvr>
                                        <p:cTn id="16" dur="500" decel="50000" autoRev="1" fill="hold">
                                          <p:stCondLst>
                                            <p:cond delay="0"/>
                                          </p:stCondLst>
                                        </p:cTn>
                                        <p:tgtEl>
                                          <p:spTgt spid="6"/>
                                        </p:tgtEl>
                                        <p:attrNameLst>
                                          <p:attrName>ppt_x</p:attrName>
                                        </p:attrNameLst>
                                      </p:cBhvr>
                                    </p:anim>
                                    <p:anim from="(-#ppt_h/2)" to="(#ppt_y)" calcmode="lin" valueType="num">
                                      <p:cBhvr>
                                        <p:cTn id="17" dur="1000" fill="hold">
                                          <p:stCondLst>
                                            <p:cond delay="0"/>
                                          </p:stCondLst>
                                        </p:cTn>
                                        <p:tgtEl>
                                          <p:spTgt spid="6"/>
                                        </p:tgtEl>
                                        <p:attrNameLst>
                                          <p:attrName>ppt_y</p:attrName>
                                        </p:attrNameLst>
                                      </p:cBhvr>
                                    </p:anim>
                                    <p:animRot by="21600000">
                                      <p:cBhvr>
                                        <p:cTn id="18" dur="1000" fill="hold">
                                          <p:stCondLst>
                                            <p:cond delay="0"/>
                                          </p:stCondLst>
                                        </p:cTn>
                                        <p:tgtEl>
                                          <p:spTgt spid="6"/>
                                        </p:tgtEl>
                                        <p:attrNameLst>
                                          <p:attrName>r</p:attrName>
                                        </p:attrNameLst>
                                      </p:cBhvr>
                                    </p:animRot>
                                  </p:childTnLst>
                                </p:cTn>
                              </p:par>
                            </p:childTnLst>
                          </p:cTn>
                        </p:par>
                        <p:par>
                          <p:cTn id="19" fill="hold">
                            <p:stCondLst>
                              <p:cond delay="3900"/>
                            </p:stCondLst>
                            <p:childTnLst>
                              <p:par>
                                <p:cTn id="20" presetID="42" presetClass="entr" presetSubtype="0" fill="hold" grpId="0" nodeType="after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1000"/>
                                        <p:tgtEl>
                                          <p:spTgt spid="4"/>
                                        </p:tgtEl>
                                      </p:cBhvr>
                                    </p:animEffect>
                                    <p:anim calcmode="lin" valueType="num">
                                      <p:cBhvr>
                                        <p:cTn id="23" dur="1000" fill="hold"/>
                                        <p:tgtEl>
                                          <p:spTgt spid="4"/>
                                        </p:tgtEl>
                                        <p:attrNameLst>
                                          <p:attrName>ppt_x</p:attrName>
                                        </p:attrNameLst>
                                      </p:cBhvr>
                                      <p:tavLst>
                                        <p:tav tm="0">
                                          <p:val>
                                            <p:strVal val="#ppt_x"/>
                                          </p:val>
                                        </p:tav>
                                        <p:tav tm="100000">
                                          <p:val>
                                            <p:strVal val="#ppt_x"/>
                                          </p:val>
                                        </p:tav>
                                      </p:tavLst>
                                    </p:anim>
                                    <p:anim calcmode="lin" valueType="num">
                                      <p:cBhvr>
                                        <p:cTn id="24"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4" grpId="0"/>
      <p:bldP spid="5" grpId="0"/>
      <p:bldP spid="6"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 name="PA-文本框 10"/>
          <p:cNvSpPr txBox="1"/>
          <p:nvPr>
            <p:custDataLst>
              <p:tags r:id="rId1"/>
            </p:custDataLst>
          </p:nvPr>
        </p:nvSpPr>
        <p:spPr>
          <a:xfrm>
            <a:off x="862013" y="30163"/>
            <a:ext cx="3254375" cy="450850"/>
          </a:xfrm>
          <a:prstGeom prst="rect">
            <a:avLst/>
          </a:prstGeom>
          <a:noFill/>
          <a:ln w="9525">
            <a:noFill/>
          </a:ln>
        </p:spPr>
        <p:txBody>
          <a:bodyPr wrap="square" anchor="t" anchorCtr="0">
            <a:spAutoFit/>
          </a:bodyPr>
          <a:p>
            <a:pPr>
              <a:lnSpc>
                <a:spcPct val="130000"/>
              </a:lnSpc>
            </a:pPr>
            <a:r>
              <a:rPr lang="zh-CN" altLang="en-US" b="1" dirty="0">
                <a:latin typeface="微软雅黑" panose="020B0503020204020204" pitchFamily="34" charset="-122"/>
                <a:ea typeface="微软雅黑" panose="020B0503020204020204" pitchFamily="34" charset="-122"/>
              </a:rPr>
              <a:t>服务</a:t>
            </a:r>
            <a:endParaRPr lang="zh-CN" altLang="en-US" b="1" dirty="0">
              <a:latin typeface="微软雅黑" panose="020B0503020204020204" pitchFamily="34" charset="-122"/>
              <a:ea typeface="微软雅黑" panose="020B0503020204020204" pitchFamily="34" charset="-122"/>
            </a:endParaRPr>
          </a:p>
        </p:txBody>
      </p:sp>
      <p:pic>
        <p:nvPicPr>
          <p:cNvPr id="33" name="图片 32"/>
          <p:cNvPicPr>
            <a:picLocks noChangeAspect="1"/>
          </p:cNvPicPr>
          <p:nvPr/>
        </p:nvPicPr>
        <p:blipFill>
          <a:blip r:embed="rId2" cstate="screen"/>
          <a:srcRect l="35490" b="47335"/>
          <a:stretch>
            <a:fillRect/>
          </a:stretch>
        </p:blipFill>
        <p:spPr>
          <a:xfrm rot="10800000" flipH="1">
            <a:off x="0" y="0"/>
            <a:ext cx="1129890" cy="842443"/>
          </a:xfrm>
          <a:custGeom>
            <a:avLst/>
            <a:gdLst>
              <a:gd name="connsiteX0" fmla="*/ 0 w 6539008"/>
              <a:gd name="connsiteY0" fmla="*/ 0 h 4875469"/>
              <a:gd name="connsiteX1" fmla="*/ 6539008 w 6539008"/>
              <a:gd name="connsiteY1" fmla="*/ 0 h 4875469"/>
              <a:gd name="connsiteX2" fmla="*/ 6539008 w 6539008"/>
              <a:gd name="connsiteY2" fmla="*/ 4875469 h 4875469"/>
              <a:gd name="connsiteX3" fmla="*/ 0 w 6539008"/>
              <a:gd name="connsiteY3" fmla="*/ 4875469 h 4875469"/>
            </a:gdLst>
            <a:ahLst/>
            <a:cxnLst>
              <a:cxn ang="0">
                <a:pos x="connsiteX0" y="connsiteY0"/>
              </a:cxn>
              <a:cxn ang="0">
                <a:pos x="connsiteX1" y="connsiteY1"/>
              </a:cxn>
              <a:cxn ang="0">
                <a:pos x="connsiteX2" y="connsiteY2"/>
              </a:cxn>
              <a:cxn ang="0">
                <a:pos x="connsiteX3" y="connsiteY3"/>
              </a:cxn>
            </a:cxnLst>
            <a:rect l="l" t="t" r="r" b="b"/>
            <a:pathLst>
              <a:path w="6539008" h="4875469">
                <a:moveTo>
                  <a:pt x="0" y="0"/>
                </a:moveTo>
                <a:lnTo>
                  <a:pt x="6539008" y="0"/>
                </a:lnTo>
                <a:lnTo>
                  <a:pt x="6539008" y="4875469"/>
                </a:lnTo>
                <a:lnTo>
                  <a:pt x="0" y="4875469"/>
                </a:lnTo>
                <a:close/>
              </a:path>
            </a:pathLst>
          </a:custGeom>
        </p:spPr>
      </p:pic>
      <p:sp>
        <p:nvSpPr>
          <p:cNvPr id="50179" name="文本框 2"/>
          <p:cNvSpPr txBox="1"/>
          <p:nvPr/>
        </p:nvSpPr>
        <p:spPr>
          <a:xfrm>
            <a:off x="796925" y="1355725"/>
            <a:ext cx="10598150" cy="4246563"/>
          </a:xfrm>
          <a:prstGeom prst="rect">
            <a:avLst/>
          </a:prstGeom>
          <a:noFill/>
          <a:ln w="9525">
            <a:noFill/>
          </a:ln>
        </p:spPr>
        <p:txBody>
          <a:bodyPr wrap="square" anchor="t" anchorCtr="0">
            <a:spAutoFit/>
          </a:bodyPr>
          <a:p>
            <a:r>
              <a:rPr lang="zh-CN" altLang="en-US" sz="1600" b="1" dirty="0">
                <a:latin typeface="思源黑体" panose="020B0400000000000000" pitchFamily="34" charset="-122"/>
                <a:ea typeface="思源黑体" panose="020B0400000000000000" pitchFamily="34" charset="-122"/>
                <a:sym typeface="微软雅黑" panose="020B0503020204020204" pitchFamily="34" charset="-122"/>
              </a:rPr>
              <a:t>在线服务</a:t>
            </a:r>
            <a:endParaRPr lang="zh-CN" altLang="en-US" sz="1600" b="1" dirty="0">
              <a:latin typeface="思源黑体" panose="020B0400000000000000" pitchFamily="34" charset="-122"/>
              <a:ea typeface="思源黑体" panose="020B0400000000000000" pitchFamily="34" charset="-122"/>
              <a:sym typeface="微软雅黑" panose="020B0503020204020204" pitchFamily="34" charset="-122"/>
            </a:endParaRPr>
          </a:p>
          <a:p>
            <a:endParaRPr lang="zh-CN" altLang="en-US" sz="1600" b="1" dirty="0">
              <a:latin typeface="思源黑体" panose="020B0400000000000000" pitchFamily="34" charset="-122"/>
              <a:ea typeface="思源黑体" panose="020B0400000000000000" pitchFamily="34" charset="-122"/>
              <a:sym typeface="微软雅黑" panose="020B0503020204020204" pitchFamily="34" charset="-122"/>
            </a:endParaRPr>
          </a:p>
          <a:p>
            <a:r>
              <a:rPr lang="zh-CN" altLang="en-US" sz="1400" dirty="0">
                <a:latin typeface="思源黑体" panose="020B0400000000000000" pitchFamily="34" charset="-122"/>
                <a:ea typeface="思源黑体" panose="020B0400000000000000" pitchFamily="34" charset="-122"/>
                <a:sym typeface="微软雅黑" panose="020B0503020204020204" pitchFamily="34" charset="-122"/>
              </a:rPr>
              <a:t>律联科技为客户提供版本优化升级、在线帮助远程、热线等服务，以保障客户软件稳定运行。</a:t>
            </a:r>
            <a:endParaRPr lang="zh-CN" altLang="en-US" sz="1400" dirty="0">
              <a:latin typeface="思源黑体" panose="020B0400000000000000" pitchFamily="34" charset="-122"/>
              <a:ea typeface="思源黑体" panose="020B0400000000000000" pitchFamily="34" charset="-122"/>
            </a:endParaRPr>
          </a:p>
          <a:p>
            <a:r>
              <a:rPr lang="zh-CN" altLang="en-US" sz="1400" dirty="0">
                <a:latin typeface="思源黑体" panose="020B0400000000000000" pitchFamily="34" charset="-122"/>
                <a:ea typeface="思源黑体" panose="020B0400000000000000" pitchFamily="34" charset="-122"/>
                <a:sym typeface="微软雅黑" panose="020B0503020204020204" pitchFamily="34" charset="-122"/>
              </a:rPr>
              <a:t>1、确保软件版本的及时更新；</a:t>
            </a:r>
            <a:endParaRPr lang="zh-CN" altLang="en-US" sz="1400" dirty="0">
              <a:latin typeface="思源黑体" panose="020B0400000000000000" pitchFamily="34" charset="-122"/>
              <a:ea typeface="思源黑体" panose="020B0400000000000000" pitchFamily="34" charset="-122"/>
            </a:endParaRPr>
          </a:p>
          <a:p>
            <a:r>
              <a:rPr lang="zh-CN" altLang="en-US" sz="1400" dirty="0">
                <a:latin typeface="思源黑体" panose="020B0400000000000000" pitchFamily="34" charset="-122"/>
                <a:ea typeface="思源黑体" panose="020B0400000000000000" pitchFamily="34" charset="-122"/>
                <a:sym typeface="微软雅黑" panose="020B0503020204020204" pitchFamily="34" charset="-122"/>
              </a:rPr>
              <a:t>2、确保软件系统持续的完整性；</a:t>
            </a:r>
            <a:endParaRPr lang="zh-CN" altLang="en-US" sz="1400" dirty="0">
              <a:latin typeface="思源黑体" panose="020B0400000000000000" pitchFamily="34" charset="-122"/>
              <a:ea typeface="思源黑体" panose="020B0400000000000000" pitchFamily="34" charset="-122"/>
            </a:endParaRPr>
          </a:p>
          <a:p>
            <a:r>
              <a:rPr lang="zh-CN" altLang="en-US" sz="1400" dirty="0">
                <a:latin typeface="思源黑体" panose="020B0400000000000000" pitchFamily="34" charset="-122"/>
                <a:ea typeface="思源黑体" panose="020B0400000000000000" pitchFamily="34" charset="-122"/>
                <a:sym typeface="微软雅黑" panose="020B0503020204020204" pitchFamily="34" charset="-122"/>
              </a:rPr>
              <a:t>3、发生技术中断第一时间响应及处理；</a:t>
            </a:r>
            <a:endParaRPr lang="zh-CN" altLang="en-US" sz="1400" dirty="0">
              <a:latin typeface="思源黑体" panose="020B0400000000000000" pitchFamily="34" charset="-122"/>
              <a:ea typeface="思源黑体" panose="020B0400000000000000" pitchFamily="34" charset="-122"/>
            </a:endParaRPr>
          </a:p>
          <a:p>
            <a:r>
              <a:rPr lang="zh-CN" altLang="en-US" sz="1400" dirty="0">
                <a:latin typeface="思源黑体" panose="020B0400000000000000" pitchFamily="34" charset="-122"/>
                <a:ea typeface="思源黑体" panose="020B0400000000000000" pitchFamily="34" charset="-122"/>
                <a:sym typeface="微软雅黑" panose="020B0503020204020204" pitchFamily="34" charset="-122"/>
              </a:rPr>
              <a:t>4、专业人员应用指导，迅速提升您的软件应用能力；</a:t>
            </a:r>
            <a:endParaRPr lang="zh-CN" altLang="en-US" sz="1400" dirty="0">
              <a:latin typeface="思源黑体" panose="020B0400000000000000" pitchFamily="34" charset="-122"/>
              <a:ea typeface="思源黑体" panose="020B0400000000000000" pitchFamily="34" charset="-122"/>
            </a:endParaRPr>
          </a:p>
          <a:p>
            <a:r>
              <a:rPr lang="zh-CN" altLang="en-US" sz="1400" dirty="0">
                <a:latin typeface="思源黑体" panose="020B0400000000000000" pitchFamily="34" charset="-122"/>
                <a:ea typeface="思源黑体" panose="020B0400000000000000" pitchFamily="34" charset="-122"/>
                <a:sym typeface="微软雅黑" panose="020B0503020204020204" pitchFamily="34" charset="-122"/>
              </a:rPr>
              <a:t>5、修正数据错误，提供数据安全保障； </a:t>
            </a:r>
            <a:endParaRPr lang="zh-CN" altLang="en-US" sz="1400" dirty="0">
              <a:latin typeface="思源黑体" panose="020B0400000000000000" pitchFamily="34" charset="-122"/>
              <a:ea typeface="思源黑体" panose="020B0400000000000000" pitchFamily="34" charset="-122"/>
            </a:endParaRPr>
          </a:p>
          <a:p>
            <a:r>
              <a:rPr lang="zh-CN" altLang="en-US" sz="1400" dirty="0">
                <a:latin typeface="思源黑体" panose="020B0400000000000000" pitchFamily="34" charset="-122"/>
                <a:ea typeface="思源黑体" panose="020B0400000000000000" pitchFamily="34" charset="-122"/>
                <a:sym typeface="微软雅黑" panose="020B0503020204020204" pitchFamily="34" charset="-122"/>
              </a:rPr>
              <a:t>6、保证律所业务流程持续有效运行；</a:t>
            </a:r>
            <a:endParaRPr lang="zh-CN" altLang="en-US" sz="1400" dirty="0">
              <a:latin typeface="思源黑体" panose="020B0400000000000000" pitchFamily="34" charset="-122"/>
              <a:ea typeface="思源黑体" panose="020B0400000000000000" pitchFamily="34" charset="-122"/>
            </a:endParaRPr>
          </a:p>
          <a:p>
            <a:r>
              <a:rPr lang="zh-CN" altLang="en-US" sz="1400" dirty="0">
                <a:latin typeface="思源黑体" panose="020B0400000000000000" pitchFamily="34" charset="-122"/>
                <a:ea typeface="思源黑体" panose="020B0400000000000000" pitchFamily="34" charset="-122"/>
                <a:sym typeface="微软雅黑" panose="020B0503020204020204" pitchFamily="34" charset="-122"/>
              </a:rPr>
              <a:t>7、服务记录随时查阅，提供问题分析依据，规避后期风险；</a:t>
            </a:r>
            <a:endParaRPr lang="zh-CN" altLang="en-US" sz="1400" dirty="0">
              <a:latin typeface="思源黑体" panose="020B0400000000000000" pitchFamily="34" charset="-122"/>
              <a:ea typeface="思源黑体" panose="020B0400000000000000" pitchFamily="34" charset="-122"/>
            </a:endParaRPr>
          </a:p>
          <a:p>
            <a:r>
              <a:rPr lang="zh-CN" altLang="en-US" sz="1400" dirty="0">
                <a:latin typeface="思源黑体" panose="020B0400000000000000" pitchFamily="34" charset="-122"/>
                <a:ea typeface="思源黑体" panose="020B0400000000000000" pitchFamily="34" charset="-122"/>
                <a:sym typeface="微软雅黑" panose="020B0503020204020204" pitchFamily="34" charset="-122"/>
              </a:rPr>
              <a:t>8、减少律所系统的运行成本和相关风险。</a:t>
            </a:r>
            <a:endParaRPr lang="zh-CN" altLang="en-US" sz="1400" dirty="0">
              <a:latin typeface="思源黑体" panose="020B0400000000000000" pitchFamily="34" charset="-122"/>
              <a:ea typeface="思源黑体" panose="020B0400000000000000" pitchFamily="34" charset="-122"/>
            </a:endParaRPr>
          </a:p>
          <a:p>
            <a:endParaRPr lang="zh-CN" altLang="en-US" sz="1400" dirty="0">
              <a:latin typeface="思源黑体" panose="020B0400000000000000" pitchFamily="34" charset="-122"/>
              <a:ea typeface="思源黑体" panose="020B0400000000000000" pitchFamily="34" charset="-122"/>
            </a:endParaRPr>
          </a:p>
          <a:p>
            <a:r>
              <a:rPr lang="zh-CN" altLang="en-US" sz="1400" b="1" dirty="0">
                <a:latin typeface="思源黑体" panose="020B0400000000000000" pitchFamily="34" charset="-122"/>
                <a:ea typeface="思源黑体" panose="020B0400000000000000" pitchFamily="34" charset="-122"/>
                <a:sym typeface="微软雅黑" panose="020B0503020204020204" pitchFamily="34" charset="-122"/>
              </a:rPr>
              <a:t>培训服务</a:t>
            </a:r>
            <a:endParaRPr lang="zh-CN" altLang="en-US" sz="1400" b="1" dirty="0">
              <a:latin typeface="思源黑体" panose="020B0400000000000000" pitchFamily="34" charset="-122"/>
              <a:ea typeface="思源黑体" panose="020B0400000000000000" pitchFamily="34" charset="-122"/>
              <a:sym typeface="微软雅黑" panose="020B0503020204020204" pitchFamily="34" charset="-122"/>
            </a:endParaRPr>
          </a:p>
          <a:p>
            <a:endParaRPr lang="zh-CN" altLang="en-US" sz="1400" b="1" dirty="0">
              <a:latin typeface="思源黑体" panose="020B0400000000000000" pitchFamily="34" charset="-122"/>
              <a:ea typeface="思源黑体" panose="020B0400000000000000" pitchFamily="34" charset="-122"/>
            </a:endParaRPr>
          </a:p>
          <a:p>
            <a:r>
              <a:rPr lang="zh-CN" altLang="en-US" sz="1400" dirty="0">
                <a:latin typeface="思源黑体" panose="020B0400000000000000" pitchFamily="34" charset="-122"/>
                <a:ea typeface="思源黑体" panose="020B0400000000000000" pitchFamily="34" charset="-122"/>
                <a:sym typeface="微软雅黑" panose="020B0503020204020204" pitchFamily="34" charset="-122"/>
              </a:rPr>
              <a:t>培训人员远程讲解系统操作功能，进行问题诊断和处理、应用指导及答疑等工作。</a:t>
            </a:r>
            <a:endParaRPr lang="zh-CN" altLang="en-US" sz="1400" dirty="0">
              <a:latin typeface="思源黑体" panose="020B0400000000000000" pitchFamily="34" charset="-122"/>
              <a:ea typeface="思源黑体" panose="020B0400000000000000" pitchFamily="34" charset="-122"/>
            </a:endParaRPr>
          </a:p>
          <a:p>
            <a:endParaRPr lang="zh-CN" altLang="en-US" sz="1400" dirty="0">
              <a:latin typeface="思源黑体" panose="020B0400000000000000" pitchFamily="34" charset="-122"/>
              <a:ea typeface="思源黑体" panose="020B0400000000000000" pitchFamily="34" charset="-122"/>
            </a:endParaRPr>
          </a:p>
          <a:p>
            <a:r>
              <a:rPr lang="zh-CN" altLang="en-US" sz="1400" b="1" dirty="0">
                <a:latin typeface="思源黑体" panose="020B0400000000000000" pitchFamily="34" charset="-122"/>
                <a:ea typeface="思源黑体" panose="020B0400000000000000" pitchFamily="34" charset="-122"/>
                <a:sym typeface="微软雅黑" panose="020B0503020204020204" pitchFamily="34" charset="-122"/>
              </a:rPr>
              <a:t>定制开发服务</a:t>
            </a:r>
            <a:endParaRPr lang="zh-CN" altLang="en-US" sz="1400" b="1" dirty="0">
              <a:latin typeface="思源黑体" panose="020B0400000000000000" pitchFamily="34" charset="-122"/>
              <a:ea typeface="思源黑体" panose="020B0400000000000000" pitchFamily="34" charset="-122"/>
              <a:sym typeface="微软雅黑" panose="020B0503020204020204" pitchFamily="34" charset="-122"/>
            </a:endParaRPr>
          </a:p>
          <a:p>
            <a:endParaRPr lang="zh-CN" altLang="en-US" sz="1400" b="1" dirty="0">
              <a:latin typeface="思源黑体" panose="020B0400000000000000" pitchFamily="34" charset="-122"/>
              <a:ea typeface="思源黑体" panose="020B0400000000000000" pitchFamily="34" charset="-122"/>
            </a:endParaRPr>
          </a:p>
          <a:p>
            <a:r>
              <a:rPr lang="zh-CN" altLang="en-US" sz="1400" dirty="0">
                <a:latin typeface="思源黑体" panose="020B0400000000000000" pitchFamily="34" charset="-122"/>
                <a:ea typeface="思源黑体" panose="020B0400000000000000" pitchFamily="34" charset="-122"/>
                <a:sym typeface="微软雅黑" panose="020B0503020204020204" pitchFamily="34" charset="-122"/>
              </a:rPr>
              <a:t>律联科技可以根据客户的个性化需求进行定制开发律所综合管理软件。</a:t>
            </a:r>
            <a:endParaRPr lang="zh-CN" altLang="en-US" sz="1400" dirty="0">
              <a:latin typeface="思源黑体" panose="020B0400000000000000" pitchFamily="34" charset="-122"/>
              <a:ea typeface="思源黑体" panose="020B0400000000000000" pitchFamily="34" charset="-122"/>
              <a:sym typeface="微软雅黑" panose="020B0503020204020204" pitchFamily="34" charset="-122"/>
            </a:endParaRPr>
          </a:p>
        </p:txBody>
      </p:sp>
      <p:pic>
        <p:nvPicPr>
          <p:cNvPr id="50180" name="图片 3" descr="服务"/>
          <p:cNvPicPr>
            <a:picLocks noChangeAspect="1"/>
          </p:cNvPicPr>
          <p:nvPr/>
        </p:nvPicPr>
        <p:blipFill>
          <a:blip r:embed="rId3"/>
          <a:stretch>
            <a:fillRect/>
          </a:stretch>
        </p:blipFill>
        <p:spPr>
          <a:xfrm>
            <a:off x="10129838" y="5170488"/>
            <a:ext cx="890587" cy="887412"/>
          </a:xfrm>
          <a:prstGeom prst="rect">
            <a:avLst/>
          </a:prstGeom>
          <a:noFill/>
          <a:ln w="9525">
            <a:noFill/>
          </a:ln>
        </p:spPr>
      </p:pic>
      <p:sp>
        <p:nvSpPr>
          <p:cNvPr id="5" name="矩形 4"/>
          <p:cNvSpPr/>
          <p:nvPr/>
        </p:nvSpPr>
        <p:spPr>
          <a:xfrm flipV="1">
            <a:off x="909638" y="1625600"/>
            <a:ext cx="1074738" cy="76200"/>
          </a:xfrm>
          <a:prstGeom prst="rect">
            <a:avLst/>
          </a:prstGeom>
          <a:solidFill>
            <a:schemeClr val="accent2">
              <a:lumMod val="60000"/>
              <a:lumOff val="40000"/>
            </a:schemeClr>
          </a:solidFill>
          <a:ln w="0">
            <a:noFill/>
          </a:ln>
        </p:spPr>
        <p:style>
          <a:lnRef idx="2">
            <a:schemeClr val="accent1">
              <a:shade val="50000"/>
            </a:schemeClr>
          </a:lnRef>
          <a:fillRef idx="1">
            <a:schemeClr val="accent1"/>
          </a:fillRef>
          <a:effectRef idx="0">
            <a:schemeClr val="accent1"/>
          </a:effectRef>
          <a:fontRef idx="minor">
            <a:schemeClr val="lt1"/>
          </a:fontRef>
        </p:style>
        <p:txBody>
          <a:bodyPr rot="0" vertOverflow="overflow" horzOverflow="overflow" vert="horz" wrap="square" lIns="91440" tIns="45720" rIns="91440" bIns="45720" numCol="1" spcCol="0" rtlCol="0" fromWordArt="0" anchor="ctr" anchorCtr="0" forceAA="0" compatLnSpc="1">
            <a:normAutofit/>
          </a:bodyPr>
          <a:p>
            <a:pPr algn="ctr" fontAlgn="auto"/>
            <a:endParaRPr lang="zh-CN" altLang="en-US" strike="noStrike" noProof="1" dirty="0"/>
          </a:p>
        </p:txBody>
      </p:sp>
      <p:sp>
        <p:nvSpPr>
          <p:cNvPr id="6" name="矩形 5"/>
          <p:cNvSpPr/>
          <p:nvPr/>
        </p:nvSpPr>
        <p:spPr>
          <a:xfrm flipV="1">
            <a:off x="862013" y="4244975"/>
            <a:ext cx="1074738" cy="76200"/>
          </a:xfrm>
          <a:prstGeom prst="rect">
            <a:avLst/>
          </a:prstGeom>
          <a:solidFill>
            <a:schemeClr val="accent2">
              <a:lumMod val="60000"/>
              <a:lumOff val="40000"/>
            </a:schemeClr>
          </a:solidFill>
          <a:ln w="0">
            <a:noFill/>
          </a:ln>
        </p:spPr>
        <p:style>
          <a:lnRef idx="2">
            <a:schemeClr val="accent1">
              <a:shade val="50000"/>
            </a:schemeClr>
          </a:lnRef>
          <a:fillRef idx="1">
            <a:schemeClr val="accent1"/>
          </a:fillRef>
          <a:effectRef idx="0">
            <a:schemeClr val="accent1"/>
          </a:effectRef>
          <a:fontRef idx="minor">
            <a:schemeClr val="lt1"/>
          </a:fontRef>
        </p:style>
        <p:txBody>
          <a:bodyPr rot="0" vertOverflow="overflow" horzOverflow="overflow" vert="horz" wrap="square" lIns="91440" tIns="45720" rIns="91440" bIns="45720" numCol="1" spcCol="0" rtlCol="0" fromWordArt="0" anchor="ctr" anchorCtr="0" forceAA="0" compatLnSpc="1">
            <a:normAutofit/>
          </a:bodyPr>
          <a:p>
            <a:pPr algn="ctr" fontAlgn="auto"/>
            <a:endParaRPr lang="zh-CN" altLang="en-US" strike="noStrike" noProof="1" dirty="0"/>
          </a:p>
        </p:txBody>
      </p:sp>
      <p:sp>
        <p:nvSpPr>
          <p:cNvPr id="7" name="矩形 6"/>
          <p:cNvSpPr/>
          <p:nvPr/>
        </p:nvSpPr>
        <p:spPr>
          <a:xfrm flipV="1">
            <a:off x="909638" y="5094288"/>
            <a:ext cx="1074738" cy="76200"/>
          </a:xfrm>
          <a:prstGeom prst="rect">
            <a:avLst/>
          </a:prstGeom>
          <a:solidFill>
            <a:schemeClr val="accent2">
              <a:lumMod val="60000"/>
              <a:lumOff val="40000"/>
            </a:schemeClr>
          </a:solidFill>
          <a:ln w="0">
            <a:noFill/>
          </a:ln>
        </p:spPr>
        <p:style>
          <a:lnRef idx="2">
            <a:schemeClr val="accent1">
              <a:shade val="50000"/>
            </a:schemeClr>
          </a:lnRef>
          <a:fillRef idx="1">
            <a:schemeClr val="accent1"/>
          </a:fillRef>
          <a:effectRef idx="0">
            <a:schemeClr val="accent1"/>
          </a:effectRef>
          <a:fontRef idx="minor">
            <a:schemeClr val="lt1"/>
          </a:fontRef>
        </p:style>
        <p:txBody>
          <a:bodyPr rot="0" vertOverflow="overflow" horzOverflow="overflow" vert="horz" wrap="square" lIns="91440" tIns="45720" rIns="91440" bIns="45720" numCol="1" spcCol="0" rtlCol="0" fromWordArt="0" anchor="ctr" anchorCtr="0" forceAA="0" compatLnSpc="1">
            <a:normAutofit/>
          </a:bodyPr>
          <a:p>
            <a:pPr algn="ctr" fontAlgn="auto"/>
            <a:endParaRPr lang="zh-CN" altLang="en-US" strike="noStrike" noProof="1"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grpId="0" nodeType="after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p:cTn id="7" dur="500"/>
                                        <p:tgtEl>
                                          <p:spTgt spid="31"/>
                                        </p:tgtEl>
                                        <p:attrNameLst>
                                          <p:attrName>ppt_y</p:attrName>
                                        </p:attrNameLst>
                                      </p:cBhvr>
                                      <p:tavLst>
                                        <p:tav tm="0">
                                          <p:val>
                                            <p:strVal val="#ppt_y-#ppt_h*1.125000"/>
                                          </p:val>
                                        </p:tav>
                                        <p:tav tm="100000">
                                          <p:val>
                                            <p:strVal val="#ppt_y"/>
                                          </p:val>
                                        </p:tav>
                                      </p:tavLst>
                                    </p:anim>
                                    <p:animEffect transition="in" filter="wipe(down)">
                                      <p:cBhvr>
                                        <p:cTn id="8"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 name="PA-文本框 10"/>
          <p:cNvSpPr txBox="1"/>
          <p:nvPr>
            <p:custDataLst>
              <p:tags r:id="rId1"/>
            </p:custDataLst>
          </p:nvPr>
        </p:nvSpPr>
        <p:spPr>
          <a:xfrm>
            <a:off x="862013" y="30163"/>
            <a:ext cx="3254375" cy="450850"/>
          </a:xfrm>
          <a:prstGeom prst="rect">
            <a:avLst/>
          </a:prstGeom>
          <a:noFill/>
          <a:ln w="9525">
            <a:noFill/>
          </a:ln>
        </p:spPr>
        <p:txBody>
          <a:bodyPr wrap="square" anchor="t" anchorCtr="0">
            <a:spAutoFit/>
          </a:bodyPr>
          <a:p>
            <a:pPr>
              <a:lnSpc>
                <a:spcPct val="130000"/>
              </a:lnSpc>
            </a:pPr>
            <a:r>
              <a:rPr lang="zh-CN" altLang="en-US" b="1" dirty="0">
                <a:latin typeface="微软雅黑" panose="020B0503020204020204" pitchFamily="34" charset="-122"/>
                <a:ea typeface="微软雅黑" panose="020B0503020204020204" pitchFamily="34" charset="-122"/>
              </a:rPr>
              <a:t>价格</a:t>
            </a:r>
            <a:endParaRPr lang="zh-CN" altLang="en-US" b="1" dirty="0">
              <a:latin typeface="微软雅黑" panose="020B0503020204020204" pitchFamily="34" charset="-122"/>
              <a:ea typeface="微软雅黑" panose="020B0503020204020204" pitchFamily="34" charset="-122"/>
            </a:endParaRPr>
          </a:p>
        </p:txBody>
      </p:sp>
      <p:pic>
        <p:nvPicPr>
          <p:cNvPr id="33" name="图片 32"/>
          <p:cNvPicPr>
            <a:picLocks noChangeAspect="1"/>
          </p:cNvPicPr>
          <p:nvPr/>
        </p:nvPicPr>
        <p:blipFill>
          <a:blip r:embed="rId2" cstate="screen"/>
          <a:srcRect l="35490" b="47335"/>
          <a:stretch>
            <a:fillRect/>
          </a:stretch>
        </p:blipFill>
        <p:spPr>
          <a:xfrm rot="10800000" flipH="1">
            <a:off x="0" y="0"/>
            <a:ext cx="1129890" cy="842443"/>
          </a:xfrm>
          <a:custGeom>
            <a:avLst/>
            <a:gdLst>
              <a:gd name="connsiteX0" fmla="*/ 0 w 6539008"/>
              <a:gd name="connsiteY0" fmla="*/ 0 h 4875469"/>
              <a:gd name="connsiteX1" fmla="*/ 6539008 w 6539008"/>
              <a:gd name="connsiteY1" fmla="*/ 0 h 4875469"/>
              <a:gd name="connsiteX2" fmla="*/ 6539008 w 6539008"/>
              <a:gd name="connsiteY2" fmla="*/ 4875469 h 4875469"/>
              <a:gd name="connsiteX3" fmla="*/ 0 w 6539008"/>
              <a:gd name="connsiteY3" fmla="*/ 4875469 h 4875469"/>
            </a:gdLst>
            <a:ahLst/>
            <a:cxnLst>
              <a:cxn ang="0">
                <a:pos x="connsiteX0" y="connsiteY0"/>
              </a:cxn>
              <a:cxn ang="0">
                <a:pos x="connsiteX1" y="connsiteY1"/>
              </a:cxn>
              <a:cxn ang="0">
                <a:pos x="connsiteX2" y="connsiteY2"/>
              </a:cxn>
              <a:cxn ang="0">
                <a:pos x="connsiteX3" y="connsiteY3"/>
              </a:cxn>
            </a:cxnLst>
            <a:rect l="l" t="t" r="r" b="b"/>
            <a:pathLst>
              <a:path w="6539008" h="4875469">
                <a:moveTo>
                  <a:pt x="0" y="0"/>
                </a:moveTo>
                <a:lnTo>
                  <a:pt x="6539008" y="0"/>
                </a:lnTo>
                <a:lnTo>
                  <a:pt x="6539008" y="4875469"/>
                </a:lnTo>
                <a:lnTo>
                  <a:pt x="0" y="4875469"/>
                </a:lnTo>
                <a:close/>
              </a:path>
            </a:pathLst>
          </a:custGeom>
        </p:spPr>
      </p:pic>
      <p:sp>
        <p:nvSpPr>
          <p:cNvPr id="2" name="Subtitle 2"/>
          <p:cNvSpPr txBox="1"/>
          <p:nvPr/>
        </p:nvSpPr>
        <p:spPr>
          <a:xfrm>
            <a:off x="1016000" y="1741488"/>
            <a:ext cx="3381375" cy="62230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buNone/>
            </a:pPr>
            <a:endParaRPr lang="id-ID" sz="4000" b="1" strike="noStrike" spc="300" noProof="1" dirty="0">
              <a:solidFill>
                <a:schemeClr val="accent1"/>
              </a:solidFill>
              <a:latin typeface="思源黑体" panose="020B0400000000000000" pitchFamily="34" charset="-122"/>
              <a:ea typeface="思源黑体" panose="020B0400000000000000" pitchFamily="34" charset="-122"/>
              <a:cs typeface="Lato Medium" pitchFamily="34" charset="0"/>
              <a:sym typeface="思源黑体" panose="020B0400000000000000" pitchFamily="34" charset="-122"/>
            </a:endParaRPr>
          </a:p>
        </p:txBody>
      </p:sp>
      <p:cxnSp>
        <p:nvCxnSpPr>
          <p:cNvPr id="8" name="Straight Connector 7"/>
          <p:cNvCxnSpPr/>
          <p:nvPr/>
        </p:nvCxnSpPr>
        <p:spPr>
          <a:xfrm>
            <a:off x="20638" y="5553075"/>
            <a:ext cx="12171363" cy="11113"/>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51205" name="文本框 8"/>
          <p:cNvSpPr txBox="1"/>
          <p:nvPr/>
        </p:nvSpPr>
        <p:spPr>
          <a:xfrm>
            <a:off x="939800" y="1627188"/>
            <a:ext cx="7927975" cy="2999740"/>
          </a:xfrm>
          <a:prstGeom prst="rect">
            <a:avLst/>
          </a:prstGeom>
          <a:noFill/>
          <a:ln w="9525">
            <a:noFill/>
          </a:ln>
        </p:spPr>
        <p:txBody>
          <a:bodyPr wrap="square" anchor="t" anchorCtr="0">
            <a:spAutoFit/>
          </a:bodyPr>
          <a:p>
            <a:pPr>
              <a:lnSpc>
                <a:spcPct val="150000"/>
              </a:lnSpc>
            </a:pPr>
            <a:r>
              <a:rPr lang="zh-CN" altLang="en-US" dirty="0">
                <a:latin typeface="思源黑体" panose="020B0400000000000000" pitchFamily="34" charset="-122"/>
                <a:ea typeface="思源黑体" panose="020B0400000000000000" pitchFamily="34" charset="-122"/>
                <a:sym typeface="微软雅黑" panose="020B0503020204020204" pitchFamily="34" charset="-122"/>
              </a:rPr>
              <a:t>软件费：5000元（一次性）</a:t>
            </a:r>
            <a:endParaRPr lang="zh-CN" altLang="en-US" dirty="0">
              <a:latin typeface="思源黑体" panose="020B0400000000000000" pitchFamily="34" charset="-122"/>
              <a:ea typeface="思源黑体" panose="020B0400000000000000" pitchFamily="34" charset="-122"/>
            </a:endParaRPr>
          </a:p>
          <a:p>
            <a:pPr>
              <a:lnSpc>
                <a:spcPct val="150000"/>
              </a:lnSpc>
            </a:pPr>
            <a:r>
              <a:rPr lang="zh-CN" altLang="en-US" dirty="0">
                <a:latin typeface="思源黑体" panose="020B0400000000000000" pitchFamily="34" charset="-122"/>
                <a:ea typeface="思源黑体" panose="020B0400000000000000" pitchFamily="34" charset="-122"/>
                <a:sym typeface="微软雅黑" panose="020B0503020204020204" pitchFamily="34" charset="-122"/>
              </a:rPr>
              <a:t>技术维护费：200元/用户/年</a:t>
            </a:r>
            <a:endParaRPr lang="zh-CN" altLang="en-US" dirty="0">
              <a:latin typeface="思源黑体" panose="020B0400000000000000" pitchFamily="34" charset="-122"/>
              <a:ea typeface="思源黑体" panose="020B0400000000000000" pitchFamily="34" charset="-122"/>
              <a:sym typeface="微软雅黑" panose="020B0503020204020204" pitchFamily="34" charset="-122"/>
            </a:endParaRPr>
          </a:p>
          <a:p>
            <a:pPr>
              <a:lnSpc>
                <a:spcPct val="150000"/>
              </a:lnSpc>
            </a:pPr>
            <a:endParaRPr lang="zh-CN" altLang="en-US" dirty="0">
              <a:latin typeface="思源黑体" panose="020B0400000000000000" pitchFamily="34" charset="-122"/>
              <a:ea typeface="思源黑体" panose="020B0400000000000000" pitchFamily="34" charset="-122"/>
              <a:sym typeface="微软雅黑" panose="020B0503020204020204" pitchFamily="34" charset="-122"/>
            </a:endParaRPr>
          </a:p>
          <a:p>
            <a:pPr>
              <a:lnSpc>
                <a:spcPct val="150000"/>
              </a:lnSpc>
            </a:pPr>
            <a:r>
              <a:rPr lang="zh-CN" altLang="en-US" dirty="0">
                <a:latin typeface="思源黑体" panose="020B0400000000000000" pitchFamily="34" charset="-122"/>
                <a:ea typeface="思源黑体" panose="020B0400000000000000" pitchFamily="34" charset="-122"/>
                <a:sym typeface="微软雅黑" panose="020B0503020204020204" pitchFamily="34" charset="-122"/>
              </a:rPr>
              <a:t>* 通用版：含PC版、手机版、服务器、带宽在内的打包服务，律所不需要购置服务器、装光纤、聘用网管，软件的日常维护及升级一概由e律师完成。</a:t>
            </a:r>
            <a:endParaRPr lang="zh-CN" altLang="en-US" dirty="0">
              <a:latin typeface="思源黑体" panose="020B0400000000000000" pitchFamily="34" charset="-122"/>
              <a:ea typeface="思源黑体" panose="020B0400000000000000" pitchFamily="34" charset="-122"/>
              <a:sym typeface="微软雅黑" panose="020B0503020204020204" pitchFamily="34" charset="-122"/>
            </a:endParaRPr>
          </a:p>
          <a:p>
            <a:pPr>
              <a:lnSpc>
                <a:spcPct val="150000"/>
              </a:lnSpc>
            </a:pPr>
            <a:endParaRPr lang="zh-CN" altLang="en-US" dirty="0">
              <a:latin typeface="思源黑体" panose="020B0400000000000000" pitchFamily="34" charset="-122"/>
              <a:ea typeface="思源黑体" panose="020B0400000000000000" pitchFamily="34" charset="-122"/>
              <a:sym typeface="微软雅黑" panose="020B0503020204020204" pitchFamily="34" charset="-122"/>
            </a:endParaRPr>
          </a:p>
          <a:p>
            <a:pPr>
              <a:lnSpc>
                <a:spcPct val="150000"/>
              </a:lnSpc>
            </a:pPr>
            <a:r>
              <a:rPr lang="zh-CN" altLang="en-US" dirty="0">
                <a:latin typeface="思源黑体" panose="020B0400000000000000" pitchFamily="34" charset="-122"/>
                <a:ea typeface="思源黑体" panose="020B0400000000000000" pitchFamily="34" charset="-122"/>
                <a:sym typeface="微软雅黑" panose="020B0503020204020204" pitchFamily="34" charset="-122"/>
              </a:rPr>
              <a:t>注：总所与分所系统需分开购买。</a:t>
            </a:r>
            <a:endParaRPr lang="zh-CN" altLang="en-US" dirty="0">
              <a:latin typeface="思源黑体" panose="020B0400000000000000" pitchFamily="34" charset="-122"/>
              <a:ea typeface="思源黑体" panose="020B0400000000000000" pitchFamily="34" charset="-122"/>
              <a:sym typeface="微软雅黑" panose="020B0503020204020204" pitchFamily="34" charset="-122"/>
            </a:endParaRPr>
          </a:p>
        </p:txBody>
      </p:sp>
      <p:pic>
        <p:nvPicPr>
          <p:cNvPr id="51206" name="图片 10" descr="1560234618"/>
          <p:cNvPicPr>
            <a:picLocks noChangeAspect="1"/>
          </p:cNvPicPr>
          <p:nvPr/>
        </p:nvPicPr>
        <p:blipFill>
          <a:blip r:embed="rId3"/>
          <a:stretch>
            <a:fillRect/>
          </a:stretch>
        </p:blipFill>
        <p:spPr>
          <a:xfrm>
            <a:off x="9585325" y="2408238"/>
            <a:ext cx="1473200" cy="1473200"/>
          </a:xfrm>
          <a:prstGeom prst="rect">
            <a:avLst/>
          </a:prstGeom>
          <a:noFill/>
          <a:ln w="9525">
            <a:noFill/>
          </a:ln>
        </p:spPr>
      </p:pic>
      <p:sp>
        <p:nvSpPr>
          <p:cNvPr id="51207" name="文本框 11"/>
          <p:cNvSpPr txBox="1"/>
          <p:nvPr/>
        </p:nvSpPr>
        <p:spPr>
          <a:xfrm>
            <a:off x="9585325" y="4092575"/>
            <a:ext cx="1554163" cy="368300"/>
          </a:xfrm>
          <a:prstGeom prst="rect">
            <a:avLst/>
          </a:prstGeom>
          <a:noFill/>
          <a:ln w="9525">
            <a:noFill/>
          </a:ln>
        </p:spPr>
        <p:txBody>
          <a:bodyPr wrap="none" anchor="t" anchorCtr="0">
            <a:spAutoFit/>
          </a:bodyPr>
          <a:p>
            <a:pPr algn="ctr"/>
            <a:r>
              <a:rPr lang="zh-CN" altLang="en-US" dirty="0">
                <a:latin typeface="思源黑体" panose="020B0400000000000000" pitchFamily="34" charset="-122"/>
                <a:ea typeface="思源黑体" panose="020B0400000000000000" pitchFamily="34" charset="-122"/>
                <a:sym typeface="微软雅黑" panose="020B0503020204020204" pitchFamily="34" charset="-122"/>
              </a:rPr>
              <a:t>立即申请试用</a:t>
            </a:r>
            <a:endParaRPr lang="zh-CN" altLang="en-US" dirty="0">
              <a:latin typeface="思源黑体" panose="020B0400000000000000" pitchFamily="34" charset="-122"/>
              <a:ea typeface="思源黑体" panose="020B0400000000000000" pitchFamily="34" charset="-122"/>
              <a:sym typeface="微软雅黑" panose="020B0503020204020204" pitchFamily="34" charset="-122"/>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grpId="0" nodeType="after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p:cTn id="7" dur="500"/>
                                        <p:tgtEl>
                                          <p:spTgt spid="31"/>
                                        </p:tgtEl>
                                        <p:attrNameLst>
                                          <p:attrName>ppt_y</p:attrName>
                                        </p:attrNameLst>
                                      </p:cBhvr>
                                      <p:tavLst>
                                        <p:tav tm="0">
                                          <p:val>
                                            <p:strVal val="#ppt_y-#ppt_h*1.125000"/>
                                          </p:val>
                                        </p:tav>
                                        <p:tav tm="100000">
                                          <p:val>
                                            <p:strVal val="#ppt_y"/>
                                          </p:val>
                                        </p:tav>
                                      </p:tavLst>
                                    </p:anim>
                                    <p:animEffect transition="in" filter="wipe(down)">
                                      <p:cBhvr>
                                        <p:cTn id="8" dur="500"/>
                                        <p:tgtEl>
                                          <p:spTgt spid="31"/>
                                        </p:tgtEl>
                                      </p:cBhvr>
                                    </p:animEffect>
                                  </p:childTnLst>
                                </p:cTn>
                              </p:par>
                            </p:childTnLst>
                          </p:cTn>
                        </p:par>
                        <p:par>
                          <p:cTn id="9" fill="hold">
                            <p:stCondLst>
                              <p:cond delay="500"/>
                            </p:stCondLst>
                            <p:childTnLst>
                              <p:par>
                                <p:cTn id="10" presetID="42" presetClass="entr" presetSubtype="0" fill="hold" grpId="0" nodeType="after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1000"/>
                                        <p:tgtEl>
                                          <p:spTgt spid="2"/>
                                        </p:tgtEl>
                                      </p:cBhvr>
                                    </p:animEffect>
                                    <p:anim calcmode="lin" valueType="num">
                                      <p:cBhvr>
                                        <p:cTn id="13" dur="1000" fill="hold"/>
                                        <p:tgtEl>
                                          <p:spTgt spid="2"/>
                                        </p:tgtEl>
                                        <p:attrNameLst>
                                          <p:attrName>ppt_x</p:attrName>
                                        </p:attrNameLst>
                                      </p:cBhvr>
                                      <p:tavLst>
                                        <p:tav tm="0">
                                          <p:val>
                                            <p:strVal val="#ppt_x"/>
                                          </p:val>
                                        </p:tav>
                                        <p:tav tm="100000">
                                          <p:val>
                                            <p:strVal val="#ppt_x"/>
                                          </p:val>
                                        </p:tav>
                                      </p:tavLst>
                                    </p:anim>
                                    <p:anim calcmode="lin" valueType="num">
                                      <p:cBhvr>
                                        <p:cTn id="14" dur="1000" fill="hold"/>
                                        <p:tgtEl>
                                          <p:spTgt spid="2"/>
                                        </p:tgtEl>
                                        <p:attrNameLst>
                                          <p:attrName>ppt_y</p:attrName>
                                        </p:attrNameLst>
                                      </p:cBhvr>
                                      <p:tavLst>
                                        <p:tav tm="0">
                                          <p:val>
                                            <p:strVal val="#ppt_y+.1"/>
                                          </p:val>
                                        </p:tav>
                                        <p:tav tm="100000">
                                          <p:val>
                                            <p:strVal val="#ppt_y"/>
                                          </p:val>
                                        </p:tav>
                                      </p:tavLst>
                                    </p:anim>
                                  </p:childTnLst>
                                </p:cTn>
                              </p:par>
                            </p:childTnLst>
                          </p:cTn>
                        </p:par>
                        <p:par>
                          <p:cTn id="15" fill="hold">
                            <p:stCondLst>
                              <p:cond delay="1500"/>
                            </p:stCondLst>
                            <p:childTnLst>
                              <p:par>
                                <p:cTn id="16" presetID="42" presetClass="entr" presetSubtype="0" fill="hold" nodeType="after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1000"/>
                                        <p:tgtEl>
                                          <p:spTgt spid="8"/>
                                        </p:tgtEl>
                                      </p:cBhvr>
                                    </p:animEffect>
                                    <p:anim calcmode="lin" valueType="num">
                                      <p:cBhvr>
                                        <p:cTn id="19" dur="1000" fill="hold"/>
                                        <p:tgtEl>
                                          <p:spTgt spid="8"/>
                                        </p:tgtEl>
                                        <p:attrNameLst>
                                          <p:attrName>ppt_x</p:attrName>
                                        </p:attrNameLst>
                                      </p:cBhvr>
                                      <p:tavLst>
                                        <p:tav tm="0">
                                          <p:val>
                                            <p:strVal val="#ppt_x"/>
                                          </p:val>
                                        </p:tav>
                                        <p:tav tm="100000">
                                          <p:val>
                                            <p:strVal val="#ppt_x"/>
                                          </p:val>
                                        </p:tav>
                                      </p:tavLst>
                                    </p:anim>
                                    <p:anim calcmode="lin" valueType="num">
                                      <p:cBhvr>
                                        <p:cTn id="20"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2"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cstate="screen"/>
          <a:srcRect l="35490" b="47335"/>
          <a:stretch>
            <a:fillRect/>
          </a:stretch>
        </p:blipFill>
        <p:spPr>
          <a:xfrm rot="10800000">
            <a:off x="7881256" y="0"/>
            <a:ext cx="4310743" cy="3214079"/>
          </a:xfrm>
          <a:custGeom>
            <a:avLst/>
            <a:gdLst>
              <a:gd name="connsiteX0" fmla="*/ 0 w 6539008"/>
              <a:gd name="connsiteY0" fmla="*/ 0 h 4875469"/>
              <a:gd name="connsiteX1" fmla="*/ 6539008 w 6539008"/>
              <a:gd name="connsiteY1" fmla="*/ 0 h 4875469"/>
              <a:gd name="connsiteX2" fmla="*/ 6539008 w 6539008"/>
              <a:gd name="connsiteY2" fmla="*/ 4875469 h 4875469"/>
              <a:gd name="connsiteX3" fmla="*/ 0 w 6539008"/>
              <a:gd name="connsiteY3" fmla="*/ 4875469 h 4875469"/>
            </a:gdLst>
            <a:ahLst/>
            <a:cxnLst>
              <a:cxn ang="0">
                <a:pos x="connsiteX0" y="connsiteY0"/>
              </a:cxn>
              <a:cxn ang="0">
                <a:pos x="connsiteX1" y="connsiteY1"/>
              </a:cxn>
              <a:cxn ang="0">
                <a:pos x="connsiteX2" y="connsiteY2"/>
              </a:cxn>
              <a:cxn ang="0">
                <a:pos x="connsiteX3" y="connsiteY3"/>
              </a:cxn>
            </a:cxnLst>
            <a:rect l="l" t="t" r="r" b="b"/>
            <a:pathLst>
              <a:path w="6539008" h="4875469">
                <a:moveTo>
                  <a:pt x="0" y="0"/>
                </a:moveTo>
                <a:lnTo>
                  <a:pt x="6539008" y="0"/>
                </a:lnTo>
                <a:lnTo>
                  <a:pt x="6539008" y="4875469"/>
                </a:lnTo>
                <a:lnTo>
                  <a:pt x="0" y="4875469"/>
                </a:lnTo>
                <a:close/>
              </a:path>
            </a:pathLst>
          </a:custGeom>
        </p:spPr>
      </p:pic>
      <p:sp>
        <p:nvSpPr>
          <p:cNvPr id="5" name="文本框 4"/>
          <p:cNvSpPr txBox="1"/>
          <p:nvPr/>
        </p:nvSpPr>
        <p:spPr>
          <a:xfrm>
            <a:off x="947738" y="2965450"/>
            <a:ext cx="10296525" cy="923925"/>
          </a:xfrm>
          <a:prstGeom prst="rect">
            <a:avLst/>
          </a:prstGeom>
          <a:noFill/>
          <a:ln w="9525">
            <a:noFill/>
          </a:ln>
        </p:spPr>
        <p:txBody>
          <a:bodyPr wrap="square" anchor="ctr" anchorCtr="0">
            <a:spAutoFit/>
          </a:bodyPr>
          <a:p>
            <a:pPr algn="ctr"/>
            <a:r>
              <a:rPr lang="zh-CN" altLang="en-US" sz="5400" b="1" dirty="0">
                <a:latin typeface="微软雅黑" panose="020B0503020204020204" pitchFamily="34" charset="-122"/>
                <a:ea typeface="微软雅黑" panose="020B0503020204020204" pitchFamily="34" charset="-122"/>
              </a:rPr>
              <a:t>谢谢观看</a:t>
            </a:r>
            <a:endParaRPr lang="zh-CN" altLang="en-US" sz="5400" b="1" dirty="0">
              <a:latin typeface="微软雅黑" panose="020B0503020204020204" pitchFamily="34" charset="-122"/>
              <a:ea typeface="微软雅黑" panose="020B0503020204020204" pitchFamily="34" charset="-122"/>
            </a:endParaRPr>
          </a:p>
        </p:txBody>
      </p:sp>
      <p:sp>
        <p:nvSpPr>
          <p:cNvPr id="6" name="矩形: 圆角 5"/>
          <p:cNvSpPr/>
          <p:nvPr/>
        </p:nvSpPr>
        <p:spPr>
          <a:xfrm>
            <a:off x="4437063" y="4610100"/>
            <a:ext cx="3294063" cy="1036638"/>
          </a:xfrm>
          <a:prstGeom prst="roundRect">
            <a:avLst>
              <a:gd name="adj" fmla="val 50000"/>
            </a:avLst>
          </a:prstGeom>
          <a:gradFill flip="none" rotWithShape="1">
            <a:gsLst>
              <a:gs pos="0">
                <a:schemeClr val="accent2">
                  <a:lumMod val="70000"/>
                  <a:lumOff val="30000"/>
                </a:schemeClr>
              </a:gs>
              <a:gs pos="100000">
                <a:schemeClr val="accent2"/>
              </a:gs>
            </a:gsLst>
            <a:path path="rect">
              <a:fillToRect r="100000" b="100000"/>
            </a:path>
            <a:tileRect l="-100000" t="-100000"/>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1400" strike="noStrike" noProof="1" dirty="0">
              <a:latin typeface="Calibri" panose="020F0502020204030204" pitchFamily="34" charset="0"/>
              <a:cs typeface="Calibri" panose="020F0502020204030204" pitchFamily="34" charset="0"/>
            </a:endParaRPr>
          </a:p>
        </p:txBody>
      </p:sp>
      <p:sp>
        <p:nvSpPr>
          <p:cNvPr id="8" name="椭圆 7"/>
          <p:cNvSpPr/>
          <p:nvPr/>
        </p:nvSpPr>
        <p:spPr>
          <a:xfrm>
            <a:off x="4437063" y="1568450"/>
            <a:ext cx="855663" cy="855663"/>
          </a:xfrm>
          <a:prstGeom prst="ellipse">
            <a:avLst/>
          </a:prstGeom>
          <a:gradFill>
            <a:gsLst>
              <a:gs pos="0">
                <a:schemeClr val="accent1">
                  <a:lumMod val="70000"/>
                  <a:lumOff val="30000"/>
                </a:schemeClr>
              </a:gs>
              <a:gs pos="100000">
                <a:schemeClr val="accent1"/>
              </a:gs>
            </a:gsLst>
            <a:path path="rect">
              <a:fillToRect r="100000" b="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en-US" altLang="zh-CN" sz="3200" strike="noStrike" noProof="1" dirty="0">
                <a:effectLst>
                  <a:outerShdw blurRad="50800" dist="38100" dir="2700000" algn="tl" rotWithShape="0">
                    <a:prstClr val="black">
                      <a:alpha val="40000"/>
                    </a:prstClr>
                  </a:outerShdw>
                </a:effectLst>
                <a:latin typeface="Impact" panose="020B0806030902050204" pitchFamily="34" charset="0"/>
              </a:rPr>
              <a:t>2</a:t>
            </a:r>
            <a:endParaRPr lang="zh-CN" altLang="en-US" sz="3200" strike="noStrike" noProof="1" dirty="0">
              <a:effectLst>
                <a:outerShdw blurRad="50800" dist="38100" dir="2700000" algn="tl" rotWithShape="0">
                  <a:prstClr val="black">
                    <a:alpha val="40000"/>
                  </a:prstClr>
                </a:outerShdw>
              </a:effectLst>
              <a:latin typeface="Impact" panose="020B0806030902050204" pitchFamily="34" charset="0"/>
            </a:endParaRPr>
          </a:p>
        </p:txBody>
      </p:sp>
      <p:sp>
        <p:nvSpPr>
          <p:cNvPr id="9" name="椭圆 8"/>
          <p:cNvSpPr/>
          <p:nvPr/>
        </p:nvSpPr>
        <p:spPr>
          <a:xfrm>
            <a:off x="5249863" y="1568450"/>
            <a:ext cx="855663" cy="855663"/>
          </a:xfrm>
          <a:prstGeom prst="ellipse">
            <a:avLst/>
          </a:prstGeom>
          <a:gradFill>
            <a:gsLst>
              <a:gs pos="0">
                <a:schemeClr val="accent2">
                  <a:lumMod val="70000"/>
                  <a:lumOff val="30000"/>
                </a:schemeClr>
              </a:gs>
              <a:gs pos="100000">
                <a:schemeClr val="accent2"/>
              </a:gs>
            </a:gsLst>
            <a:path path="rect">
              <a:fillToRect r="100000" b="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en-US" altLang="zh-CN" sz="3200" strike="noStrike" noProof="1" dirty="0">
                <a:effectLst>
                  <a:outerShdw blurRad="50800" dist="38100" dir="2700000" algn="tl" rotWithShape="0">
                    <a:prstClr val="black">
                      <a:alpha val="40000"/>
                    </a:prstClr>
                  </a:outerShdw>
                </a:effectLst>
                <a:latin typeface="Impact" panose="020B0806030902050204" pitchFamily="34" charset="0"/>
              </a:rPr>
              <a:t>0</a:t>
            </a:r>
            <a:endParaRPr lang="zh-CN" altLang="en-US" sz="3200" strike="noStrike" noProof="1" dirty="0">
              <a:effectLst>
                <a:outerShdw blurRad="50800" dist="38100" dir="2700000" algn="tl" rotWithShape="0">
                  <a:prstClr val="black">
                    <a:alpha val="40000"/>
                  </a:prstClr>
                </a:outerShdw>
              </a:effectLst>
              <a:latin typeface="Impact" panose="020B0806030902050204" pitchFamily="34" charset="0"/>
            </a:endParaRPr>
          </a:p>
        </p:txBody>
      </p:sp>
      <p:sp>
        <p:nvSpPr>
          <p:cNvPr id="10" name="椭圆 9"/>
          <p:cNvSpPr/>
          <p:nvPr/>
        </p:nvSpPr>
        <p:spPr>
          <a:xfrm>
            <a:off x="6062663" y="1568450"/>
            <a:ext cx="855663" cy="855663"/>
          </a:xfrm>
          <a:prstGeom prst="ellipse">
            <a:avLst/>
          </a:prstGeom>
          <a:gradFill>
            <a:gsLst>
              <a:gs pos="0">
                <a:schemeClr val="accent3">
                  <a:lumMod val="70000"/>
                  <a:lumOff val="30000"/>
                </a:schemeClr>
              </a:gs>
              <a:gs pos="100000">
                <a:schemeClr val="accent3"/>
              </a:gs>
            </a:gsLst>
            <a:path path="rect">
              <a:fillToRect r="100000" b="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en-US" altLang="zh-CN" sz="3200" strike="noStrike" noProof="1" dirty="0">
                <a:effectLst>
                  <a:outerShdw blurRad="50800" dist="38100" dir="2700000" algn="tl" rotWithShape="0">
                    <a:prstClr val="black">
                      <a:alpha val="40000"/>
                    </a:prstClr>
                  </a:outerShdw>
                </a:effectLst>
                <a:latin typeface="Impact" panose="020B0806030902050204" pitchFamily="34" charset="0"/>
              </a:rPr>
              <a:t>2</a:t>
            </a:r>
            <a:endParaRPr lang="en-US" altLang="zh-CN" sz="3200" strike="noStrike" noProof="1" dirty="0">
              <a:effectLst>
                <a:outerShdw blurRad="50800" dist="38100" dir="2700000" algn="tl" rotWithShape="0">
                  <a:prstClr val="black">
                    <a:alpha val="40000"/>
                  </a:prstClr>
                </a:outerShdw>
              </a:effectLst>
              <a:latin typeface="Impact" panose="020B0806030902050204" pitchFamily="34" charset="0"/>
            </a:endParaRPr>
          </a:p>
        </p:txBody>
      </p:sp>
      <p:sp>
        <p:nvSpPr>
          <p:cNvPr id="11" name="椭圆 10"/>
          <p:cNvSpPr/>
          <p:nvPr/>
        </p:nvSpPr>
        <p:spPr>
          <a:xfrm>
            <a:off x="6875463" y="1568450"/>
            <a:ext cx="855663" cy="855663"/>
          </a:xfrm>
          <a:prstGeom prst="ellipse">
            <a:avLst/>
          </a:prstGeom>
          <a:gradFill>
            <a:gsLst>
              <a:gs pos="0">
                <a:schemeClr val="accent4">
                  <a:lumMod val="70000"/>
                  <a:lumOff val="30000"/>
                </a:schemeClr>
              </a:gs>
              <a:gs pos="100000">
                <a:schemeClr val="accent4"/>
              </a:gs>
            </a:gsLst>
            <a:path path="rect">
              <a:fillToRect r="100000" b="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en-US" altLang="zh-CN" sz="3200" strike="noStrike" noProof="1" dirty="0">
                <a:effectLst>
                  <a:outerShdw blurRad="50800" dist="38100" dir="2700000" algn="tl" rotWithShape="0">
                    <a:prstClr val="black">
                      <a:alpha val="40000"/>
                    </a:prstClr>
                  </a:outerShdw>
                </a:effectLst>
                <a:latin typeface="Impact" panose="020B0806030902050204" pitchFamily="34" charset="0"/>
              </a:rPr>
              <a:t>5</a:t>
            </a:r>
            <a:endParaRPr lang="en-US" altLang="zh-CN" sz="3200" strike="noStrike" noProof="1" dirty="0">
              <a:effectLst>
                <a:outerShdw blurRad="50800" dist="38100" dir="2700000" algn="tl" rotWithShape="0">
                  <a:prstClr val="black">
                    <a:alpha val="40000"/>
                  </a:prstClr>
                </a:outerShdw>
              </a:effectLst>
              <a:latin typeface="Impact" panose="020B0806030902050204" pitchFamily="34" charset="0"/>
            </a:endParaRPr>
          </a:p>
        </p:txBody>
      </p:sp>
      <p:sp>
        <p:nvSpPr>
          <p:cNvPr id="52232" name="文本框 13"/>
          <p:cNvSpPr txBox="1"/>
          <p:nvPr/>
        </p:nvSpPr>
        <p:spPr>
          <a:xfrm>
            <a:off x="4902200" y="4786313"/>
            <a:ext cx="1882775" cy="368300"/>
          </a:xfrm>
          <a:prstGeom prst="rect">
            <a:avLst/>
          </a:prstGeom>
          <a:noFill/>
          <a:ln w="9525">
            <a:noFill/>
          </a:ln>
        </p:spPr>
        <p:txBody>
          <a:bodyPr wrap="square" anchor="t" anchorCtr="0">
            <a:spAutoFit/>
          </a:bodyPr>
          <a:p>
            <a:r>
              <a:rPr lang="zh-CN" altLang="en-US" dirty="0">
                <a:solidFill>
                  <a:schemeClr val="bg2"/>
                </a:solidFill>
                <a:latin typeface="思源黑体" panose="020B0400000000000000" pitchFamily="34" charset="-122"/>
                <a:ea typeface="思源黑体" panose="020B0400000000000000" pitchFamily="34" charset="-122"/>
                <a:sym typeface="微软雅黑" panose="020B0503020204020204" pitchFamily="34" charset="-122"/>
              </a:rPr>
              <a:t>0571-88486860</a:t>
            </a:r>
            <a:endParaRPr lang="zh-CN" altLang="en-US" dirty="0">
              <a:solidFill>
                <a:schemeClr val="bg2"/>
              </a:solidFill>
              <a:latin typeface="思源黑体" panose="020B0400000000000000" pitchFamily="34" charset="-122"/>
              <a:ea typeface="思源黑体" panose="020B0400000000000000" pitchFamily="34" charset="-122"/>
            </a:endParaRPr>
          </a:p>
        </p:txBody>
      </p:sp>
      <p:pic>
        <p:nvPicPr>
          <p:cNvPr id="52233" name="图片 14" descr="电话"/>
          <p:cNvPicPr>
            <a:picLocks noChangeAspect="1"/>
          </p:cNvPicPr>
          <p:nvPr/>
        </p:nvPicPr>
        <p:blipFill>
          <a:blip r:embed="rId2"/>
          <a:stretch>
            <a:fillRect/>
          </a:stretch>
        </p:blipFill>
        <p:spPr>
          <a:xfrm>
            <a:off x="4621213" y="4800600"/>
            <a:ext cx="322262" cy="322263"/>
          </a:xfrm>
          <a:prstGeom prst="rect">
            <a:avLst/>
          </a:prstGeom>
          <a:noFill/>
          <a:ln w="9525">
            <a:noFill/>
          </a:ln>
        </p:spPr>
      </p:pic>
      <p:sp>
        <p:nvSpPr>
          <p:cNvPr id="52234" name="文本框 15"/>
          <p:cNvSpPr txBox="1"/>
          <p:nvPr/>
        </p:nvSpPr>
        <p:spPr>
          <a:xfrm>
            <a:off x="4902200" y="5164138"/>
            <a:ext cx="2698750" cy="368300"/>
          </a:xfrm>
          <a:prstGeom prst="rect">
            <a:avLst/>
          </a:prstGeom>
          <a:noFill/>
          <a:ln w="9525">
            <a:noFill/>
          </a:ln>
        </p:spPr>
        <p:txBody>
          <a:bodyPr wrap="square" anchor="t" anchorCtr="0">
            <a:spAutoFit/>
          </a:bodyPr>
          <a:p>
            <a:r>
              <a:rPr lang="zh-CN" altLang="en-US" dirty="0">
                <a:solidFill>
                  <a:schemeClr val="bg2"/>
                </a:solidFill>
                <a:latin typeface="思源黑体" panose="020B0400000000000000" pitchFamily="34" charset="-122"/>
                <a:ea typeface="思源黑体" panose="020B0400000000000000" pitchFamily="34" charset="-122"/>
                <a:sym typeface="微软雅黑" panose="020B0503020204020204" pitchFamily="34" charset="-122"/>
              </a:rPr>
              <a:t>1441015010 2359755720</a:t>
            </a:r>
            <a:endParaRPr lang="zh-CN" altLang="en-US" dirty="0">
              <a:solidFill>
                <a:schemeClr val="bg2"/>
              </a:solidFill>
              <a:latin typeface="思源黑体" panose="020B0400000000000000" pitchFamily="34" charset="-122"/>
              <a:ea typeface="思源黑体" panose="020B0400000000000000" pitchFamily="34" charset="-122"/>
            </a:endParaRPr>
          </a:p>
        </p:txBody>
      </p:sp>
      <p:pic>
        <p:nvPicPr>
          <p:cNvPr id="52235" name="图片 16" descr="qq"/>
          <p:cNvPicPr>
            <a:picLocks noChangeAspect="1"/>
          </p:cNvPicPr>
          <p:nvPr/>
        </p:nvPicPr>
        <p:blipFill>
          <a:blip r:embed="rId3"/>
          <a:stretch>
            <a:fillRect/>
          </a:stretch>
        </p:blipFill>
        <p:spPr>
          <a:xfrm>
            <a:off x="4645025" y="5207000"/>
            <a:ext cx="247650" cy="247650"/>
          </a:xfrm>
          <a:prstGeom prst="rect">
            <a:avLst/>
          </a:prstGeom>
          <a:noFill/>
          <a:ln w="9525">
            <a:noFill/>
          </a:ln>
        </p:spPr>
      </p:pic>
      <p:pic>
        <p:nvPicPr>
          <p:cNvPr id="52236" name="图片 17" descr="E律师logo.png"/>
          <p:cNvPicPr>
            <a:picLocks noChangeAspect="1"/>
          </p:cNvPicPr>
          <p:nvPr/>
        </p:nvPicPr>
        <p:blipFill>
          <a:blip r:embed="rId4"/>
          <a:stretch>
            <a:fillRect/>
          </a:stretch>
        </p:blipFill>
        <p:spPr>
          <a:xfrm>
            <a:off x="0" y="76200"/>
            <a:ext cx="1766888" cy="815975"/>
          </a:xfrm>
          <a:prstGeom prst="rect">
            <a:avLst/>
          </a:prstGeom>
          <a:noFill/>
          <a:ln w="9525">
            <a:noFill/>
          </a:ln>
        </p:spPr>
      </p:pic>
      <p:pic>
        <p:nvPicPr>
          <p:cNvPr id="52237" name="图片 18" descr="2"/>
          <p:cNvPicPr>
            <a:picLocks noChangeAspect="1"/>
          </p:cNvPicPr>
          <p:nvPr/>
        </p:nvPicPr>
        <p:blipFill>
          <a:blip r:embed="rId5"/>
          <a:stretch>
            <a:fillRect/>
          </a:stretch>
        </p:blipFill>
        <p:spPr>
          <a:xfrm>
            <a:off x="11244263" y="6446838"/>
            <a:ext cx="804862" cy="204787"/>
          </a:xfrm>
          <a:prstGeom prst="rect">
            <a:avLst/>
          </a:prstGeom>
          <a:noFill/>
          <a:ln w="9525">
            <a:noFill/>
          </a:ln>
        </p:spPr>
      </p:pic>
      <p:pic>
        <p:nvPicPr>
          <p:cNvPr id="52238" name="图片 21" descr="1560234618"/>
          <p:cNvPicPr>
            <a:picLocks noChangeAspect="1"/>
          </p:cNvPicPr>
          <p:nvPr/>
        </p:nvPicPr>
        <p:blipFill>
          <a:blip r:embed="rId6"/>
          <a:stretch>
            <a:fillRect/>
          </a:stretch>
        </p:blipFill>
        <p:spPr>
          <a:xfrm>
            <a:off x="293688" y="4611688"/>
            <a:ext cx="1473200" cy="1473200"/>
          </a:xfrm>
          <a:prstGeom prst="rect">
            <a:avLst/>
          </a:prstGeom>
          <a:noFill/>
          <a:ln w="9525">
            <a:noFill/>
          </a:ln>
        </p:spPr>
      </p:pic>
      <p:sp>
        <p:nvSpPr>
          <p:cNvPr id="52239" name="文本框 23"/>
          <p:cNvSpPr txBox="1"/>
          <p:nvPr/>
        </p:nvSpPr>
        <p:spPr>
          <a:xfrm>
            <a:off x="376238" y="6084888"/>
            <a:ext cx="1249362" cy="306387"/>
          </a:xfrm>
          <a:prstGeom prst="rect">
            <a:avLst/>
          </a:prstGeom>
          <a:noFill/>
          <a:ln w="9525">
            <a:noFill/>
          </a:ln>
        </p:spPr>
        <p:txBody>
          <a:bodyPr wrap="none" anchor="t" anchorCtr="0">
            <a:spAutoFit/>
          </a:bodyPr>
          <a:p>
            <a:r>
              <a:rPr lang="zh-CN" altLang="en-US" sz="1400" dirty="0">
                <a:latin typeface="思源黑体" panose="020B0400000000000000" pitchFamily="34" charset="-122"/>
                <a:ea typeface="思源黑体" panose="020B0400000000000000" pitchFamily="34" charset="-122"/>
                <a:sym typeface="微软雅黑" panose="020B0503020204020204" pitchFamily="34" charset="-122"/>
              </a:rPr>
              <a:t>立即申请试用</a:t>
            </a:r>
            <a:endParaRPr lang="zh-CN" altLang="en-US" sz="1400" dirty="0">
              <a:latin typeface="思源黑体" panose="020B0400000000000000" pitchFamily="34" charset="-122"/>
              <a:ea typeface="思源黑体" panose="020B0400000000000000" pitchFamily="34" charset="-122"/>
              <a:sym typeface="微软雅黑" panose="020B0503020204020204" pitchFamily="34" charset="-122"/>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000000"/>
                                          </p:val>
                                        </p:tav>
                                        <p:tav tm="100000">
                                          <p:val>
                                            <p:strVal val="#ppt_w"/>
                                          </p:val>
                                        </p:tav>
                                      </p:tavLst>
                                    </p:anim>
                                    <p:anim calcmode="lin" valueType="num">
                                      <p:cBhvr>
                                        <p:cTn id="8" dur="500" fill="hold"/>
                                        <p:tgtEl>
                                          <p:spTgt spid="8"/>
                                        </p:tgtEl>
                                        <p:attrNameLst>
                                          <p:attrName>ppt_h</p:attrName>
                                        </p:attrNameLst>
                                      </p:cBhvr>
                                      <p:tavLst>
                                        <p:tav tm="0">
                                          <p:val>
                                            <p:fltVal val="0.000000"/>
                                          </p:val>
                                        </p:tav>
                                        <p:tav tm="100000">
                                          <p:val>
                                            <p:strVal val="#ppt_h"/>
                                          </p:val>
                                        </p:tav>
                                      </p:tavLst>
                                    </p:anim>
                                    <p:anim calcmode="lin" valueType="num">
                                      <p:cBhvr>
                                        <p:cTn id="9" dur="500" fill="hold"/>
                                        <p:tgtEl>
                                          <p:spTgt spid="8"/>
                                        </p:tgtEl>
                                        <p:attrNameLst>
                                          <p:attrName>style.rotation</p:attrName>
                                        </p:attrNameLst>
                                      </p:cBhvr>
                                      <p:tavLst>
                                        <p:tav tm="0">
                                          <p:val>
                                            <p:fltVal val="360.000000"/>
                                          </p:val>
                                        </p:tav>
                                        <p:tav tm="100000">
                                          <p:val>
                                            <p:fltVal val="0.000000"/>
                                          </p:val>
                                        </p:tav>
                                      </p:tavLst>
                                    </p:anim>
                                    <p:animEffect transition="in" filter="fade">
                                      <p:cBhvr>
                                        <p:cTn id="10" dur="500"/>
                                        <p:tgtEl>
                                          <p:spTgt spid="8"/>
                                        </p:tgtEl>
                                      </p:cBhvr>
                                    </p:animEffect>
                                  </p:childTnLst>
                                </p:cTn>
                              </p:par>
                            </p:childTnLst>
                          </p:cTn>
                        </p:par>
                        <p:par>
                          <p:cTn id="11" fill="hold">
                            <p:stCondLst>
                              <p:cond delay="500"/>
                            </p:stCondLst>
                            <p:childTnLst>
                              <p:par>
                                <p:cTn id="12" presetID="49" presetClass="entr" presetSubtype="0" decel="100000" fill="hold" grpId="0" nodeType="afterEffect">
                                  <p:stCondLst>
                                    <p:cond delay="0"/>
                                  </p:stCondLst>
                                  <p:childTnLst>
                                    <p:set>
                                      <p:cBhvr>
                                        <p:cTn id="13" dur="1" fill="hold">
                                          <p:stCondLst>
                                            <p:cond delay="0"/>
                                          </p:stCondLst>
                                        </p:cTn>
                                        <p:tgtEl>
                                          <p:spTgt spid="9"/>
                                        </p:tgtEl>
                                        <p:attrNameLst>
                                          <p:attrName>style.visibility</p:attrName>
                                        </p:attrNameLst>
                                      </p:cBhvr>
                                      <p:to>
                                        <p:strVal val="visible"/>
                                      </p:to>
                                    </p:set>
                                    <p:anim calcmode="lin" valueType="num">
                                      <p:cBhvr>
                                        <p:cTn id="14" dur="500" fill="hold"/>
                                        <p:tgtEl>
                                          <p:spTgt spid="9"/>
                                        </p:tgtEl>
                                        <p:attrNameLst>
                                          <p:attrName>ppt_w</p:attrName>
                                        </p:attrNameLst>
                                      </p:cBhvr>
                                      <p:tavLst>
                                        <p:tav tm="0">
                                          <p:val>
                                            <p:fltVal val="0.000000"/>
                                          </p:val>
                                        </p:tav>
                                        <p:tav tm="100000">
                                          <p:val>
                                            <p:strVal val="#ppt_w"/>
                                          </p:val>
                                        </p:tav>
                                      </p:tavLst>
                                    </p:anim>
                                    <p:anim calcmode="lin" valueType="num">
                                      <p:cBhvr>
                                        <p:cTn id="15" dur="500" fill="hold"/>
                                        <p:tgtEl>
                                          <p:spTgt spid="9"/>
                                        </p:tgtEl>
                                        <p:attrNameLst>
                                          <p:attrName>ppt_h</p:attrName>
                                        </p:attrNameLst>
                                      </p:cBhvr>
                                      <p:tavLst>
                                        <p:tav tm="0">
                                          <p:val>
                                            <p:fltVal val="0.000000"/>
                                          </p:val>
                                        </p:tav>
                                        <p:tav tm="100000">
                                          <p:val>
                                            <p:strVal val="#ppt_h"/>
                                          </p:val>
                                        </p:tav>
                                      </p:tavLst>
                                    </p:anim>
                                    <p:anim calcmode="lin" valueType="num">
                                      <p:cBhvr>
                                        <p:cTn id="16" dur="500" fill="hold"/>
                                        <p:tgtEl>
                                          <p:spTgt spid="9"/>
                                        </p:tgtEl>
                                        <p:attrNameLst>
                                          <p:attrName>style.rotation</p:attrName>
                                        </p:attrNameLst>
                                      </p:cBhvr>
                                      <p:tavLst>
                                        <p:tav tm="0">
                                          <p:val>
                                            <p:fltVal val="360.000000"/>
                                          </p:val>
                                        </p:tav>
                                        <p:tav tm="100000">
                                          <p:val>
                                            <p:fltVal val="0.000000"/>
                                          </p:val>
                                        </p:tav>
                                      </p:tavLst>
                                    </p:anim>
                                    <p:animEffect transition="in" filter="fade">
                                      <p:cBhvr>
                                        <p:cTn id="17" dur="500"/>
                                        <p:tgtEl>
                                          <p:spTgt spid="9"/>
                                        </p:tgtEl>
                                      </p:cBhvr>
                                    </p:animEffect>
                                  </p:childTnLst>
                                </p:cTn>
                              </p:par>
                            </p:childTnLst>
                          </p:cTn>
                        </p:par>
                        <p:par>
                          <p:cTn id="18" fill="hold">
                            <p:stCondLst>
                              <p:cond delay="1000"/>
                            </p:stCondLst>
                            <p:childTnLst>
                              <p:par>
                                <p:cTn id="19" presetID="49" presetClass="entr" presetSubtype="0" decel="100000" fill="hold" grpId="0" nodeType="afterEffect">
                                  <p:stCondLst>
                                    <p:cond delay="0"/>
                                  </p:stCondLst>
                                  <p:childTnLst>
                                    <p:set>
                                      <p:cBhvr>
                                        <p:cTn id="20" dur="1" fill="hold">
                                          <p:stCondLst>
                                            <p:cond delay="0"/>
                                          </p:stCondLst>
                                        </p:cTn>
                                        <p:tgtEl>
                                          <p:spTgt spid="10"/>
                                        </p:tgtEl>
                                        <p:attrNameLst>
                                          <p:attrName>style.visibility</p:attrName>
                                        </p:attrNameLst>
                                      </p:cBhvr>
                                      <p:to>
                                        <p:strVal val="visible"/>
                                      </p:to>
                                    </p:set>
                                    <p:anim calcmode="lin" valueType="num">
                                      <p:cBhvr>
                                        <p:cTn id="21" dur="500" fill="hold"/>
                                        <p:tgtEl>
                                          <p:spTgt spid="10"/>
                                        </p:tgtEl>
                                        <p:attrNameLst>
                                          <p:attrName>ppt_w</p:attrName>
                                        </p:attrNameLst>
                                      </p:cBhvr>
                                      <p:tavLst>
                                        <p:tav tm="0">
                                          <p:val>
                                            <p:fltVal val="0.000000"/>
                                          </p:val>
                                        </p:tav>
                                        <p:tav tm="100000">
                                          <p:val>
                                            <p:strVal val="#ppt_w"/>
                                          </p:val>
                                        </p:tav>
                                      </p:tavLst>
                                    </p:anim>
                                    <p:anim calcmode="lin" valueType="num">
                                      <p:cBhvr>
                                        <p:cTn id="22" dur="500" fill="hold"/>
                                        <p:tgtEl>
                                          <p:spTgt spid="10"/>
                                        </p:tgtEl>
                                        <p:attrNameLst>
                                          <p:attrName>ppt_h</p:attrName>
                                        </p:attrNameLst>
                                      </p:cBhvr>
                                      <p:tavLst>
                                        <p:tav tm="0">
                                          <p:val>
                                            <p:fltVal val="0.000000"/>
                                          </p:val>
                                        </p:tav>
                                        <p:tav tm="100000">
                                          <p:val>
                                            <p:strVal val="#ppt_h"/>
                                          </p:val>
                                        </p:tav>
                                      </p:tavLst>
                                    </p:anim>
                                    <p:anim calcmode="lin" valueType="num">
                                      <p:cBhvr>
                                        <p:cTn id="23" dur="500" fill="hold"/>
                                        <p:tgtEl>
                                          <p:spTgt spid="10"/>
                                        </p:tgtEl>
                                        <p:attrNameLst>
                                          <p:attrName>style.rotation</p:attrName>
                                        </p:attrNameLst>
                                      </p:cBhvr>
                                      <p:tavLst>
                                        <p:tav tm="0">
                                          <p:val>
                                            <p:fltVal val="360.000000"/>
                                          </p:val>
                                        </p:tav>
                                        <p:tav tm="100000">
                                          <p:val>
                                            <p:fltVal val="0.000000"/>
                                          </p:val>
                                        </p:tav>
                                      </p:tavLst>
                                    </p:anim>
                                    <p:animEffect transition="in" filter="fade">
                                      <p:cBhvr>
                                        <p:cTn id="24" dur="500"/>
                                        <p:tgtEl>
                                          <p:spTgt spid="10"/>
                                        </p:tgtEl>
                                      </p:cBhvr>
                                    </p:animEffect>
                                  </p:childTnLst>
                                </p:cTn>
                              </p:par>
                            </p:childTnLst>
                          </p:cTn>
                        </p:par>
                        <p:par>
                          <p:cTn id="25" fill="hold">
                            <p:stCondLst>
                              <p:cond delay="1500"/>
                            </p:stCondLst>
                            <p:childTnLst>
                              <p:par>
                                <p:cTn id="26" presetID="49" presetClass="entr" presetSubtype="0" decel="100000" fill="hold" grpId="0" nodeType="afterEffect">
                                  <p:stCondLst>
                                    <p:cond delay="0"/>
                                  </p:stCondLst>
                                  <p:childTnLst>
                                    <p:set>
                                      <p:cBhvr>
                                        <p:cTn id="27" dur="1" fill="hold">
                                          <p:stCondLst>
                                            <p:cond delay="0"/>
                                          </p:stCondLst>
                                        </p:cTn>
                                        <p:tgtEl>
                                          <p:spTgt spid="11"/>
                                        </p:tgtEl>
                                        <p:attrNameLst>
                                          <p:attrName>style.visibility</p:attrName>
                                        </p:attrNameLst>
                                      </p:cBhvr>
                                      <p:to>
                                        <p:strVal val="visible"/>
                                      </p:to>
                                    </p:set>
                                    <p:anim calcmode="lin" valueType="num">
                                      <p:cBhvr>
                                        <p:cTn id="28" dur="500" fill="hold"/>
                                        <p:tgtEl>
                                          <p:spTgt spid="11"/>
                                        </p:tgtEl>
                                        <p:attrNameLst>
                                          <p:attrName>ppt_w</p:attrName>
                                        </p:attrNameLst>
                                      </p:cBhvr>
                                      <p:tavLst>
                                        <p:tav tm="0">
                                          <p:val>
                                            <p:fltVal val="0.000000"/>
                                          </p:val>
                                        </p:tav>
                                        <p:tav tm="100000">
                                          <p:val>
                                            <p:strVal val="#ppt_w"/>
                                          </p:val>
                                        </p:tav>
                                      </p:tavLst>
                                    </p:anim>
                                    <p:anim calcmode="lin" valueType="num">
                                      <p:cBhvr>
                                        <p:cTn id="29" dur="500" fill="hold"/>
                                        <p:tgtEl>
                                          <p:spTgt spid="11"/>
                                        </p:tgtEl>
                                        <p:attrNameLst>
                                          <p:attrName>ppt_h</p:attrName>
                                        </p:attrNameLst>
                                      </p:cBhvr>
                                      <p:tavLst>
                                        <p:tav tm="0">
                                          <p:val>
                                            <p:fltVal val="0.000000"/>
                                          </p:val>
                                        </p:tav>
                                        <p:tav tm="100000">
                                          <p:val>
                                            <p:strVal val="#ppt_h"/>
                                          </p:val>
                                        </p:tav>
                                      </p:tavLst>
                                    </p:anim>
                                    <p:anim calcmode="lin" valueType="num">
                                      <p:cBhvr>
                                        <p:cTn id="30" dur="500" fill="hold"/>
                                        <p:tgtEl>
                                          <p:spTgt spid="11"/>
                                        </p:tgtEl>
                                        <p:attrNameLst>
                                          <p:attrName>style.rotation</p:attrName>
                                        </p:attrNameLst>
                                      </p:cBhvr>
                                      <p:tavLst>
                                        <p:tav tm="0">
                                          <p:val>
                                            <p:fltVal val="360.000000"/>
                                          </p:val>
                                        </p:tav>
                                        <p:tav tm="100000">
                                          <p:val>
                                            <p:fltVal val="0.000000"/>
                                          </p:val>
                                        </p:tav>
                                      </p:tavLst>
                                    </p:anim>
                                    <p:animEffect transition="in" filter="fade">
                                      <p:cBhvr>
                                        <p:cTn id="31" dur="500"/>
                                        <p:tgtEl>
                                          <p:spTgt spid="11"/>
                                        </p:tgtEl>
                                      </p:cBhvr>
                                    </p:animEffect>
                                  </p:childTnLst>
                                </p:cTn>
                              </p:par>
                            </p:childTnLst>
                          </p:cTn>
                        </p:par>
                        <p:par>
                          <p:cTn id="32" fill="hold">
                            <p:stCondLst>
                              <p:cond delay="2000"/>
                            </p:stCondLst>
                            <p:childTnLst>
                              <p:par>
                                <p:cTn id="33" presetID="56" presetClass="entr" presetSubtype="0" fill="hold" grpId="0" nodeType="afterEffect">
                                  <p:stCondLst>
                                    <p:cond delay="0"/>
                                  </p:stCondLst>
                                  <p:iterate type="lt">
                                    <p:tmPct val="10000"/>
                                  </p:iterate>
                                  <p:childTnLst>
                                    <p:set>
                                      <p:cBhvr>
                                        <p:cTn id="34" dur="1" fill="hold">
                                          <p:stCondLst>
                                            <p:cond delay="0"/>
                                          </p:stCondLst>
                                        </p:cTn>
                                        <p:tgtEl>
                                          <p:spTgt spid="5"/>
                                        </p:tgtEl>
                                        <p:attrNameLst>
                                          <p:attrName>style.visibility</p:attrName>
                                        </p:attrNameLst>
                                      </p:cBhvr>
                                      <p:to>
                                        <p:strVal val="visible"/>
                                      </p:to>
                                    </p:set>
                                    <p:anim by="(-#ppt_w*2)" calcmode="lin" valueType="num">
                                      <p:cBhvr rctx="PPT">
                                        <p:cTn id="35" dur="500" autoRev="1" fill="hold">
                                          <p:stCondLst>
                                            <p:cond delay="0"/>
                                          </p:stCondLst>
                                        </p:cTn>
                                        <p:tgtEl>
                                          <p:spTgt spid="5"/>
                                        </p:tgtEl>
                                        <p:attrNameLst>
                                          <p:attrName>ppt_w</p:attrName>
                                        </p:attrNameLst>
                                      </p:cBhvr>
                                    </p:anim>
                                    <p:anim by="(#ppt_w*0.50)" calcmode="lin" valueType="num">
                                      <p:cBhvr>
                                        <p:cTn id="36" dur="500" decel="50000" autoRev="1" fill="hold">
                                          <p:stCondLst>
                                            <p:cond delay="0"/>
                                          </p:stCondLst>
                                        </p:cTn>
                                        <p:tgtEl>
                                          <p:spTgt spid="5"/>
                                        </p:tgtEl>
                                        <p:attrNameLst>
                                          <p:attrName>ppt_x</p:attrName>
                                        </p:attrNameLst>
                                      </p:cBhvr>
                                    </p:anim>
                                    <p:anim from="(-#ppt_h/2)" to="(#ppt_y)" calcmode="lin" valueType="num">
                                      <p:cBhvr>
                                        <p:cTn id="37" dur="1000" fill="hold">
                                          <p:stCondLst>
                                            <p:cond delay="0"/>
                                          </p:stCondLst>
                                        </p:cTn>
                                        <p:tgtEl>
                                          <p:spTgt spid="5"/>
                                        </p:tgtEl>
                                        <p:attrNameLst>
                                          <p:attrName>ppt_y</p:attrName>
                                        </p:attrNameLst>
                                      </p:cBhvr>
                                    </p:anim>
                                    <p:animRot by="21600000">
                                      <p:cBhvr>
                                        <p:cTn id="38" dur="1000" fill="hold">
                                          <p:stCondLst>
                                            <p:cond delay="0"/>
                                          </p:stCondLst>
                                        </p:cTn>
                                        <p:tgtEl>
                                          <p:spTgt spid="5"/>
                                        </p:tgtEl>
                                        <p:attrNameLst>
                                          <p:attrName>r</p:attrName>
                                        </p:attrNameLst>
                                      </p:cBhvr>
                                    </p:animRot>
                                  </p:childTnLst>
                                </p:cTn>
                              </p:par>
                            </p:childTnLst>
                          </p:cTn>
                        </p:par>
                        <p:par>
                          <p:cTn id="39" fill="hold">
                            <p:stCondLst>
                              <p:cond delay="3299"/>
                            </p:stCondLst>
                            <p:childTnLst>
                              <p:par>
                                <p:cTn id="40" presetID="53" presetClass="entr" presetSubtype="16" fill="hold" grpId="0" nodeType="afterEffect">
                                  <p:stCondLst>
                                    <p:cond delay="0"/>
                                  </p:stCondLst>
                                  <p:childTnLst>
                                    <p:set>
                                      <p:cBhvr>
                                        <p:cTn id="41" dur="1" fill="hold">
                                          <p:stCondLst>
                                            <p:cond delay="0"/>
                                          </p:stCondLst>
                                        </p:cTn>
                                        <p:tgtEl>
                                          <p:spTgt spid="6"/>
                                        </p:tgtEl>
                                        <p:attrNameLst>
                                          <p:attrName>style.visibility</p:attrName>
                                        </p:attrNameLst>
                                      </p:cBhvr>
                                      <p:to>
                                        <p:strVal val="visible"/>
                                      </p:to>
                                    </p:set>
                                    <p:anim calcmode="lin" valueType="num">
                                      <p:cBhvr>
                                        <p:cTn id="42" dur="500" fill="hold"/>
                                        <p:tgtEl>
                                          <p:spTgt spid="6"/>
                                        </p:tgtEl>
                                        <p:attrNameLst>
                                          <p:attrName>ppt_w</p:attrName>
                                        </p:attrNameLst>
                                      </p:cBhvr>
                                      <p:tavLst>
                                        <p:tav tm="0">
                                          <p:val>
                                            <p:fltVal val="0.000000"/>
                                          </p:val>
                                        </p:tav>
                                        <p:tav tm="100000">
                                          <p:val>
                                            <p:strVal val="#ppt_w"/>
                                          </p:val>
                                        </p:tav>
                                      </p:tavLst>
                                    </p:anim>
                                    <p:anim calcmode="lin" valueType="num">
                                      <p:cBhvr>
                                        <p:cTn id="43" dur="500" fill="hold"/>
                                        <p:tgtEl>
                                          <p:spTgt spid="6"/>
                                        </p:tgtEl>
                                        <p:attrNameLst>
                                          <p:attrName>ppt_h</p:attrName>
                                        </p:attrNameLst>
                                      </p:cBhvr>
                                      <p:tavLst>
                                        <p:tav tm="0">
                                          <p:val>
                                            <p:fltVal val="0.000000"/>
                                          </p:val>
                                        </p:tav>
                                        <p:tav tm="100000">
                                          <p:val>
                                            <p:strVal val="#ppt_h"/>
                                          </p:val>
                                        </p:tav>
                                      </p:tavLst>
                                    </p:anim>
                                    <p:animEffect transition="in" filter="fade">
                                      <p:cBhvr>
                                        <p:cTn id="4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bldLvl="0" animBg="1"/>
      <p:bldP spid="8" grpId="0" animBg="1"/>
      <p:bldP spid="9" grpId="0" animBg="1"/>
      <p:bldP spid="10" grpId="0" animBg="1"/>
      <p:bldP spid="11" grpId="0" animBg="1"/>
    </p:bldLst>
  </p:timing>
</p:sld>
</file>

<file path=ppt/tags/tag1.xml><?xml version="1.0" encoding="utf-8"?>
<p:tagLst xmlns:p="http://schemas.openxmlformats.org/presentationml/2006/main">
  <p:tag name="PA" val="v4.3.1"/>
</p:tagLst>
</file>

<file path=ppt/tags/tag2.xml><?xml version="1.0" encoding="utf-8"?>
<p:tagLst xmlns:p="http://schemas.openxmlformats.org/presentationml/2006/main">
  <p:tag name="PA" val="v4.3.1"/>
</p:tagLst>
</file>

<file path=ppt/tags/tag3.xml><?xml version="1.0" encoding="utf-8"?>
<p:tagLst xmlns:p="http://schemas.openxmlformats.org/presentationml/2006/main">
  <p:tag name="PA" val="v4.3.1"/>
</p:tagLst>
</file>

<file path=ppt/tags/tag4.xml><?xml version="1.0" encoding="utf-8"?>
<p:tagLst xmlns:p="http://schemas.openxmlformats.org/presentationml/2006/main">
  <p:tag name="PA" val="v4.3.1"/>
</p:tagLst>
</file>

<file path=ppt/tags/tag5.xml><?xml version="1.0" encoding="utf-8"?>
<p:tagLst xmlns:p="http://schemas.openxmlformats.org/presentationml/2006/main">
  <p:tag name="PA" val="v4.3.1"/>
</p:tagLst>
</file>

<file path=ppt/tags/tag6.xml><?xml version="1.0" encoding="utf-8"?>
<p:tagLst xmlns:p="http://schemas.openxmlformats.org/presentationml/2006/main">
  <p:tag name="PA" val="v4.3.1"/>
</p:tagLst>
</file>

<file path=ppt/tags/tag7.xml><?xml version="1.0" encoding="utf-8"?>
<p:tagLst xmlns:p="http://schemas.openxmlformats.org/presentationml/2006/main">
  <p:tag name="PA" val="v4.3.1"/>
</p:tagLst>
</file>

<file path=ppt/tags/tag8.xml><?xml version="1.0" encoding="utf-8"?>
<p:tagLst xmlns:p="http://schemas.openxmlformats.org/presentationml/2006/main">
  <p:tag name="PA" val="v4.3.1"/>
</p:tagLst>
</file>

<file path=ppt/tags/tag9.xml><?xml version="1.0" encoding="utf-8"?>
<p:tagLst xmlns:p="http://schemas.openxmlformats.org/presentationml/2006/main">
  <p:tag name="PA" val="v4.3.1"/>
</p:tagLst>
</file>

<file path=ppt/tags/tag10.xml><?xml version="1.0" encoding="utf-8"?>
<p:tagLst xmlns:p="http://schemas.openxmlformats.org/presentationml/2006/main">
  <p:tag name="PA" val="v4.3.1"/>
</p:tagLst>
</file>

<file path=ppt/tags/tag11.xml><?xml version="1.0" encoding="utf-8"?>
<p:tagLst xmlns:p="http://schemas.openxmlformats.org/presentationml/2006/main">
  <p:tag name="PA" val="v4.3.1"/>
</p:tagLst>
</file>

<file path=ppt/tags/tag12.xml><?xml version="1.0" encoding="utf-8"?>
<p:tagLst xmlns:p="http://schemas.openxmlformats.org/presentationml/2006/main">
  <p:tag name="PA" val="v4.3.1"/>
</p:tagLst>
</file>

<file path=ppt/tags/tag13.xml><?xml version="1.0" encoding="utf-8"?>
<p:tagLst xmlns:p="http://schemas.openxmlformats.org/presentationml/2006/main">
  <p:tag name="PA" val="v4.3.1"/>
</p:tagLst>
</file>

<file path=ppt/tags/tag14.xml><?xml version="1.0" encoding="utf-8"?>
<p:tagLst xmlns:p="http://schemas.openxmlformats.org/presentationml/2006/main">
  <p:tag name="PA" val="v4.3.1"/>
</p:tagLst>
</file>

<file path=ppt/tags/tag15.xml><?xml version="1.0" encoding="utf-8"?>
<p:tagLst xmlns:p="http://schemas.openxmlformats.org/presentationml/2006/main">
  <p:tag name="PA" val="v4.3.1"/>
</p:tagLst>
</file>

<file path=ppt/tags/tag16.xml><?xml version="1.0" encoding="utf-8"?>
<p:tagLst xmlns:p="http://schemas.openxmlformats.org/presentationml/2006/main">
  <p:tag name="PA" val="v4.3.1"/>
</p:tagLst>
</file>

<file path=ppt/tags/tag17.xml><?xml version="1.0" encoding="utf-8"?>
<p:tagLst xmlns:p="http://schemas.openxmlformats.org/presentationml/2006/main">
  <p:tag name="PA" val="v4.3.1"/>
</p:tagLst>
</file>

<file path=ppt/tags/tag18.xml><?xml version="1.0" encoding="utf-8"?>
<p:tagLst xmlns:p="http://schemas.openxmlformats.org/presentationml/2006/main">
  <p:tag name="PA" val="v4.3.1"/>
</p:tagLst>
</file>

<file path=ppt/tags/tag19.xml><?xml version="1.0" encoding="utf-8"?>
<p:tagLst xmlns:p="http://schemas.openxmlformats.org/presentationml/2006/main">
  <p:tag name="PA" val="v4.3.1"/>
</p:tagLst>
</file>

<file path=ppt/tags/tag20.xml><?xml version="1.0" encoding="utf-8"?>
<p:tagLst xmlns:p="http://schemas.openxmlformats.org/presentationml/2006/main">
  <p:tag name="PA" val="v4.3.1"/>
</p:tagLst>
</file>

<file path=ppt/tags/tag21.xml><?xml version="1.0" encoding="utf-8"?>
<p:tagLst xmlns:p="http://schemas.openxmlformats.org/presentationml/2006/main">
  <p:tag name="PA" val="v4.3.1"/>
</p:tagLst>
</file>

<file path=ppt/tags/tag22.xml><?xml version="1.0" encoding="utf-8"?>
<p:tagLst xmlns:p="http://schemas.openxmlformats.org/presentationml/2006/main">
  <p:tag name="PA" val="v4.3.1"/>
</p:tagLst>
</file>

<file path=ppt/tags/tag23.xml><?xml version="1.0" encoding="utf-8"?>
<p:tagLst xmlns:p="http://schemas.openxmlformats.org/presentationml/2006/main">
  <p:tag name="PA" val="v4.3.1"/>
</p:tagLst>
</file>

<file path=ppt/tags/tag24.xml><?xml version="1.0" encoding="utf-8"?>
<p:tagLst xmlns:p="http://schemas.openxmlformats.org/presentationml/2006/main">
  <p:tag name="PA" val="v4.3.1"/>
</p:tagLst>
</file>

<file path=ppt/tags/tag25.xml><?xml version="1.0" encoding="utf-8"?>
<p:tagLst xmlns:p="http://schemas.openxmlformats.org/presentationml/2006/main">
  <p:tag name="PA" val="v4.3.1"/>
</p:tagLst>
</file>

<file path=ppt/tags/tag26.xml><?xml version="1.0" encoding="utf-8"?>
<p:tagLst xmlns:p="http://schemas.openxmlformats.org/presentationml/2006/main">
  <p:tag name="PA" val="v4.3.1"/>
</p:tagLst>
</file>

<file path=ppt/tags/tag27.xml><?xml version="1.0" encoding="utf-8"?>
<p:tagLst xmlns:p="http://schemas.openxmlformats.org/presentationml/2006/main">
  <p:tag name="PA" val="v4.3.1"/>
</p:tagLst>
</file>

<file path=ppt/tags/tag28.xml><?xml version="1.0" encoding="utf-8"?>
<p:tagLst xmlns:p="http://schemas.openxmlformats.org/presentationml/2006/main">
  <p:tag name="PA" val="v4.3.1"/>
</p:tagLst>
</file>

<file path=ppt/tags/tag29.xml><?xml version="1.0" encoding="utf-8"?>
<p:tagLst xmlns:p="http://schemas.openxmlformats.org/presentationml/2006/main">
  <p:tag name="PA" val="v4.3.1"/>
</p:tagLst>
</file>

<file path=ppt/tags/tag30.xml><?xml version="1.0" encoding="utf-8"?>
<p:tagLst xmlns:p="http://schemas.openxmlformats.org/presentationml/2006/main">
  <p:tag name="PA" val="v4.3.1"/>
</p:tagLst>
</file>

<file path=ppt/tags/tag31.xml><?xml version="1.0" encoding="utf-8"?>
<p:tagLst xmlns:p="http://schemas.openxmlformats.org/presentationml/2006/main">
  <p:tag name="PA" val="v4.3.1"/>
</p:tagLst>
</file>

<file path=ppt/tags/tag32.xml><?xml version="1.0" encoding="utf-8"?>
<p:tagLst xmlns:p="http://schemas.openxmlformats.org/presentationml/2006/main">
  <p:tag name="PA" val="v4.3.1"/>
</p:tagLst>
</file>

<file path=ppt/tags/tag33.xml><?xml version="1.0" encoding="utf-8"?>
<p:tagLst xmlns:p="http://schemas.openxmlformats.org/presentationml/2006/main">
  <p:tag name="PA" val="v4.3.1"/>
</p:tagLst>
</file>

<file path=ppt/tags/tag34.xml><?xml version="1.0" encoding="utf-8"?>
<p:tagLst xmlns:p="http://schemas.openxmlformats.org/presentationml/2006/main">
  <p:tag name="PA" val="v4.3.1"/>
</p:tagLst>
</file>

<file path=ppt/tags/tag35.xml><?xml version="1.0" encoding="utf-8"?>
<p:tagLst xmlns:p="http://schemas.openxmlformats.org/presentationml/2006/main">
  <p:tag name="PA" val="v4.3.1"/>
</p:tagLst>
</file>

<file path=ppt/tags/tag36.xml><?xml version="1.0" encoding="utf-8"?>
<p:tagLst xmlns:p="http://schemas.openxmlformats.org/presentationml/2006/main">
  <p:tag name="PA" val="v4.3.1"/>
</p:tagLst>
</file>

<file path=ppt/tags/tag37.xml><?xml version="1.0" encoding="utf-8"?>
<p:tagLst xmlns:p="http://schemas.openxmlformats.org/presentationml/2006/main">
  <p:tag name="PA" val="v4.3.1"/>
</p:tagLst>
</file>

<file path=ppt/tags/tag38.xml><?xml version="1.0" encoding="utf-8"?>
<p:tagLst xmlns:p="http://schemas.openxmlformats.org/presentationml/2006/main">
  <p:tag name="KSO_WM_TAG_VERSION" val="1.0"/>
  <p:tag name="KSO_WM_BEAUTIFY_FLAG" val="#wm#"/>
  <p:tag name="KSO_WM_TEMPLATE_CATEGORY" val="diagram"/>
  <p:tag name="KSO_WM_TEMPLATE_INDEX" val="721"/>
  <p:tag name="KSO_WM_UNIT_TYPE" val="l_h_f"/>
  <p:tag name="KSO_WM_UNIT_INDEX" val="1_2_1"/>
  <p:tag name="KSO_WM_UNIT_ID" val="diagram721_3*l_h_f*1_2_1"/>
  <p:tag name="KSO_WM_UNIT_CLEAR" val="1"/>
  <p:tag name="KSO_WM_UNIT_LAYERLEVEL" val="1_1_1"/>
  <p:tag name="KSO_WM_UNIT_VALUE" val="27"/>
  <p:tag name="KSO_WM_UNIT_HIGHLIGHT" val="0"/>
  <p:tag name="KSO_WM_UNIT_COMPATIBLE" val="0"/>
  <p:tag name="KSO_WM_UNIT_PRESET_TEXT_INDEX" val="4"/>
  <p:tag name="KSO_WM_UNIT_PRESET_TEXT_LEN" val="26"/>
  <p:tag name="KSO_WM_DIAGRAM_GROUP_CODE" val="l1-1"/>
  <p:tag name="KSO_WM_UNIT_FILL_FORE_SCHEMECOLOR_INDEX" val="5"/>
  <p:tag name="KSO_WM_UNIT_FILL_TYPE" val="1"/>
  <p:tag name="KSO_WM_UNIT_TEXT_FILL_FORE_SCHEMECOLOR_INDEX" val="14"/>
  <p:tag name="KSO_WM_UNIT_TEXT_FILL_TYPE" val="1"/>
  <p:tag name="KSO_WM_UNIT_DIAGRAM_SCHEMECOLOR_ID" val="6"/>
</p:tagLst>
</file>

<file path=ppt/tags/tag39.xml><?xml version="1.0" encoding="utf-8"?>
<p:tagLst xmlns:p="http://schemas.openxmlformats.org/presentationml/2006/main">
  <p:tag name="KSO_WM_TAG_VERSION" val="1.0"/>
  <p:tag name="KSO_WM_BEAUTIFY_FLAG" val="#wm#"/>
  <p:tag name="KSO_WM_TEMPLATE_CATEGORY" val="diagram"/>
  <p:tag name="KSO_WM_TEMPLATE_INDEX" val="721"/>
  <p:tag name="KSO_WM_UNIT_TYPE" val="l_i"/>
  <p:tag name="KSO_WM_UNIT_INDEX" val="1_3"/>
  <p:tag name="KSO_WM_UNIT_ID" val="diagram721_3*l_i*1_3"/>
  <p:tag name="KSO_WM_UNIT_CLEAR" val="1"/>
  <p:tag name="KSO_WM_UNIT_LAYERLEVEL" val="1_1"/>
  <p:tag name="KSO_WM_DIAGRAM_GROUP_CODE" val="l1-1"/>
  <p:tag name="KSO_WM_UNIT_FILL_FORE_SCHEMECOLOR_INDEX" val="6"/>
  <p:tag name="KSO_WM_UNIT_FILL_TYPE" val="1"/>
  <p:tag name="KSO_WM_UNIT_TEXT_FILL_FORE_SCHEMECOLOR_INDEX" val="2"/>
  <p:tag name="KSO_WM_UNIT_TEXT_FILL_TYPE" val="1"/>
  <p:tag name="KSO_WM_UNIT_DIAGRAM_SCHEMECOLOR_ID" val="6"/>
</p:tagLst>
</file>

<file path=ppt/tags/tag40.xml><?xml version="1.0" encoding="utf-8"?>
<p:tagLst xmlns:p="http://schemas.openxmlformats.org/presentationml/2006/main">
  <p:tag name="KSO_WM_TAG_VERSION" val="1.0"/>
  <p:tag name="KSO_WM_BEAUTIFY_FLAG" val="#wm#"/>
  <p:tag name="KSO_WM_TEMPLATE_CATEGORY" val="diagram"/>
  <p:tag name="KSO_WM_TEMPLATE_INDEX" val="721"/>
  <p:tag name="KSO_WM_UNIT_TYPE" val="l_i"/>
  <p:tag name="KSO_WM_UNIT_INDEX" val="1_4"/>
  <p:tag name="KSO_WM_UNIT_ID" val="diagram721_3*l_i*1_4"/>
  <p:tag name="KSO_WM_UNIT_CLEAR" val="1"/>
  <p:tag name="KSO_WM_UNIT_LAYERLEVEL" val="1_1"/>
  <p:tag name="KSO_WM_DIAGRAM_GROUP_CODE" val="l1-1"/>
  <p:tag name="KSO_WM_UNIT_FILL_FORE_SCHEMECOLOR_INDEX" val="14"/>
  <p:tag name="KSO_WM_UNIT_FILL_TYPE" val="1"/>
  <p:tag name="KSO_WM_UNIT_TEXT_FILL_FORE_SCHEMECOLOR_INDEX" val="6"/>
  <p:tag name="KSO_WM_UNIT_TEXT_FILL_TYPE" val="1"/>
  <p:tag name="KSO_WM_UNIT_DIAGRAM_SCHEMECOLOR_ID" val="6"/>
</p:tagLst>
</file>

<file path=ppt/tags/tag41.xml><?xml version="1.0" encoding="utf-8"?>
<p:tagLst xmlns:p="http://schemas.openxmlformats.org/presentationml/2006/main">
  <p:tag name="KSO_WM_TAG_VERSION" val="1.0"/>
  <p:tag name="KSO_WM_BEAUTIFY_FLAG" val="#wm#"/>
  <p:tag name="KSO_WM_TEMPLATE_CATEGORY" val="diagram"/>
  <p:tag name="KSO_WM_TEMPLATE_INDEX" val="721"/>
  <p:tag name="KSO_WM_UNIT_TYPE" val="l_h_f"/>
  <p:tag name="KSO_WM_UNIT_INDEX" val="1_3_1"/>
  <p:tag name="KSO_WM_UNIT_ID" val="diagram721_3*l_h_f*1_3_1"/>
  <p:tag name="KSO_WM_UNIT_CLEAR" val="1"/>
  <p:tag name="KSO_WM_UNIT_LAYERLEVEL" val="1_1_1"/>
  <p:tag name="KSO_WM_UNIT_VALUE" val="27"/>
  <p:tag name="KSO_WM_UNIT_HIGHLIGHT" val="0"/>
  <p:tag name="KSO_WM_UNIT_COMPATIBLE" val="0"/>
  <p:tag name="KSO_WM_UNIT_PRESET_TEXT_INDEX" val="4"/>
  <p:tag name="KSO_WM_UNIT_PRESET_TEXT_LEN" val="26"/>
  <p:tag name="KSO_WM_DIAGRAM_GROUP_CODE" val="l1-1"/>
  <p:tag name="KSO_WM_UNIT_FILL_FORE_SCHEMECOLOR_INDEX" val="5"/>
  <p:tag name="KSO_WM_UNIT_FILL_TYPE" val="1"/>
  <p:tag name="KSO_WM_UNIT_TEXT_FILL_FORE_SCHEMECOLOR_INDEX" val="14"/>
  <p:tag name="KSO_WM_UNIT_TEXT_FILL_TYPE" val="1"/>
  <p:tag name="KSO_WM_UNIT_DIAGRAM_SCHEMECOLOR_ID" val="6"/>
</p:tagLst>
</file>

<file path=ppt/tags/tag42.xml><?xml version="1.0" encoding="utf-8"?>
<p:tagLst xmlns:p="http://schemas.openxmlformats.org/presentationml/2006/main">
  <p:tag name="KSO_WM_TAG_VERSION" val="1.0"/>
  <p:tag name="KSO_WM_BEAUTIFY_FLAG" val="#wm#"/>
  <p:tag name="KSO_WM_TEMPLATE_CATEGORY" val="diagram"/>
  <p:tag name="KSO_WM_TEMPLATE_INDEX" val="721"/>
  <p:tag name="KSO_WM_UNIT_TYPE" val="l_i"/>
  <p:tag name="KSO_WM_UNIT_INDEX" val="1_5"/>
  <p:tag name="KSO_WM_UNIT_ID" val="diagram721_3*l_i*1_5"/>
  <p:tag name="KSO_WM_UNIT_CLEAR" val="1"/>
  <p:tag name="KSO_WM_UNIT_LAYERLEVEL" val="1_1"/>
  <p:tag name="KSO_WM_DIAGRAM_GROUP_CODE" val="l1-1"/>
  <p:tag name="KSO_WM_UNIT_FILL_FORE_SCHEMECOLOR_INDEX" val="6"/>
  <p:tag name="KSO_WM_UNIT_FILL_TYPE" val="1"/>
  <p:tag name="KSO_WM_UNIT_TEXT_FILL_FORE_SCHEMECOLOR_INDEX" val="2"/>
  <p:tag name="KSO_WM_UNIT_TEXT_FILL_TYPE" val="1"/>
  <p:tag name="KSO_WM_UNIT_DIAGRAM_SCHEMECOLOR_ID" val="6"/>
</p:tagLst>
</file>

<file path=ppt/tags/tag43.xml><?xml version="1.0" encoding="utf-8"?>
<p:tagLst xmlns:p="http://schemas.openxmlformats.org/presentationml/2006/main">
  <p:tag name="KSO_WM_TAG_VERSION" val="1.0"/>
  <p:tag name="KSO_WM_BEAUTIFY_FLAG" val="#wm#"/>
  <p:tag name="KSO_WM_TEMPLATE_CATEGORY" val="diagram"/>
  <p:tag name="KSO_WM_TEMPLATE_INDEX" val="721"/>
  <p:tag name="KSO_WM_UNIT_TYPE" val="l_i"/>
  <p:tag name="KSO_WM_UNIT_INDEX" val="1_6"/>
  <p:tag name="KSO_WM_UNIT_ID" val="diagram721_3*l_i*1_6"/>
  <p:tag name="KSO_WM_UNIT_CLEAR" val="1"/>
  <p:tag name="KSO_WM_UNIT_LAYERLEVEL" val="1_1"/>
  <p:tag name="KSO_WM_DIAGRAM_GROUP_CODE" val="l1-1"/>
  <p:tag name="KSO_WM_UNIT_FILL_FORE_SCHEMECOLOR_INDEX" val="14"/>
  <p:tag name="KSO_WM_UNIT_FILL_TYPE" val="1"/>
  <p:tag name="KSO_WM_UNIT_TEXT_FILL_FORE_SCHEMECOLOR_INDEX" val="6"/>
  <p:tag name="KSO_WM_UNIT_TEXT_FILL_TYPE" val="1"/>
  <p:tag name="KSO_WM_UNIT_DIAGRAM_SCHEMECOLOR_ID" val="6"/>
</p:tagLst>
</file>

<file path=ppt/tags/tag44.xml><?xml version="1.0" encoding="utf-8"?>
<p:tagLst xmlns:p="http://schemas.openxmlformats.org/presentationml/2006/main">
  <p:tag name="KSO_WM_TAG_VERSION" val="1.0"/>
  <p:tag name="KSO_WM_BEAUTIFY_FLAG" val="#wm#"/>
  <p:tag name="KSO_WM_TEMPLATE_CATEGORY" val="diagram"/>
  <p:tag name="KSO_WM_TEMPLATE_INDEX" val="680"/>
  <p:tag name="KSO_WM_UNIT_TYPE" val="l_h_a"/>
  <p:tag name="KSO_WM_UNIT_INDEX" val="1_1_1"/>
  <p:tag name="KSO_WM_UNIT_ID" val="diagram680_1*l_h_a*1_1_1"/>
  <p:tag name="KSO_WM_UNIT_CLEAR" val="1"/>
  <p:tag name="KSO_WM_UNIT_LAYERLEVEL" val="1_1_1"/>
  <p:tag name="KSO_WM_UNIT_VALUE" val="10"/>
  <p:tag name="KSO_WM_UNIT_HIGHLIGHT" val="0"/>
  <p:tag name="KSO_WM_UNIT_COMPATIBLE" val="0"/>
  <p:tag name="KSO_WM_UNIT_PRESET_TEXT_INDEX" val="4"/>
  <p:tag name="KSO_WM_UNIT_PRESET_TEXT_LEN" val="12"/>
  <p:tag name="KSO_WM_DIAGRAM_GROUP_CODE" val="l1-1"/>
  <p:tag name="KSO_WM_UNIT_FILL_FORE_SCHEMECOLOR_INDEX" val="5"/>
  <p:tag name="KSO_WM_UNIT_FILL_TYPE" val="1"/>
  <p:tag name="KSO_WM_UNIT_TEXT_FILL_FORE_SCHEMECOLOR_INDEX" val="14"/>
  <p:tag name="KSO_WM_UNIT_TEXT_FILL_TYPE" val="1"/>
  <p:tag name="KSO_WM_UNIT_DIAGRAM_SCHEMECOLOR_ID" val="6"/>
</p:tagLst>
</file>

<file path=ppt/tags/tag45.xml><?xml version="1.0" encoding="utf-8"?>
<p:tagLst xmlns:p="http://schemas.openxmlformats.org/presentationml/2006/main">
  <p:tag name="KSO_WM_TAG_VERSION" val="1.0"/>
  <p:tag name="KSO_WM_BEAUTIFY_FLAG" val="#wm#"/>
  <p:tag name="KSO_WM_TEMPLATE_CATEGORY" val="diagram"/>
  <p:tag name="KSO_WM_TEMPLATE_INDEX" val="680"/>
  <p:tag name="KSO_WM_UNIT_TYPE" val="l_i"/>
  <p:tag name="KSO_WM_UNIT_INDEX" val="1_1"/>
  <p:tag name="KSO_WM_UNIT_ID" val="diagram680_1*l_i*1_1"/>
  <p:tag name="KSO_WM_UNIT_CLEAR" val="1"/>
  <p:tag name="KSO_WM_UNIT_LAYERLEVEL" val="1_1"/>
  <p:tag name="KSO_WM_DIAGRAM_GROUP_CODE" val="l1-1"/>
  <p:tag name="KSO_WM_UNIT_FILL_FORE_SCHEMECOLOR_INDEX" val="5"/>
  <p:tag name="KSO_WM_UNIT_FILL_TYPE" val="1"/>
  <p:tag name="KSO_WM_UNIT_TEXT_FILL_FORE_SCHEMECOLOR_INDEX" val="14"/>
  <p:tag name="KSO_WM_UNIT_TEXT_FILL_TYPE" val="1"/>
</p:tagLst>
</file>

<file path=ppt/tags/tag46.xml><?xml version="1.0" encoding="utf-8"?>
<p:tagLst xmlns:p="http://schemas.openxmlformats.org/presentationml/2006/main">
  <p:tag name="KSO_WM_TAG_VERSION" val="1.0"/>
  <p:tag name="KSO_WM_BEAUTIFY_FLAG" val="#wm#"/>
  <p:tag name="KSO_WM_TEMPLATE_CATEGORY" val="diagram"/>
  <p:tag name="KSO_WM_TEMPLATE_INDEX" val="680"/>
  <p:tag name="KSO_WM_UNIT_TYPE" val="l_h_a"/>
  <p:tag name="KSO_WM_UNIT_INDEX" val="1_2_1"/>
  <p:tag name="KSO_WM_UNIT_ID" val="diagram680_1*l_h_a*1_2_1"/>
  <p:tag name="KSO_WM_UNIT_CLEAR" val="1"/>
  <p:tag name="KSO_WM_UNIT_LAYERLEVEL" val="1_1_1"/>
  <p:tag name="KSO_WM_UNIT_VALUE" val="10"/>
  <p:tag name="KSO_WM_UNIT_HIGHLIGHT" val="0"/>
  <p:tag name="KSO_WM_UNIT_COMPATIBLE" val="0"/>
  <p:tag name="KSO_WM_UNIT_PRESET_TEXT_INDEX" val="4"/>
  <p:tag name="KSO_WM_UNIT_PRESET_TEXT_LEN" val="12"/>
  <p:tag name="KSO_WM_DIAGRAM_GROUP_CODE" val="l1-1"/>
  <p:tag name="KSO_WM_UNIT_FILL_FORE_SCHEMECOLOR_INDEX" val="6"/>
  <p:tag name="KSO_WM_UNIT_FILL_TYPE" val="1"/>
  <p:tag name="KSO_WM_UNIT_TEXT_FILL_FORE_SCHEMECOLOR_INDEX" val="14"/>
  <p:tag name="KSO_WM_UNIT_TEXT_FILL_TYPE" val="1"/>
  <p:tag name="KSO_WM_UNIT_DIAGRAM_SCHEMECOLOR_ID" val="6"/>
</p:tagLst>
</file>

<file path=ppt/tags/tag47.xml><?xml version="1.0" encoding="utf-8"?>
<p:tagLst xmlns:p="http://schemas.openxmlformats.org/presentationml/2006/main">
  <p:tag name="KSO_WM_TAG_VERSION" val="1.0"/>
  <p:tag name="KSO_WM_BEAUTIFY_FLAG" val="#wm#"/>
  <p:tag name="KSO_WM_TEMPLATE_CATEGORY" val="diagram"/>
  <p:tag name="KSO_WM_TEMPLATE_INDEX" val="680"/>
  <p:tag name="KSO_WM_UNIT_TYPE" val="l_i"/>
  <p:tag name="KSO_WM_UNIT_INDEX" val="1_2"/>
  <p:tag name="KSO_WM_UNIT_ID" val="diagram680_1*l_i*1_2"/>
  <p:tag name="KSO_WM_UNIT_CLEAR" val="1"/>
  <p:tag name="KSO_WM_UNIT_LAYERLEVEL" val="1_1"/>
  <p:tag name="KSO_WM_DIAGRAM_GROUP_CODE" val="l1-1"/>
  <p:tag name="KSO_WM_UNIT_FILL_FORE_SCHEMECOLOR_INDEX" val="6"/>
  <p:tag name="KSO_WM_UNIT_FILL_TYPE" val="1"/>
  <p:tag name="KSO_WM_UNIT_TEXT_FILL_FORE_SCHEMECOLOR_INDEX" val="14"/>
  <p:tag name="KSO_WM_UNIT_TEXT_FILL_TYPE" val="1"/>
</p:tagLst>
</file>

<file path=ppt/tags/tag48.xml><?xml version="1.0" encoding="utf-8"?>
<p:tagLst xmlns:p="http://schemas.openxmlformats.org/presentationml/2006/main">
  <p:tag name="KSO_WM_TAG_VERSION" val="1.0"/>
  <p:tag name="KSO_WM_BEAUTIFY_FLAG" val="#wm#"/>
  <p:tag name="KSO_WM_TEMPLATE_CATEGORY" val="diagram"/>
  <p:tag name="KSO_WM_TEMPLATE_INDEX" val="680"/>
  <p:tag name="KSO_WM_UNIT_TYPE" val="l_h_a"/>
  <p:tag name="KSO_WM_UNIT_INDEX" val="1_3_1"/>
  <p:tag name="KSO_WM_UNIT_ID" val="diagram680_1*l_h_a*1_3_1"/>
  <p:tag name="KSO_WM_UNIT_CLEAR" val="1"/>
  <p:tag name="KSO_WM_UNIT_LAYERLEVEL" val="1_1_1"/>
  <p:tag name="KSO_WM_UNIT_VALUE" val="10"/>
  <p:tag name="KSO_WM_UNIT_HIGHLIGHT" val="0"/>
  <p:tag name="KSO_WM_UNIT_COMPATIBLE" val="0"/>
  <p:tag name="KSO_WM_UNIT_PRESET_TEXT_INDEX" val="4"/>
  <p:tag name="KSO_WM_UNIT_PRESET_TEXT_LEN" val="12"/>
  <p:tag name="KSO_WM_DIAGRAM_GROUP_CODE" val="l1-1"/>
  <p:tag name="KSO_WM_UNIT_FILL_FORE_SCHEMECOLOR_INDEX" val="7"/>
  <p:tag name="KSO_WM_UNIT_FILL_TYPE" val="1"/>
  <p:tag name="KSO_WM_UNIT_TEXT_FILL_FORE_SCHEMECOLOR_INDEX" val="14"/>
  <p:tag name="KSO_WM_UNIT_TEXT_FILL_TYPE" val="1"/>
  <p:tag name="KSO_WM_UNIT_DIAGRAM_SCHEMECOLOR_ID" val="6"/>
</p:tagLst>
</file>

<file path=ppt/tags/tag49.xml><?xml version="1.0" encoding="utf-8"?>
<p:tagLst xmlns:p="http://schemas.openxmlformats.org/presentationml/2006/main">
  <p:tag name="KSO_WM_TAG_VERSION" val="1.0"/>
  <p:tag name="KSO_WM_BEAUTIFY_FLAG" val="#wm#"/>
  <p:tag name="KSO_WM_TEMPLATE_CATEGORY" val="diagram"/>
  <p:tag name="KSO_WM_TEMPLATE_INDEX" val="680"/>
  <p:tag name="KSO_WM_UNIT_TYPE" val="l_i"/>
  <p:tag name="KSO_WM_UNIT_INDEX" val="1_3"/>
  <p:tag name="KSO_WM_UNIT_ID" val="diagram680_1*l_i*1_3"/>
  <p:tag name="KSO_WM_UNIT_CLEAR" val="1"/>
  <p:tag name="KSO_WM_UNIT_LAYERLEVEL" val="1_1"/>
  <p:tag name="KSO_WM_DIAGRAM_GROUP_CODE" val="l1-1"/>
  <p:tag name="KSO_WM_UNIT_FILL_FORE_SCHEMECOLOR_INDEX" val="7"/>
  <p:tag name="KSO_WM_UNIT_FILL_TYPE" val="1"/>
  <p:tag name="KSO_WM_UNIT_TEXT_FILL_FORE_SCHEMECOLOR_INDEX" val="14"/>
  <p:tag name="KSO_WM_UNIT_TEXT_FILL_TYPE" val="1"/>
</p:tagLst>
</file>

<file path=ppt/tags/tag50.xml><?xml version="1.0" encoding="utf-8"?>
<p:tagLst xmlns:p="http://schemas.openxmlformats.org/presentationml/2006/main">
  <p:tag name="KSO_WM_TAG_VERSION" val="1.0"/>
  <p:tag name="KSO_WM_BEAUTIFY_FLAG" val="#wm#"/>
  <p:tag name="KSO_WM_TEMPLATE_CATEGORY" val="diagram"/>
  <p:tag name="KSO_WM_TEMPLATE_INDEX" val="680"/>
  <p:tag name="KSO_WM_UNIT_TYPE" val="l_h_a"/>
  <p:tag name="KSO_WM_UNIT_INDEX" val="1_4_1"/>
  <p:tag name="KSO_WM_UNIT_ID" val="diagram680_1*l_h_a*1_4_1"/>
  <p:tag name="KSO_WM_UNIT_CLEAR" val="1"/>
  <p:tag name="KSO_WM_UNIT_LAYERLEVEL" val="1_1_1"/>
  <p:tag name="KSO_WM_UNIT_VALUE" val="10"/>
  <p:tag name="KSO_WM_UNIT_HIGHLIGHT" val="0"/>
  <p:tag name="KSO_WM_UNIT_COMPATIBLE" val="0"/>
  <p:tag name="KSO_WM_UNIT_PRESET_TEXT_INDEX" val="4"/>
  <p:tag name="KSO_WM_UNIT_PRESET_TEXT_LEN" val="12"/>
  <p:tag name="KSO_WM_DIAGRAM_GROUP_CODE" val="l1-1"/>
  <p:tag name="KSO_WM_UNIT_FILL_FORE_SCHEMECOLOR_INDEX" val="5"/>
  <p:tag name="KSO_WM_UNIT_FILL_TYPE" val="1"/>
  <p:tag name="KSO_WM_UNIT_TEXT_FILL_FORE_SCHEMECOLOR_INDEX" val="14"/>
  <p:tag name="KSO_WM_UNIT_TEXT_FILL_TYPE" val="1"/>
  <p:tag name="KSO_WM_UNIT_DIAGRAM_SCHEMECOLOR_ID" val="6"/>
</p:tagLst>
</file>

<file path=ppt/tags/tag51.xml><?xml version="1.0" encoding="utf-8"?>
<p:tagLst xmlns:p="http://schemas.openxmlformats.org/presentationml/2006/main">
  <p:tag name="KSO_WM_TAG_VERSION" val="1.0"/>
  <p:tag name="KSO_WM_BEAUTIFY_FLAG" val="#wm#"/>
  <p:tag name="KSO_WM_TEMPLATE_CATEGORY" val="diagram"/>
  <p:tag name="KSO_WM_TEMPLATE_INDEX" val="680"/>
  <p:tag name="KSO_WM_UNIT_TYPE" val="l_i"/>
  <p:tag name="KSO_WM_UNIT_INDEX" val="1_4"/>
  <p:tag name="KSO_WM_UNIT_ID" val="diagram680_1*l_i*1_4"/>
  <p:tag name="KSO_WM_UNIT_CLEAR" val="1"/>
  <p:tag name="KSO_WM_UNIT_LAYERLEVEL" val="1_1"/>
  <p:tag name="KSO_WM_DIAGRAM_GROUP_CODE" val="l1-1"/>
  <p:tag name="KSO_WM_UNIT_FILL_FORE_SCHEMECOLOR_INDEX" val="5"/>
  <p:tag name="KSO_WM_UNIT_FILL_TYPE" val="1"/>
  <p:tag name="KSO_WM_UNIT_TEXT_FILL_FORE_SCHEMECOLOR_INDEX" val="14"/>
  <p:tag name="KSO_WM_UNIT_TEXT_FILL_TYPE" val="1"/>
</p:tagLst>
</file>

<file path=ppt/tags/tag52.xml><?xml version="1.0" encoding="utf-8"?>
<p:tagLst xmlns:p="http://schemas.openxmlformats.org/presentationml/2006/main">
  <p:tag name="KSO_WM_TAG_VERSION" val="1.0"/>
  <p:tag name="KSO_WM_BEAUTIFY_FLAG" val="#wm#"/>
  <p:tag name="KSO_WM_TEMPLATE_CATEGORY" val="diagram"/>
  <p:tag name="KSO_WM_TEMPLATE_INDEX" val="680"/>
  <p:tag name="KSO_WM_UNIT_TYPE" val="l_h_a"/>
  <p:tag name="KSO_WM_UNIT_INDEX" val="1_5_1"/>
  <p:tag name="KSO_WM_UNIT_ID" val="diagram680_1*l_h_a*1_5_1"/>
  <p:tag name="KSO_WM_UNIT_CLEAR" val="1"/>
  <p:tag name="KSO_WM_UNIT_LAYERLEVEL" val="1_1_1"/>
  <p:tag name="KSO_WM_UNIT_VALUE" val="10"/>
  <p:tag name="KSO_WM_UNIT_HIGHLIGHT" val="0"/>
  <p:tag name="KSO_WM_UNIT_COMPATIBLE" val="0"/>
  <p:tag name="KSO_WM_UNIT_PRESET_TEXT_INDEX" val="4"/>
  <p:tag name="KSO_WM_UNIT_PRESET_TEXT_LEN" val="12"/>
  <p:tag name="KSO_WM_DIAGRAM_GROUP_CODE" val="l1-1"/>
  <p:tag name="KSO_WM_UNIT_FILL_FORE_SCHEMECOLOR_INDEX" val="6"/>
  <p:tag name="KSO_WM_UNIT_FILL_TYPE" val="1"/>
  <p:tag name="KSO_WM_UNIT_TEXT_FILL_FORE_SCHEMECOLOR_INDEX" val="14"/>
  <p:tag name="KSO_WM_UNIT_TEXT_FILL_TYPE" val="1"/>
  <p:tag name="KSO_WM_UNIT_DIAGRAM_SCHEMECOLOR_ID" val="6"/>
</p:tagLst>
</file>

<file path=ppt/tags/tag53.xml><?xml version="1.0" encoding="utf-8"?>
<p:tagLst xmlns:p="http://schemas.openxmlformats.org/presentationml/2006/main">
  <p:tag name="KSO_WM_TAG_VERSION" val="1.0"/>
  <p:tag name="KSO_WM_BEAUTIFY_FLAG" val="#wm#"/>
  <p:tag name="KSO_WM_TEMPLATE_CATEGORY" val="diagram"/>
  <p:tag name="KSO_WM_TEMPLATE_INDEX" val="680"/>
  <p:tag name="KSO_WM_UNIT_TYPE" val="l_i"/>
  <p:tag name="KSO_WM_UNIT_INDEX" val="1_5"/>
  <p:tag name="KSO_WM_UNIT_ID" val="diagram680_1*l_i*1_5"/>
  <p:tag name="KSO_WM_UNIT_CLEAR" val="1"/>
  <p:tag name="KSO_WM_UNIT_LAYERLEVEL" val="1_1"/>
  <p:tag name="KSO_WM_DIAGRAM_GROUP_CODE" val="l1-1"/>
  <p:tag name="KSO_WM_UNIT_FILL_FORE_SCHEMECOLOR_INDEX" val="6"/>
  <p:tag name="KSO_WM_UNIT_FILL_TYPE" val="1"/>
  <p:tag name="KSO_WM_UNIT_TEXT_FILL_FORE_SCHEMECOLOR_INDEX" val="14"/>
  <p:tag name="KSO_WM_UNIT_TEXT_FILL_TYPE" val="1"/>
</p:tagLst>
</file>

<file path=ppt/tags/tag54.xml><?xml version="1.0" encoding="utf-8"?>
<p:tagLst xmlns:p="http://schemas.openxmlformats.org/presentationml/2006/main">
  <p:tag name="KSO_WM_TAG_VERSION" val="1.0"/>
  <p:tag name="KSO_WM_BEAUTIFY_FLAG" val="#wm#"/>
  <p:tag name="KSO_WM_TEMPLATE_CATEGORY" val="diagram"/>
  <p:tag name="KSO_WM_TEMPLATE_INDEX" val="680"/>
  <p:tag name="KSO_WM_UNIT_TYPE" val="l_h_a"/>
  <p:tag name="KSO_WM_UNIT_INDEX" val="1_6_1"/>
  <p:tag name="KSO_WM_UNIT_ID" val="diagram680_1*l_h_a*1_6_1"/>
  <p:tag name="KSO_WM_UNIT_CLEAR" val="1"/>
  <p:tag name="KSO_WM_UNIT_LAYERLEVEL" val="1_1_1"/>
  <p:tag name="KSO_WM_UNIT_VALUE" val="10"/>
  <p:tag name="KSO_WM_UNIT_HIGHLIGHT" val="0"/>
  <p:tag name="KSO_WM_UNIT_COMPATIBLE" val="0"/>
  <p:tag name="KSO_WM_UNIT_PRESET_TEXT_INDEX" val="4"/>
  <p:tag name="KSO_WM_UNIT_PRESET_TEXT_LEN" val="12"/>
  <p:tag name="KSO_WM_DIAGRAM_GROUP_CODE" val="l1-1"/>
  <p:tag name="KSO_WM_UNIT_FILL_FORE_SCHEMECOLOR_INDEX" val="7"/>
  <p:tag name="KSO_WM_UNIT_FILL_TYPE" val="1"/>
  <p:tag name="KSO_WM_UNIT_TEXT_FILL_FORE_SCHEMECOLOR_INDEX" val="14"/>
  <p:tag name="KSO_WM_UNIT_TEXT_FILL_TYPE" val="1"/>
  <p:tag name="KSO_WM_UNIT_DIAGRAM_SCHEMECOLOR_ID" val="6"/>
</p:tagLst>
</file>

<file path=ppt/tags/tag55.xml><?xml version="1.0" encoding="utf-8"?>
<p:tagLst xmlns:p="http://schemas.openxmlformats.org/presentationml/2006/main">
  <p:tag name="KSO_WM_TAG_VERSION" val="1.0"/>
  <p:tag name="KSO_WM_BEAUTIFY_FLAG" val="#wm#"/>
  <p:tag name="KSO_WM_TEMPLATE_CATEGORY" val="diagram"/>
  <p:tag name="KSO_WM_TEMPLATE_INDEX" val="680"/>
  <p:tag name="KSO_WM_UNIT_TYPE" val="l_i"/>
  <p:tag name="KSO_WM_UNIT_INDEX" val="1_6"/>
  <p:tag name="KSO_WM_UNIT_ID" val="diagram680_1*l_i*1_6"/>
  <p:tag name="KSO_WM_UNIT_CLEAR" val="1"/>
  <p:tag name="KSO_WM_UNIT_LAYERLEVEL" val="1_1"/>
  <p:tag name="KSO_WM_DIAGRAM_GROUP_CODE" val="l1-1"/>
  <p:tag name="KSO_WM_UNIT_FILL_FORE_SCHEMECOLOR_INDEX" val="7"/>
  <p:tag name="KSO_WM_UNIT_FILL_TYPE" val="1"/>
  <p:tag name="KSO_WM_UNIT_TEXT_FILL_FORE_SCHEMECOLOR_INDEX" val="14"/>
  <p:tag name="KSO_WM_UNIT_TEXT_FILL_TYPE" val="1"/>
</p:tagLst>
</file>

<file path=ppt/tags/tag56.xml><?xml version="1.0" encoding="utf-8"?>
<p:tagLst xmlns:p="http://schemas.openxmlformats.org/presentationml/2006/main">
  <p:tag name="KSO_WM_TAG_VERSION" val="1.0"/>
  <p:tag name="KSO_WM_BEAUTIFY_FLAG" val="#wm#"/>
  <p:tag name="KSO_WM_TEMPLATE_CATEGORY" val="diagram"/>
  <p:tag name="KSO_WM_TEMPLATE_INDEX" val="680"/>
  <p:tag name="KSO_WM_UNIT_TYPE" val="l_h_a"/>
  <p:tag name="KSO_WM_UNIT_INDEX" val="1_1_1"/>
  <p:tag name="KSO_WM_UNIT_ID" val="diagram680_1*l_h_a*1_1_1"/>
  <p:tag name="KSO_WM_UNIT_CLEAR" val="1"/>
  <p:tag name="KSO_WM_UNIT_LAYERLEVEL" val="1_1_1"/>
  <p:tag name="KSO_WM_UNIT_VALUE" val="10"/>
  <p:tag name="KSO_WM_UNIT_HIGHLIGHT" val="0"/>
  <p:tag name="KSO_WM_UNIT_COMPATIBLE" val="0"/>
  <p:tag name="KSO_WM_UNIT_PRESET_TEXT_INDEX" val="4"/>
  <p:tag name="KSO_WM_UNIT_PRESET_TEXT_LEN" val="12"/>
  <p:tag name="KSO_WM_DIAGRAM_GROUP_CODE" val="l1-1"/>
  <p:tag name="KSO_WM_UNIT_FILL_FORE_SCHEMECOLOR_INDEX" val="5"/>
  <p:tag name="KSO_WM_UNIT_FILL_TYPE" val="1"/>
  <p:tag name="KSO_WM_UNIT_TEXT_FILL_FORE_SCHEMECOLOR_INDEX" val="14"/>
  <p:tag name="KSO_WM_UNIT_TEXT_FILL_TYPE" val="1"/>
  <p:tag name="KSO_WM_UNIT_DIAGRAM_SCHEMECOLOR_ID" val="6"/>
</p:tagLst>
</file>

<file path=ppt/tags/tag57.xml><?xml version="1.0" encoding="utf-8"?>
<p:tagLst xmlns:p="http://schemas.openxmlformats.org/presentationml/2006/main">
  <p:tag name="KSO_WM_TAG_VERSION" val="1.0"/>
  <p:tag name="KSO_WM_BEAUTIFY_FLAG" val="#wm#"/>
  <p:tag name="KSO_WM_TEMPLATE_CATEGORY" val="diagram"/>
  <p:tag name="KSO_WM_TEMPLATE_INDEX" val="680"/>
  <p:tag name="KSO_WM_UNIT_TYPE" val="l_i"/>
  <p:tag name="KSO_WM_UNIT_INDEX" val="1_1"/>
  <p:tag name="KSO_WM_UNIT_ID" val="diagram680_1*l_i*1_1"/>
  <p:tag name="KSO_WM_UNIT_CLEAR" val="1"/>
  <p:tag name="KSO_WM_UNIT_LAYERLEVEL" val="1_1"/>
  <p:tag name="KSO_WM_DIAGRAM_GROUP_CODE" val="l1-1"/>
  <p:tag name="KSO_WM_UNIT_FILL_FORE_SCHEMECOLOR_INDEX" val="5"/>
  <p:tag name="KSO_WM_UNIT_FILL_TYPE" val="1"/>
  <p:tag name="KSO_WM_UNIT_TEXT_FILL_FORE_SCHEMECOLOR_INDEX" val="14"/>
  <p:tag name="KSO_WM_UNIT_TEXT_FILL_TYPE" val="1"/>
</p:tagLst>
</file>

<file path=ppt/tags/tag58.xml><?xml version="1.0" encoding="utf-8"?>
<p:tagLst xmlns:p="http://schemas.openxmlformats.org/presentationml/2006/main">
  <p:tag name="KSO_WM_TAG_VERSION" val="1.0"/>
  <p:tag name="KSO_WM_BEAUTIFY_FLAG" val="#wm#"/>
  <p:tag name="KSO_WM_TEMPLATE_CATEGORY" val="diagram"/>
  <p:tag name="KSO_WM_TEMPLATE_INDEX" val="721"/>
  <p:tag name="KSO_WM_UNIT_TYPE" val="l_i"/>
  <p:tag name="KSO_WM_UNIT_INDEX" val="1_3"/>
  <p:tag name="KSO_WM_UNIT_ID" val="diagram721_3*l_i*1_3"/>
  <p:tag name="KSO_WM_UNIT_CLEAR" val="1"/>
  <p:tag name="KSO_WM_UNIT_LAYERLEVEL" val="1_1"/>
  <p:tag name="KSO_WM_DIAGRAM_GROUP_CODE" val="l1-1"/>
  <p:tag name="KSO_WM_UNIT_FILL_FORE_SCHEMECOLOR_INDEX" val="6"/>
  <p:tag name="KSO_WM_UNIT_FILL_TYPE" val="1"/>
  <p:tag name="KSO_WM_UNIT_TEXT_FILL_FORE_SCHEMECOLOR_INDEX" val="2"/>
  <p:tag name="KSO_WM_UNIT_TEXT_FILL_TYPE" val="1"/>
  <p:tag name="KSO_WM_UNIT_DIAGRAM_SCHEMECOLOR_ID" val="6"/>
</p:tagLst>
</file>

<file path=ppt/tags/tag59.xml><?xml version="1.0" encoding="utf-8"?>
<p:tagLst xmlns:p="http://schemas.openxmlformats.org/presentationml/2006/main">
  <p:tag name="KSO_WM_TAG_VERSION" val="1.0"/>
  <p:tag name="KSO_WM_BEAUTIFY_FLAG" val="#wm#"/>
  <p:tag name="KSO_WM_TEMPLATE_CATEGORY" val="diagram"/>
  <p:tag name="KSO_WM_TEMPLATE_INDEX" val="721"/>
  <p:tag name="KSO_WM_UNIT_TYPE" val="l_h_f"/>
  <p:tag name="KSO_WM_UNIT_INDEX" val="1_1_1"/>
  <p:tag name="KSO_WM_UNIT_ID" val="diagram721_3*l_h_f*1_1_1"/>
  <p:tag name="KSO_WM_UNIT_CLEAR" val="1"/>
  <p:tag name="KSO_WM_UNIT_LAYERLEVEL" val="1_1_1"/>
  <p:tag name="KSO_WM_UNIT_VALUE" val="27"/>
  <p:tag name="KSO_WM_UNIT_HIGHLIGHT" val="0"/>
  <p:tag name="KSO_WM_UNIT_COMPATIBLE" val="0"/>
  <p:tag name="KSO_WM_UNIT_PRESET_TEXT_INDEX" val="4"/>
  <p:tag name="KSO_WM_UNIT_PRESET_TEXT_LEN" val="26"/>
  <p:tag name="KSO_WM_DIAGRAM_GROUP_CODE" val="l1-1"/>
  <p:tag name="KSO_WM_UNIT_FILL_FORE_SCHEMECOLOR_INDEX" val="5"/>
  <p:tag name="KSO_WM_UNIT_FILL_TYPE" val="1"/>
  <p:tag name="KSO_WM_UNIT_TEXT_FILL_FORE_SCHEMECOLOR_INDEX" val="14"/>
  <p:tag name="KSO_WM_UNIT_TEXT_FILL_TYPE" val="1"/>
  <p:tag name="KSO_WM_UNIT_DIAGRAM_SCHEMECOLOR_ID" val="6"/>
</p:tagLst>
</file>

<file path=ppt/tags/tag60.xml><?xml version="1.0" encoding="utf-8"?>
<p:tagLst xmlns:p="http://schemas.openxmlformats.org/presentationml/2006/main">
  <p:tag name="KSO_WM_TAG_VERSION" val="1.0"/>
  <p:tag name="KSO_WM_BEAUTIFY_FLAG" val="#wm#"/>
  <p:tag name="KSO_WM_TEMPLATE_CATEGORY" val="diagram"/>
  <p:tag name="KSO_WM_TEMPLATE_INDEX" val="721"/>
  <p:tag name="KSO_WM_UNIT_TYPE" val="l_i"/>
  <p:tag name="KSO_WM_UNIT_INDEX" val="1_2"/>
  <p:tag name="KSO_WM_UNIT_ID" val="diagram721_3*l_i*1_2"/>
  <p:tag name="KSO_WM_UNIT_CLEAR" val="1"/>
  <p:tag name="KSO_WM_UNIT_LAYERLEVEL" val="1_1"/>
  <p:tag name="KSO_WM_DIAGRAM_GROUP_CODE" val="l1-1"/>
  <p:tag name="KSO_WM_UNIT_FILL_FORE_SCHEMECOLOR_INDEX" val="14"/>
  <p:tag name="KSO_WM_UNIT_FILL_TYPE" val="1"/>
  <p:tag name="KSO_WM_UNIT_TEXT_FILL_FORE_SCHEMECOLOR_INDEX" val="6"/>
  <p:tag name="KSO_WM_UNIT_TEXT_FILL_TYPE" val="1"/>
  <p:tag name="KSO_WM_UNIT_DIAGRAM_SCHEMECOLOR_ID" val="6"/>
</p:tagLst>
</file>

<file path=ppt/tags/tag61.xml><?xml version="1.0" encoding="utf-8"?>
<p:tagLst xmlns:p="http://schemas.openxmlformats.org/presentationml/2006/main">
  <p:tag name="PA" val="v4.3.1"/>
</p:tagLst>
</file>

<file path=ppt/tags/tag62.xml><?xml version="1.0" encoding="utf-8"?>
<p:tagLst xmlns:p="http://schemas.openxmlformats.org/presentationml/2006/main">
  <p:tag name="PA" val="v4.3.1"/>
</p:tagLst>
</file>

<file path=ppt/tags/tag63.xml><?xml version="1.0" encoding="utf-8"?>
<p:tagLst xmlns:p="http://schemas.openxmlformats.org/presentationml/2006/main">
  <p:tag name="PA" val="v4.3.1"/>
</p:tagLst>
</file>

<file path=ppt/tags/tag64.xml><?xml version="1.0" encoding="utf-8"?>
<p:tagLst xmlns:p="http://schemas.openxmlformats.org/presentationml/2006/main">
  <p:tag name="PA" val="v4.3.1"/>
</p:tagLst>
</file>

<file path=ppt/tags/tag65.xml><?xml version="1.0" encoding="utf-8"?>
<p:tagLst xmlns:p="http://schemas.openxmlformats.org/presentationml/2006/main">
  <p:tag name="ISLIDE TOOLS.GUIDESSETTING" val="{&quot;Id&quot;:&quot;GuidesStyle_Normal&quot;,&quot;Name&quot;:&quot;正常&quot;,&quot;HeaderHeight&quot;:10.0,&quot;FooterHeight&quot;:4.0,&quot;SideMargin&quot;:3.0,&quot;TopMargin&quot;:3.0,&quot;BottomMargin&quot;:3.0,&quot;IntervalMargin&quot;:3.0}"/>
  <p:tag name="commondata" val="eyJoZGlkIjoiZjIwMDdjZTQ2OGM4ZDc2YzQwMjNkYzRlODA0ZDRiNjEifQ=="/>
</p:tagLst>
</file>

<file path=ppt/theme/theme1.xml><?xml version="1.0" encoding="utf-8"?>
<a:theme xmlns:a="http://schemas.openxmlformats.org/drawingml/2006/main" name="第一PPT，www.1ppt.com">
  <a:themeElements>
    <a:clrScheme name="islide色">
      <a:dk1>
        <a:srgbClr val="000000"/>
      </a:dk1>
      <a:lt1>
        <a:srgbClr val="FFFFFF"/>
      </a:lt1>
      <a:dk2>
        <a:srgbClr val="768395"/>
      </a:dk2>
      <a:lt2>
        <a:srgbClr val="F0F0F0"/>
      </a:lt2>
      <a:accent1>
        <a:srgbClr val="4A4F4F"/>
      </a:accent1>
      <a:accent2>
        <a:srgbClr val="F44F54"/>
      </a:accent2>
      <a:accent3>
        <a:srgbClr val="4A4F4F"/>
      </a:accent3>
      <a:accent4>
        <a:srgbClr val="91969B"/>
      </a:accent4>
      <a:accent5>
        <a:srgbClr val="4A4F4F"/>
      </a:accent5>
      <a:accent6>
        <a:srgbClr val="91969B"/>
      </a:accent6>
      <a:hlink>
        <a:srgbClr val="4A4F4F"/>
      </a:hlink>
      <a:folHlink>
        <a:srgbClr val="BFBFBF"/>
      </a:folHlink>
    </a:clrScheme>
    <a:fontScheme name="Arial+微软雅黑">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w="0">
          <a:noFill/>
        </a:ln>
      </a:spPr>
      <a:bodyPr rot="0" spcFirstLastPara="0" vertOverflow="overflow" horzOverflow="overflow" vert="horz" wrap="square" lIns="91440" tIns="45720" rIns="91440" bIns="45720" numCol="1" spcCol="0" rtlCol="0" fromWordArt="0" anchor="ctr" anchorCtr="0" forceAA="0" compatLnSpc="1">
        <a:normAutofit/>
      </a:bodyPr>
      <a:lstStyle>
        <a:defPPr algn="ctr">
          <a:defRPr dirty="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nchor="ctr" anchorCtr="0">
        <a:spAutoFit/>
      </a:bodyPr>
      <a:lstStyle>
        <a:defPPr algn="l">
          <a:defRPr dirty="0" smtClean="0"/>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islide色">
    <a:dk1>
      <a:srgbClr val="000000"/>
    </a:dk1>
    <a:lt1>
      <a:srgbClr val="FFFFFF"/>
    </a:lt1>
    <a:dk2>
      <a:srgbClr val="768395"/>
    </a:dk2>
    <a:lt2>
      <a:srgbClr val="F0F0F0"/>
    </a:lt2>
    <a:accent1>
      <a:srgbClr val="4A4F4F"/>
    </a:accent1>
    <a:accent2>
      <a:srgbClr val="F44F54"/>
    </a:accent2>
    <a:accent3>
      <a:srgbClr val="4A4F4F"/>
    </a:accent3>
    <a:accent4>
      <a:srgbClr val="91969B"/>
    </a:accent4>
    <a:accent5>
      <a:srgbClr val="4A4F4F"/>
    </a:accent5>
    <a:accent6>
      <a:srgbClr val="91969B"/>
    </a:accent6>
    <a:hlink>
      <a:srgbClr val="4A4F4F"/>
    </a:hlink>
    <a:folHlink>
      <a:srgbClr val="BFBFBF"/>
    </a:folHlink>
  </a:clrScheme>
</a:themeOverride>
</file>

<file path=ppt/theme/themeOverride2.xml><?xml version="1.0" encoding="utf-8"?>
<a:themeOverride xmlns:a="http://schemas.openxmlformats.org/drawingml/2006/main">
  <a:clrScheme name="islide色">
    <a:dk1>
      <a:srgbClr val="000000"/>
    </a:dk1>
    <a:lt1>
      <a:srgbClr val="FFFFFF"/>
    </a:lt1>
    <a:dk2>
      <a:srgbClr val="768395"/>
    </a:dk2>
    <a:lt2>
      <a:srgbClr val="F0F0F0"/>
    </a:lt2>
    <a:accent1>
      <a:srgbClr val="4A4F4F"/>
    </a:accent1>
    <a:accent2>
      <a:srgbClr val="F44F54"/>
    </a:accent2>
    <a:accent3>
      <a:srgbClr val="4A4F4F"/>
    </a:accent3>
    <a:accent4>
      <a:srgbClr val="91969B"/>
    </a:accent4>
    <a:accent5>
      <a:srgbClr val="4A4F4F"/>
    </a:accent5>
    <a:accent6>
      <a:srgbClr val="91969B"/>
    </a:accent6>
    <a:hlink>
      <a:srgbClr val="4A4F4F"/>
    </a:hlink>
    <a:folHlink>
      <a:srgbClr val="BFBFBF"/>
    </a:folHlink>
  </a:clrScheme>
</a:themeOverride>
</file>

<file path=ppt/theme/themeOverride3.xml><?xml version="1.0" encoding="utf-8"?>
<a:themeOverride xmlns:a="http://schemas.openxmlformats.org/drawingml/2006/main">
  <a:clrScheme name="islide色">
    <a:dk1>
      <a:srgbClr val="000000"/>
    </a:dk1>
    <a:lt1>
      <a:srgbClr val="FFFFFF"/>
    </a:lt1>
    <a:dk2>
      <a:srgbClr val="768395"/>
    </a:dk2>
    <a:lt2>
      <a:srgbClr val="F0F0F0"/>
    </a:lt2>
    <a:accent1>
      <a:srgbClr val="4A4F4F"/>
    </a:accent1>
    <a:accent2>
      <a:srgbClr val="F44F54"/>
    </a:accent2>
    <a:accent3>
      <a:srgbClr val="4A4F4F"/>
    </a:accent3>
    <a:accent4>
      <a:srgbClr val="91969B"/>
    </a:accent4>
    <a:accent5>
      <a:srgbClr val="4A4F4F"/>
    </a:accent5>
    <a:accent6>
      <a:srgbClr val="91969B"/>
    </a:accent6>
    <a:hlink>
      <a:srgbClr val="4A4F4F"/>
    </a:hlink>
    <a:folHlink>
      <a:srgbClr val="BFBFBF"/>
    </a:folHlink>
  </a:clrScheme>
</a:themeOverride>
</file>

<file path=ppt/theme/themeOverride4.xml><?xml version="1.0" encoding="utf-8"?>
<a:themeOverride xmlns:a="http://schemas.openxmlformats.org/drawingml/2006/main">
  <a:clrScheme name="islide色">
    <a:dk1>
      <a:srgbClr val="000000"/>
    </a:dk1>
    <a:lt1>
      <a:srgbClr val="FFFFFF"/>
    </a:lt1>
    <a:dk2>
      <a:srgbClr val="768395"/>
    </a:dk2>
    <a:lt2>
      <a:srgbClr val="F0F0F0"/>
    </a:lt2>
    <a:accent1>
      <a:srgbClr val="4A4F4F"/>
    </a:accent1>
    <a:accent2>
      <a:srgbClr val="F44F54"/>
    </a:accent2>
    <a:accent3>
      <a:srgbClr val="4A4F4F"/>
    </a:accent3>
    <a:accent4>
      <a:srgbClr val="91969B"/>
    </a:accent4>
    <a:accent5>
      <a:srgbClr val="4A4F4F"/>
    </a:accent5>
    <a:accent6>
      <a:srgbClr val="91969B"/>
    </a:accent6>
    <a:hlink>
      <a:srgbClr val="4A4F4F"/>
    </a:hlink>
    <a:folHlink>
      <a:srgbClr val="BFBFBF"/>
    </a:folHlink>
  </a:clrScheme>
</a:themeOverride>
</file>

<file path=ppt/theme/themeOverride5.xml><?xml version="1.0" encoding="utf-8"?>
<a:themeOverride xmlns:a="http://schemas.openxmlformats.org/drawingml/2006/main">
  <a:clrScheme name="islide色">
    <a:dk1>
      <a:srgbClr val="000000"/>
    </a:dk1>
    <a:lt1>
      <a:srgbClr val="FFFFFF"/>
    </a:lt1>
    <a:dk2>
      <a:srgbClr val="768395"/>
    </a:dk2>
    <a:lt2>
      <a:srgbClr val="F0F0F0"/>
    </a:lt2>
    <a:accent1>
      <a:srgbClr val="4A4F4F"/>
    </a:accent1>
    <a:accent2>
      <a:srgbClr val="F44F54"/>
    </a:accent2>
    <a:accent3>
      <a:srgbClr val="4A4F4F"/>
    </a:accent3>
    <a:accent4>
      <a:srgbClr val="91969B"/>
    </a:accent4>
    <a:accent5>
      <a:srgbClr val="4A4F4F"/>
    </a:accent5>
    <a:accent6>
      <a:srgbClr val="91969B"/>
    </a:accent6>
    <a:hlink>
      <a:srgbClr val="4A4F4F"/>
    </a:hlink>
    <a:folHlink>
      <a:srgbClr val="BFBFBF"/>
    </a:folHlink>
  </a:clrScheme>
</a:themeOverride>
</file>

<file path=ppt/theme/themeOverride6.xml><?xml version="1.0" encoding="utf-8"?>
<a:themeOverride xmlns:a="http://schemas.openxmlformats.org/drawingml/2006/main">
  <a:clrScheme name="islide色">
    <a:dk1>
      <a:srgbClr val="000000"/>
    </a:dk1>
    <a:lt1>
      <a:srgbClr val="FFFFFF"/>
    </a:lt1>
    <a:dk2>
      <a:srgbClr val="768395"/>
    </a:dk2>
    <a:lt2>
      <a:srgbClr val="F0F0F0"/>
    </a:lt2>
    <a:accent1>
      <a:srgbClr val="4A4F4F"/>
    </a:accent1>
    <a:accent2>
      <a:srgbClr val="F44F54"/>
    </a:accent2>
    <a:accent3>
      <a:srgbClr val="4A4F4F"/>
    </a:accent3>
    <a:accent4>
      <a:srgbClr val="91969B"/>
    </a:accent4>
    <a:accent5>
      <a:srgbClr val="4A4F4F"/>
    </a:accent5>
    <a:accent6>
      <a:srgbClr val="91969B"/>
    </a:accent6>
    <a:hlink>
      <a:srgbClr val="4A4F4F"/>
    </a:hlink>
    <a:folHlink>
      <a:srgbClr val="BFBFBF"/>
    </a:folHlink>
  </a:clrScheme>
</a:themeOverride>
</file>

<file path=ppt/theme/themeOverride7.xml><?xml version="1.0" encoding="utf-8"?>
<a:themeOverride xmlns:a="http://schemas.openxmlformats.org/drawingml/2006/main">
  <a:clrScheme name="islide色">
    <a:dk1>
      <a:srgbClr val="000000"/>
    </a:dk1>
    <a:lt1>
      <a:srgbClr val="FFFFFF"/>
    </a:lt1>
    <a:dk2>
      <a:srgbClr val="768395"/>
    </a:dk2>
    <a:lt2>
      <a:srgbClr val="F0F0F0"/>
    </a:lt2>
    <a:accent1>
      <a:srgbClr val="4A4F4F"/>
    </a:accent1>
    <a:accent2>
      <a:srgbClr val="F44F54"/>
    </a:accent2>
    <a:accent3>
      <a:srgbClr val="4A4F4F"/>
    </a:accent3>
    <a:accent4>
      <a:srgbClr val="91969B"/>
    </a:accent4>
    <a:accent5>
      <a:srgbClr val="4A4F4F"/>
    </a:accent5>
    <a:accent6>
      <a:srgbClr val="91969B"/>
    </a:accent6>
    <a:hlink>
      <a:srgbClr val="4A4F4F"/>
    </a:hlink>
    <a:folHlink>
      <a:srgbClr val="BFBFBF"/>
    </a:folHlink>
  </a:clrScheme>
</a:themeOverride>
</file>

<file path=ppt/theme/themeOverride8.xml><?xml version="1.0" encoding="utf-8"?>
<a:themeOverride xmlns:a="http://schemas.openxmlformats.org/drawingml/2006/main">
  <a:clrScheme name="islide色">
    <a:dk1>
      <a:srgbClr val="000000"/>
    </a:dk1>
    <a:lt1>
      <a:srgbClr val="FFFFFF"/>
    </a:lt1>
    <a:dk2>
      <a:srgbClr val="768395"/>
    </a:dk2>
    <a:lt2>
      <a:srgbClr val="F0F0F0"/>
    </a:lt2>
    <a:accent1>
      <a:srgbClr val="4A4F4F"/>
    </a:accent1>
    <a:accent2>
      <a:srgbClr val="F44F54"/>
    </a:accent2>
    <a:accent3>
      <a:srgbClr val="4A4F4F"/>
    </a:accent3>
    <a:accent4>
      <a:srgbClr val="91969B"/>
    </a:accent4>
    <a:accent5>
      <a:srgbClr val="4A4F4F"/>
    </a:accent5>
    <a:accent6>
      <a:srgbClr val="91969B"/>
    </a:accent6>
    <a:hlink>
      <a:srgbClr val="4A4F4F"/>
    </a:hlink>
    <a:folHlink>
      <a:srgbClr val="BFBFBF"/>
    </a:folHlink>
  </a:clrScheme>
</a:themeOverride>
</file>

<file path=ppt/theme/themeOverride9.xml><?xml version="1.0" encoding="utf-8"?>
<a:themeOverride xmlns:a="http://schemas.openxmlformats.org/drawingml/2006/main">
  <a:clrScheme name="islide色">
    <a:dk1>
      <a:srgbClr val="000000"/>
    </a:dk1>
    <a:lt1>
      <a:srgbClr val="FFFFFF"/>
    </a:lt1>
    <a:dk2>
      <a:srgbClr val="768395"/>
    </a:dk2>
    <a:lt2>
      <a:srgbClr val="F0F0F0"/>
    </a:lt2>
    <a:accent1>
      <a:srgbClr val="4A4F4F"/>
    </a:accent1>
    <a:accent2>
      <a:srgbClr val="F44F54"/>
    </a:accent2>
    <a:accent3>
      <a:srgbClr val="4A4F4F"/>
    </a:accent3>
    <a:accent4>
      <a:srgbClr val="91969B"/>
    </a:accent4>
    <a:accent5>
      <a:srgbClr val="4A4F4F"/>
    </a:accent5>
    <a:accent6>
      <a:srgbClr val="91969B"/>
    </a:accent6>
    <a:hlink>
      <a:srgbClr val="4A4F4F"/>
    </a:hlink>
    <a:folHlink>
      <a:srgbClr val="BFBFBF"/>
    </a:folHlink>
  </a:clrScheme>
</a:themeOverride>
</file>

<file path=ppt/theme/themeOverride10.xml><?xml version="1.0" encoding="utf-8"?>
<a:themeOverride xmlns:a="http://schemas.openxmlformats.org/drawingml/2006/main">
  <a:clrScheme name="islide色">
    <a:dk1>
      <a:srgbClr val="000000"/>
    </a:dk1>
    <a:lt1>
      <a:srgbClr val="FFFFFF"/>
    </a:lt1>
    <a:dk2>
      <a:srgbClr val="768395"/>
    </a:dk2>
    <a:lt2>
      <a:srgbClr val="F0F0F0"/>
    </a:lt2>
    <a:accent1>
      <a:srgbClr val="4A4F4F"/>
    </a:accent1>
    <a:accent2>
      <a:srgbClr val="F44F54"/>
    </a:accent2>
    <a:accent3>
      <a:srgbClr val="4A4F4F"/>
    </a:accent3>
    <a:accent4>
      <a:srgbClr val="91969B"/>
    </a:accent4>
    <a:accent5>
      <a:srgbClr val="4A4F4F"/>
    </a:accent5>
    <a:accent6>
      <a:srgbClr val="91969B"/>
    </a:accent6>
    <a:hlink>
      <a:srgbClr val="4A4F4F"/>
    </a:hlink>
    <a:folHlink>
      <a:srgbClr val="BFBFBF"/>
    </a:folHlink>
  </a:clrScheme>
</a:themeOverride>
</file>

<file path=ppt/theme/themeOverride11.xml><?xml version="1.0" encoding="utf-8"?>
<a:themeOverride xmlns:a="http://schemas.openxmlformats.org/drawingml/2006/main">
  <a:clrScheme name="islide色">
    <a:dk1>
      <a:srgbClr val="000000"/>
    </a:dk1>
    <a:lt1>
      <a:srgbClr val="FFFFFF"/>
    </a:lt1>
    <a:dk2>
      <a:srgbClr val="768395"/>
    </a:dk2>
    <a:lt2>
      <a:srgbClr val="F0F0F0"/>
    </a:lt2>
    <a:accent1>
      <a:srgbClr val="4A4F4F"/>
    </a:accent1>
    <a:accent2>
      <a:srgbClr val="F44F54"/>
    </a:accent2>
    <a:accent3>
      <a:srgbClr val="4A4F4F"/>
    </a:accent3>
    <a:accent4>
      <a:srgbClr val="91969B"/>
    </a:accent4>
    <a:accent5>
      <a:srgbClr val="4A4F4F"/>
    </a:accent5>
    <a:accent6>
      <a:srgbClr val="91969B"/>
    </a:accent6>
    <a:hlink>
      <a:srgbClr val="4A4F4F"/>
    </a:hlink>
    <a:folHlink>
      <a:srgbClr val="BFBFBF"/>
    </a:folHlink>
  </a:clrScheme>
</a:themeOverride>
</file>

<file path=ppt/theme/themeOverride12.xml><?xml version="1.0" encoding="utf-8"?>
<a:themeOverride xmlns:a="http://schemas.openxmlformats.org/drawingml/2006/main">
  <a:clrScheme name="islide色">
    <a:dk1>
      <a:srgbClr val="000000"/>
    </a:dk1>
    <a:lt1>
      <a:srgbClr val="FFFFFF"/>
    </a:lt1>
    <a:dk2>
      <a:srgbClr val="768395"/>
    </a:dk2>
    <a:lt2>
      <a:srgbClr val="F0F0F0"/>
    </a:lt2>
    <a:accent1>
      <a:srgbClr val="4A4F4F"/>
    </a:accent1>
    <a:accent2>
      <a:srgbClr val="F44F54"/>
    </a:accent2>
    <a:accent3>
      <a:srgbClr val="4A4F4F"/>
    </a:accent3>
    <a:accent4>
      <a:srgbClr val="91969B"/>
    </a:accent4>
    <a:accent5>
      <a:srgbClr val="4A4F4F"/>
    </a:accent5>
    <a:accent6>
      <a:srgbClr val="91969B"/>
    </a:accent6>
    <a:hlink>
      <a:srgbClr val="4A4F4F"/>
    </a:hlink>
    <a:folHlink>
      <a:srgbClr val="BFBFBF"/>
    </a:folHlink>
  </a:clrScheme>
</a:themeOverride>
</file>

<file path=ppt/theme/themeOverride13.xml><?xml version="1.0" encoding="utf-8"?>
<a:themeOverride xmlns:a="http://schemas.openxmlformats.org/drawingml/2006/main">
  <a:clrScheme name="islide色">
    <a:dk1>
      <a:srgbClr val="000000"/>
    </a:dk1>
    <a:lt1>
      <a:srgbClr val="FFFFFF"/>
    </a:lt1>
    <a:dk2>
      <a:srgbClr val="768395"/>
    </a:dk2>
    <a:lt2>
      <a:srgbClr val="F0F0F0"/>
    </a:lt2>
    <a:accent1>
      <a:srgbClr val="4A4F4F"/>
    </a:accent1>
    <a:accent2>
      <a:srgbClr val="F44F54"/>
    </a:accent2>
    <a:accent3>
      <a:srgbClr val="4A4F4F"/>
    </a:accent3>
    <a:accent4>
      <a:srgbClr val="91969B"/>
    </a:accent4>
    <a:accent5>
      <a:srgbClr val="4A4F4F"/>
    </a:accent5>
    <a:accent6>
      <a:srgbClr val="91969B"/>
    </a:accent6>
    <a:hlink>
      <a:srgbClr val="4A4F4F"/>
    </a:hlink>
    <a:folHlink>
      <a:srgbClr val="BFBFBF"/>
    </a:folHlink>
  </a:clrScheme>
</a:themeOverride>
</file>

<file path=ppt/theme/themeOverride14.xml><?xml version="1.0" encoding="utf-8"?>
<a:themeOverride xmlns:a="http://schemas.openxmlformats.org/drawingml/2006/main">
  <a:clrScheme name="islide色">
    <a:dk1>
      <a:srgbClr val="000000"/>
    </a:dk1>
    <a:lt1>
      <a:srgbClr val="FFFFFF"/>
    </a:lt1>
    <a:dk2>
      <a:srgbClr val="768395"/>
    </a:dk2>
    <a:lt2>
      <a:srgbClr val="F0F0F0"/>
    </a:lt2>
    <a:accent1>
      <a:srgbClr val="4A4F4F"/>
    </a:accent1>
    <a:accent2>
      <a:srgbClr val="F44F54"/>
    </a:accent2>
    <a:accent3>
      <a:srgbClr val="4A4F4F"/>
    </a:accent3>
    <a:accent4>
      <a:srgbClr val="91969B"/>
    </a:accent4>
    <a:accent5>
      <a:srgbClr val="4A4F4F"/>
    </a:accent5>
    <a:accent6>
      <a:srgbClr val="91969B"/>
    </a:accent6>
    <a:hlink>
      <a:srgbClr val="4A4F4F"/>
    </a:hlink>
    <a:folHlink>
      <a:srgbClr val="BFBFBF"/>
    </a:folHlink>
  </a:clrScheme>
</a:themeOverride>
</file>

<file path=ppt/theme/themeOverride15.xml><?xml version="1.0" encoding="utf-8"?>
<a:themeOverride xmlns:a="http://schemas.openxmlformats.org/drawingml/2006/main">
  <a:clrScheme name="islide色">
    <a:dk1>
      <a:srgbClr val="000000"/>
    </a:dk1>
    <a:lt1>
      <a:srgbClr val="FFFFFF"/>
    </a:lt1>
    <a:dk2>
      <a:srgbClr val="768395"/>
    </a:dk2>
    <a:lt2>
      <a:srgbClr val="F0F0F0"/>
    </a:lt2>
    <a:accent1>
      <a:srgbClr val="4A4F4F"/>
    </a:accent1>
    <a:accent2>
      <a:srgbClr val="F44F54"/>
    </a:accent2>
    <a:accent3>
      <a:srgbClr val="4A4F4F"/>
    </a:accent3>
    <a:accent4>
      <a:srgbClr val="91969B"/>
    </a:accent4>
    <a:accent5>
      <a:srgbClr val="4A4F4F"/>
    </a:accent5>
    <a:accent6>
      <a:srgbClr val="91969B"/>
    </a:accent6>
    <a:hlink>
      <a:srgbClr val="4A4F4F"/>
    </a:hlink>
    <a:folHlink>
      <a:srgbClr val="BFBFBF"/>
    </a:folHlink>
  </a:clrScheme>
</a:themeOverride>
</file>

<file path=ppt/theme/themeOverride16.xml><?xml version="1.0" encoding="utf-8"?>
<a:themeOverride xmlns:a="http://schemas.openxmlformats.org/drawingml/2006/main">
  <a:clrScheme name="islide色">
    <a:dk1>
      <a:srgbClr val="000000"/>
    </a:dk1>
    <a:lt1>
      <a:srgbClr val="FFFFFF"/>
    </a:lt1>
    <a:dk2>
      <a:srgbClr val="768395"/>
    </a:dk2>
    <a:lt2>
      <a:srgbClr val="F0F0F0"/>
    </a:lt2>
    <a:accent1>
      <a:srgbClr val="4A4F4F"/>
    </a:accent1>
    <a:accent2>
      <a:srgbClr val="F44F54"/>
    </a:accent2>
    <a:accent3>
      <a:srgbClr val="4A4F4F"/>
    </a:accent3>
    <a:accent4>
      <a:srgbClr val="91969B"/>
    </a:accent4>
    <a:accent5>
      <a:srgbClr val="4A4F4F"/>
    </a:accent5>
    <a:accent6>
      <a:srgbClr val="91969B"/>
    </a:accent6>
    <a:hlink>
      <a:srgbClr val="4A4F4F"/>
    </a:hlink>
    <a:folHlink>
      <a:srgbClr val="BFBFBF"/>
    </a:folHlink>
  </a:clrScheme>
</a:themeOverride>
</file>

<file path=ppt/theme/themeOverride17.xml><?xml version="1.0" encoding="utf-8"?>
<a:themeOverride xmlns:a="http://schemas.openxmlformats.org/drawingml/2006/main">
  <a:clrScheme name="islide色">
    <a:dk1>
      <a:srgbClr val="000000"/>
    </a:dk1>
    <a:lt1>
      <a:srgbClr val="FFFFFF"/>
    </a:lt1>
    <a:dk2>
      <a:srgbClr val="768395"/>
    </a:dk2>
    <a:lt2>
      <a:srgbClr val="F0F0F0"/>
    </a:lt2>
    <a:accent1>
      <a:srgbClr val="4A4F4F"/>
    </a:accent1>
    <a:accent2>
      <a:srgbClr val="F44F54"/>
    </a:accent2>
    <a:accent3>
      <a:srgbClr val="4A4F4F"/>
    </a:accent3>
    <a:accent4>
      <a:srgbClr val="91969B"/>
    </a:accent4>
    <a:accent5>
      <a:srgbClr val="4A4F4F"/>
    </a:accent5>
    <a:accent6>
      <a:srgbClr val="91969B"/>
    </a:accent6>
    <a:hlink>
      <a:srgbClr val="4A4F4F"/>
    </a:hlink>
    <a:folHlink>
      <a:srgbClr val="BFBFBF"/>
    </a:folHlink>
  </a:clrScheme>
</a:themeOverride>
</file>

<file path=ppt/theme/themeOverride18.xml><?xml version="1.0" encoding="utf-8"?>
<a:themeOverride xmlns:a="http://schemas.openxmlformats.org/drawingml/2006/main">
  <a:clrScheme name="islide色">
    <a:dk1>
      <a:srgbClr val="000000"/>
    </a:dk1>
    <a:lt1>
      <a:srgbClr val="FFFFFF"/>
    </a:lt1>
    <a:dk2>
      <a:srgbClr val="768395"/>
    </a:dk2>
    <a:lt2>
      <a:srgbClr val="F0F0F0"/>
    </a:lt2>
    <a:accent1>
      <a:srgbClr val="4A4F4F"/>
    </a:accent1>
    <a:accent2>
      <a:srgbClr val="F44F54"/>
    </a:accent2>
    <a:accent3>
      <a:srgbClr val="4A4F4F"/>
    </a:accent3>
    <a:accent4>
      <a:srgbClr val="91969B"/>
    </a:accent4>
    <a:accent5>
      <a:srgbClr val="4A4F4F"/>
    </a:accent5>
    <a:accent6>
      <a:srgbClr val="91969B"/>
    </a:accent6>
    <a:hlink>
      <a:srgbClr val="4A4F4F"/>
    </a:hlink>
    <a:folHlink>
      <a:srgbClr val="BFBFBF"/>
    </a:folHlink>
  </a:clrScheme>
</a:themeOverride>
</file>

<file path=ppt/theme/themeOverride19.xml><?xml version="1.0" encoding="utf-8"?>
<a:themeOverride xmlns:a="http://schemas.openxmlformats.org/drawingml/2006/main">
  <a:clrScheme name="islide色">
    <a:dk1>
      <a:srgbClr val="000000"/>
    </a:dk1>
    <a:lt1>
      <a:srgbClr val="FFFFFF"/>
    </a:lt1>
    <a:dk2>
      <a:srgbClr val="768395"/>
    </a:dk2>
    <a:lt2>
      <a:srgbClr val="F0F0F0"/>
    </a:lt2>
    <a:accent1>
      <a:srgbClr val="4A4F4F"/>
    </a:accent1>
    <a:accent2>
      <a:srgbClr val="F44F54"/>
    </a:accent2>
    <a:accent3>
      <a:srgbClr val="4A4F4F"/>
    </a:accent3>
    <a:accent4>
      <a:srgbClr val="91969B"/>
    </a:accent4>
    <a:accent5>
      <a:srgbClr val="4A4F4F"/>
    </a:accent5>
    <a:accent6>
      <a:srgbClr val="91969B"/>
    </a:accent6>
    <a:hlink>
      <a:srgbClr val="4A4F4F"/>
    </a:hlink>
    <a:folHlink>
      <a:srgbClr val="BFBFBF"/>
    </a:folHlink>
  </a:clrScheme>
</a:themeOverride>
</file>

<file path=ppt/theme/themeOverride20.xml><?xml version="1.0" encoding="utf-8"?>
<a:themeOverride xmlns:a="http://schemas.openxmlformats.org/drawingml/2006/main">
  <a:clrScheme name="islide色">
    <a:dk1>
      <a:srgbClr val="000000"/>
    </a:dk1>
    <a:lt1>
      <a:srgbClr val="FFFFFF"/>
    </a:lt1>
    <a:dk2>
      <a:srgbClr val="768395"/>
    </a:dk2>
    <a:lt2>
      <a:srgbClr val="F0F0F0"/>
    </a:lt2>
    <a:accent1>
      <a:srgbClr val="4A4F4F"/>
    </a:accent1>
    <a:accent2>
      <a:srgbClr val="F44F54"/>
    </a:accent2>
    <a:accent3>
      <a:srgbClr val="4A4F4F"/>
    </a:accent3>
    <a:accent4>
      <a:srgbClr val="91969B"/>
    </a:accent4>
    <a:accent5>
      <a:srgbClr val="4A4F4F"/>
    </a:accent5>
    <a:accent6>
      <a:srgbClr val="91969B"/>
    </a:accent6>
    <a:hlink>
      <a:srgbClr val="4A4F4F"/>
    </a:hlink>
    <a:folHlink>
      <a:srgbClr val="BFBFBF"/>
    </a:folHlink>
  </a:clrScheme>
</a:themeOverride>
</file>

<file path=ppt/theme/themeOverride21.xml><?xml version="1.0" encoding="utf-8"?>
<a:themeOverride xmlns:a="http://schemas.openxmlformats.org/drawingml/2006/main">
  <a:clrScheme name="islide色">
    <a:dk1>
      <a:srgbClr val="000000"/>
    </a:dk1>
    <a:lt1>
      <a:srgbClr val="FFFFFF"/>
    </a:lt1>
    <a:dk2>
      <a:srgbClr val="768395"/>
    </a:dk2>
    <a:lt2>
      <a:srgbClr val="F0F0F0"/>
    </a:lt2>
    <a:accent1>
      <a:srgbClr val="4A4F4F"/>
    </a:accent1>
    <a:accent2>
      <a:srgbClr val="F44F54"/>
    </a:accent2>
    <a:accent3>
      <a:srgbClr val="4A4F4F"/>
    </a:accent3>
    <a:accent4>
      <a:srgbClr val="91969B"/>
    </a:accent4>
    <a:accent5>
      <a:srgbClr val="4A4F4F"/>
    </a:accent5>
    <a:accent6>
      <a:srgbClr val="91969B"/>
    </a:accent6>
    <a:hlink>
      <a:srgbClr val="4A4F4F"/>
    </a:hlink>
    <a:folHlink>
      <a:srgbClr val="BFBFBF"/>
    </a:folHlink>
  </a:clrScheme>
</a:themeOverride>
</file>

<file path=ppt/theme/themeOverride22.xml><?xml version="1.0" encoding="utf-8"?>
<a:themeOverride xmlns:a="http://schemas.openxmlformats.org/drawingml/2006/main">
  <a:clrScheme name="islide色">
    <a:dk1>
      <a:srgbClr val="000000"/>
    </a:dk1>
    <a:lt1>
      <a:srgbClr val="FFFFFF"/>
    </a:lt1>
    <a:dk2>
      <a:srgbClr val="768395"/>
    </a:dk2>
    <a:lt2>
      <a:srgbClr val="F0F0F0"/>
    </a:lt2>
    <a:accent1>
      <a:srgbClr val="4A4F4F"/>
    </a:accent1>
    <a:accent2>
      <a:srgbClr val="F44F54"/>
    </a:accent2>
    <a:accent3>
      <a:srgbClr val="4A4F4F"/>
    </a:accent3>
    <a:accent4>
      <a:srgbClr val="91969B"/>
    </a:accent4>
    <a:accent5>
      <a:srgbClr val="4A4F4F"/>
    </a:accent5>
    <a:accent6>
      <a:srgbClr val="91969B"/>
    </a:accent6>
    <a:hlink>
      <a:srgbClr val="4A4F4F"/>
    </a:hlink>
    <a:folHlink>
      <a:srgbClr val="BFBFBF"/>
    </a:folHlink>
  </a:clrScheme>
</a:themeOverride>
</file>

<file path=ppt/theme/themeOverride23.xml><?xml version="1.0" encoding="utf-8"?>
<a:themeOverride xmlns:a="http://schemas.openxmlformats.org/drawingml/2006/main">
  <a:clrScheme name="islide色">
    <a:dk1>
      <a:srgbClr val="000000"/>
    </a:dk1>
    <a:lt1>
      <a:srgbClr val="FFFFFF"/>
    </a:lt1>
    <a:dk2>
      <a:srgbClr val="768395"/>
    </a:dk2>
    <a:lt2>
      <a:srgbClr val="F0F0F0"/>
    </a:lt2>
    <a:accent1>
      <a:srgbClr val="4A4F4F"/>
    </a:accent1>
    <a:accent2>
      <a:srgbClr val="F44F54"/>
    </a:accent2>
    <a:accent3>
      <a:srgbClr val="4A4F4F"/>
    </a:accent3>
    <a:accent4>
      <a:srgbClr val="91969B"/>
    </a:accent4>
    <a:accent5>
      <a:srgbClr val="4A4F4F"/>
    </a:accent5>
    <a:accent6>
      <a:srgbClr val="91969B"/>
    </a:accent6>
    <a:hlink>
      <a:srgbClr val="4A4F4F"/>
    </a:hlink>
    <a:folHlink>
      <a:srgbClr val="BFBFBF"/>
    </a:folHlink>
  </a:clrScheme>
</a:themeOverride>
</file>

<file path=ppt/theme/themeOverride24.xml><?xml version="1.0" encoding="utf-8"?>
<a:themeOverride xmlns:a="http://schemas.openxmlformats.org/drawingml/2006/main">
  <a:clrScheme name="islide色">
    <a:dk1>
      <a:srgbClr val="000000"/>
    </a:dk1>
    <a:lt1>
      <a:srgbClr val="FFFFFF"/>
    </a:lt1>
    <a:dk2>
      <a:srgbClr val="768395"/>
    </a:dk2>
    <a:lt2>
      <a:srgbClr val="F0F0F0"/>
    </a:lt2>
    <a:accent1>
      <a:srgbClr val="4A4F4F"/>
    </a:accent1>
    <a:accent2>
      <a:srgbClr val="F44F54"/>
    </a:accent2>
    <a:accent3>
      <a:srgbClr val="4A4F4F"/>
    </a:accent3>
    <a:accent4>
      <a:srgbClr val="91969B"/>
    </a:accent4>
    <a:accent5>
      <a:srgbClr val="4A4F4F"/>
    </a:accent5>
    <a:accent6>
      <a:srgbClr val="91969B"/>
    </a:accent6>
    <a:hlink>
      <a:srgbClr val="4A4F4F"/>
    </a:hlink>
    <a:folHlink>
      <a:srgbClr val="BFBFBF"/>
    </a:folHlink>
  </a:clrScheme>
</a:themeOverride>
</file>

<file path=ppt/theme/themeOverride25.xml><?xml version="1.0" encoding="utf-8"?>
<a:themeOverride xmlns:a="http://schemas.openxmlformats.org/drawingml/2006/main">
  <a:clrScheme name="islide色">
    <a:dk1>
      <a:srgbClr val="000000"/>
    </a:dk1>
    <a:lt1>
      <a:srgbClr val="FFFFFF"/>
    </a:lt1>
    <a:dk2>
      <a:srgbClr val="768395"/>
    </a:dk2>
    <a:lt2>
      <a:srgbClr val="F0F0F0"/>
    </a:lt2>
    <a:accent1>
      <a:srgbClr val="4A4F4F"/>
    </a:accent1>
    <a:accent2>
      <a:srgbClr val="F44F54"/>
    </a:accent2>
    <a:accent3>
      <a:srgbClr val="4A4F4F"/>
    </a:accent3>
    <a:accent4>
      <a:srgbClr val="91969B"/>
    </a:accent4>
    <a:accent5>
      <a:srgbClr val="4A4F4F"/>
    </a:accent5>
    <a:accent6>
      <a:srgbClr val="91969B"/>
    </a:accent6>
    <a:hlink>
      <a:srgbClr val="4A4F4F"/>
    </a:hlink>
    <a:folHlink>
      <a:srgbClr val="BFBFBF"/>
    </a:folHlink>
  </a:clrScheme>
</a:themeOverride>
</file>

<file path=ppt/theme/themeOverride26.xml><?xml version="1.0" encoding="utf-8"?>
<a:themeOverride xmlns:a="http://schemas.openxmlformats.org/drawingml/2006/main">
  <a:clrScheme name="islide色">
    <a:dk1>
      <a:srgbClr val="000000"/>
    </a:dk1>
    <a:lt1>
      <a:srgbClr val="FFFFFF"/>
    </a:lt1>
    <a:dk2>
      <a:srgbClr val="768395"/>
    </a:dk2>
    <a:lt2>
      <a:srgbClr val="F0F0F0"/>
    </a:lt2>
    <a:accent1>
      <a:srgbClr val="4A4F4F"/>
    </a:accent1>
    <a:accent2>
      <a:srgbClr val="F44F54"/>
    </a:accent2>
    <a:accent3>
      <a:srgbClr val="4A4F4F"/>
    </a:accent3>
    <a:accent4>
      <a:srgbClr val="91969B"/>
    </a:accent4>
    <a:accent5>
      <a:srgbClr val="4A4F4F"/>
    </a:accent5>
    <a:accent6>
      <a:srgbClr val="91969B"/>
    </a:accent6>
    <a:hlink>
      <a:srgbClr val="4A4F4F"/>
    </a:hlink>
    <a:folHlink>
      <a:srgbClr val="BFBFBF"/>
    </a:folHlink>
  </a:clrScheme>
</a:themeOverride>
</file>

<file path=ppt/theme/themeOverride27.xml><?xml version="1.0" encoding="utf-8"?>
<a:themeOverride xmlns:a="http://schemas.openxmlformats.org/drawingml/2006/main">
  <a:clrScheme name="islide色">
    <a:dk1>
      <a:srgbClr val="000000"/>
    </a:dk1>
    <a:lt1>
      <a:srgbClr val="FFFFFF"/>
    </a:lt1>
    <a:dk2>
      <a:srgbClr val="768395"/>
    </a:dk2>
    <a:lt2>
      <a:srgbClr val="F0F0F0"/>
    </a:lt2>
    <a:accent1>
      <a:srgbClr val="4A4F4F"/>
    </a:accent1>
    <a:accent2>
      <a:srgbClr val="F44F54"/>
    </a:accent2>
    <a:accent3>
      <a:srgbClr val="4A4F4F"/>
    </a:accent3>
    <a:accent4>
      <a:srgbClr val="91969B"/>
    </a:accent4>
    <a:accent5>
      <a:srgbClr val="4A4F4F"/>
    </a:accent5>
    <a:accent6>
      <a:srgbClr val="91969B"/>
    </a:accent6>
    <a:hlink>
      <a:srgbClr val="4A4F4F"/>
    </a:hlink>
    <a:folHlink>
      <a:srgbClr val="BFBFBF"/>
    </a:folHlink>
  </a:clrScheme>
</a:themeOverride>
</file>

<file path=ppt/theme/themeOverride28.xml><?xml version="1.0" encoding="utf-8"?>
<a:themeOverride xmlns:a="http://schemas.openxmlformats.org/drawingml/2006/main">
  <a:clrScheme name="islide色">
    <a:dk1>
      <a:srgbClr val="000000"/>
    </a:dk1>
    <a:lt1>
      <a:srgbClr val="FFFFFF"/>
    </a:lt1>
    <a:dk2>
      <a:srgbClr val="768395"/>
    </a:dk2>
    <a:lt2>
      <a:srgbClr val="F0F0F0"/>
    </a:lt2>
    <a:accent1>
      <a:srgbClr val="4A4F4F"/>
    </a:accent1>
    <a:accent2>
      <a:srgbClr val="F44F54"/>
    </a:accent2>
    <a:accent3>
      <a:srgbClr val="4A4F4F"/>
    </a:accent3>
    <a:accent4>
      <a:srgbClr val="91969B"/>
    </a:accent4>
    <a:accent5>
      <a:srgbClr val="4A4F4F"/>
    </a:accent5>
    <a:accent6>
      <a:srgbClr val="91969B"/>
    </a:accent6>
    <a:hlink>
      <a:srgbClr val="4A4F4F"/>
    </a:hlink>
    <a:folHlink>
      <a:srgbClr val="BFBFBF"/>
    </a:folHlink>
  </a:clrScheme>
</a:themeOverride>
</file>

<file path=ppt/theme/themeOverride29.xml><?xml version="1.0" encoding="utf-8"?>
<a:themeOverride xmlns:a="http://schemas.openxmlformats.org/drawingml/2006/main">
  <a:clrScheme name="islide色">
    <a:dk1>
      <a:srgbClr val="000000"/>
    </a:dk1>
    <a:lt1>
      <a:srgbClr val="FFFFFF"/>
    </a:lt1>
    <a:dk2>
      <a:srgbClr val="768395"/>
    </a:dk2>
    <a:lt2>
      <a:srgbClr val="F0F0F0"/>
    </a:lt2>
    <a:accent1>
      <a:srgbClr val="4A4F4F"/>
    </a:accent1>
    <a:accent2>
      <a:srgbClr val="F44F54"/>
    </a:accent2>
    <a:accent3>
      <a:srgbClr val="4A4F4F"/>
    </a:accent3>
    <a:accent4>
      <a:srgbClr val="91969B"/>
    </a:accent4>
    <a:accent5>
      <a:srgbClr val="4A4F4F"/>
    </a:accent5>
    <a:accent6>
      <a:srgbClr val="91969B"/>
    </a:accent6>
    <a:hlink>
      <a:srgbClr val="4A4F4F"/>
    </a:hlink>
    <a:folHlink>
      <a:srgbClr val="BFBFBF"/>
    </a:folHlink>
  </a:clrScheme>
</a:themeOverride>
</file>

<file path=ppt/theme/themeOverride30.xml><?xml version="1.0" encoding="utf-8"?>
<a:themeOverride xmlns:a="http://schemas.openxmlformats.org/drawingml/2006/main">
  <a:clrScheme name="islide色">
    <a:dk1>
      <a:srgbClr val="000000"/>
    </a:dk1>
    <a:lt1>
      <a:srgbClr val="FFFFFF"/>
    </a:lt1>
    <a:dk2>
      <a:srgbClr val="768395"/>
    </a:dk2>
    <a:lt2>
      <a:srgbClr val="F0F0F0"/>
    </a:lt2>
    <a:accent1>
      <a:srgbClr val="4A4F4F"/>
    </a:accent1>
    <a:accent2>
      <a:srgbClr val="F44F54"/>
    </a:accent2>
    <a:accent3>
      <a:srgbClr val="4A4F4F"/>
    </a:accent3>
    <a:accent4>
      <a:srgbClr val="91969B"/>
    </a:accent4>
    <a:accent5>
      <a:srgbClr val="4A4F4F"/>
    </a:accent5>
    <a:accent6>
      <a:srgbClr val="91969B"/>
    </a:accent6>
    <a:hlink>
      <a:srgbClr val="4A4F4F"/>
    </a:hlink>
    <a:folHlink>
      <a:srgbClr val="BFBFBF"/>
    </a:folHlink>
  </a:clrScheme>
</a:themeOverride>
</file>

<file path=ppt/theme/themeOverride31.xml><?xml version="1.0" encoding="utf-8"?>
<a:themeOverride xmlns:a="http://schemas.openxmlformats.org/drawingml/2006/main">
  <a:clrScheme name="islide色">
    <a:dk1>
      <a:srgbClr val="000000"/>
    </a:dk1>
    <a:lt1>
      <a:srgbClr val="FFFFFF"/>
    </a:lt1>
    <a:dk2>
      <a:srgbClr val="768395"/>
    </a:dk2>
    <a:lt2>
      <a:srgbClr val="F0F0F0"/>
    </a:lt2>
    <a:accent1>
      <a:srgbClr val="4A4F4F"/>
    </a:accent1>
    <a:accent2>
      <a:srgbClr val="F44F54"/>
    </a:accent2>
    <a:accent3>
      <a:srgbClr val="4A4F4F"/>
    </a:accent3>
    <a:accent4>
      <a:srgbClr val="91969B"/>
    </a:accent4>
    <a:accent5>
      <a:srgbClr val="4A4F4F"/>
    </a:accent5>
    <a:accent6>
      <a:srgbClr val="91969B"/>
    </a:accent6>
    <a:hlink>
      <a:srgbClr val="4A4F4F"/>
    </a:hlink>
    <a:folHlink>
      <a:srgbClr val="BFBFBF"/>
    </a:folHlink>
  </a:clrScheme>
</a:themeOverride>
</file>

<file path=ppt/theme/themeOverride32.xml><?xml version="1.0" encoding="utf-8"?>
<a:themeOverride xmlns:a="http://schemas.openxmlformats.org/drawingml/2006/main">
  <a:clrScheme name="islide色">
    <a:dk1>
      <a:srgbClr val="000000"/>
    </a:dk1>
    <a:lt1>
      <a:srgbClr val="FFFFFF"/>
    </a:lt1>
    <a:dk2>
      <a:srgbClr val="768395"/>
    </a:dk2>
    <a:lt2>
      <a:srgbClr val="F0F0F0"/>
    </a:lt2>
    <a:accent1>
      <a:srgbClr val="4A4F4F"/>
    </a:accent1>
    <a:accent2>
      <a:srgbClr val="F44F54"/>
    </a:accent2>
    <a:accent3>
      <a:srgbClr val="4A4F4F"/>
    </a:accent3>
    <a:accent4>
      <a:srgbClr val="91969B"/>
    </a:accent4>
    <a:accent5>
      <a:srgbClr val="4A4F4F"/>
    </a:accent5>
    <a:accent6>
      <a:srgbClr val="91969B"/>
    </a:accent6>
    <a:hlink>
      <a:srgbClr val="4A4F4F"/>
    </a:hlink>
    <a:folHlink>
      <a:srgbClr val="BFBFBF"/>
    </a:folHlink>
  </a:clrScheme>
</a:themeOverride>
</file>

<file path=ppt/theme/themeOverride33.xml><?xml version="1.0" encoding="utf-8"?>
<a:themeOverride xmlns:a="http://schemas.openxmlformats.org/drawingml/2006/main">
  <a:clrScheme name="islide色">
    <a:dk1>
      <a:srgbClr val="000000"/>
    </a:dk1>
    <a:lt1>
      <a:srgbClr val="FFFFFF"/>
    </a:lt1>
    <a:dk2>
      <a:srgbClr val="768395"/>
    </a:dk2>
    <a:lt2>
      <a:srgbClr val="F0F0F0"/>
    </a:lt2>
    <a:accent1>
      <a:srgbClr val="4A4F4F"/>
    </a:accent1>
    <a:accent2>
      <a:srgbClr val="F44F54"/>
    </a:accent2>
    <a:accent3>
      <a:srgbClr val="4A4F4F"/>
    </a:accent3>
    <a:accent4>
      <a:srgbClr val="91969B"/>
    </a:accent4>
    <a:accent5>
      <a:srgbClr val="4A4F4F"/>
    </a:accent5>
    <a:accent6>
      <a:srgbClr val="91969B"/>
    </a:accent6>
    <a:hlink>
      <a:srgbClr val="4A4F4F"/>
    </a:hlink>
    <a:folHlink>
      <a:srgbClr val="BFBFBF"/>
    </a:folHlink>
  </a:clrScheme>
</a:themeOverride>
</file>

<file path=ppt/theme/themeOverride34.xml><?xml version="1.0" encoding="utf-8"?>
<a:themeOverride xmlns:a="http://schemas.openxmlformats.org/drawingml/2006/main">
  <a:clrScheme name="islide色">
    <a:dk1>
      <a:srgbClr val="000000"/>
    </a:dk1>
    <a:lt1>
      <a:srgbClr val="FFFFFF"/>
    </a:lt1>
    <a:dk2>
      <a:srgbClr val="768395"/>
    </a:dk2>
    <a:lt2>
      <a:srgbClr val="F0F0F0"/>
    </a:lt2>
    <a:accent1>
      <a:srgbClr val="4A4F4F"/>
    </a:accent1>
    <a:accent2>
      <a:srgbClr val="F44F54"/>
    </a:accent2>
    <a:accent3>
      <a:srgbClr val="4A4F4F"/>
    </a:accent3>
    <a:accent4>
      <a:srgbClr val="91969B"/>
    </a:accent4>
    <a:accent5>
      <a:srgbClr val="4A4F4F"/>
    </a:accent5>
    <a:accent6>
      <a:srgbClr val="91969B"/>
    </a:accent6>
    <a:hlink>
      <a:srgbClr val="4A4F4F"/>
    </a:hlink>
    <a:folHlink>
      <a:srgbClr val="BFBFBF"/>
    </a:folHlink>
  </a:clrScheme>
</a:themeOverride>
</file>

<file path=ppt/theme/themeOverride35.xml><?xml version="1.0" encoding="utf-8"?>
<a:themeOverride xmlns:a="http://schemas.openxmlformats.org/drawingml/2006/main">
  <a:clrScheme name="islide色">
    <a:dk1>
      <a:srgbClr val="000000"/>
    </a:dk1>
    <a:lt1>
      <a:srgbClr val="FFFFFF"/>
    </a:lt1>
    <a:dk2>
      <a:srgbClr val="768395"/>
    </a:dk2>
    <a:lt2>
      <a:srgbClr val="F0F0F0"/>
    </a:lt2>
    <a:accent1>
      <a:srgbClr val="4A4F4F"/>
    </a:accent1>
    <a:accent2>
      <a:srgbClr val="F44F54"/>
    </a:accent2>
    <a:accent3>
      <a:srgbClr val="4A4F4F"/>
    </a:accent3>
    <a:accent4>
      <a:srgbClr val="91969B"/>
    </a:accent4>
    <a:accent5>
      <a:srgbClr val="4A4F4F"/>
    </a:accent5>
    <a:accent6>
      <a:srgbClr val="91969B"/>
    </a:accent6>
    <a:hlink>
      <a:srgbClr val="4A4F4F"/>
    </a:hlink>
    <a:folHlink>
      <a:srgbClr val="BFBFBF"/>
    </a:folHlink>
  </a:clrScheme>
</a:themeOverride>
</file>

<file path=ppt/theme/themeOverride36.xml><?xml version="1.0" encoding="utf-8"?>
<a:themeOverride xmlns:a="http://schemas.openxmlformats.org/drawingml/2006/main">
  <a:clrScheme name="islide色">
    <a:dk1>
      <a:srgbClr val="000000"/>
    </a:dk1>
    <a:lt1>
      <a:srgbClr val="FFFFFF"/>
    </a:lt1>
    <a:dk2>
      <a:srgbClr val="768395"/>
    </a:dk2>
    <a:lt2>
      <a:srgbClr val="F0F0F0"/>
    </a:lt2>
    <a:accent1>
      <a:srgbClr val="4A4F4F"/>
    </a:accent1>
    <a:accent2>
      <a:srgbClr val="F44F54"/>
    </a:accent2>
    <a:accent3>
      <a:srgbClr val="4A4F4F"/>
    </a:accent3>
    <a:accent4>
      <a:srgbClr val="91969B"/>
    </a:accent4>
    <a:accent5>
      <a:srgbClr val="4A4F4F"/>
    </a:accent5>
    <a:accent6>
      <a:srgbClr val="91969B"/>
    </a:accent6>
    <a:hlink>
      <a:srgbClr val="4A4F4F"/>
    </a:hlink>
    <a:folHlink>
      <a:srgbClr val="BFBFBF"/>
    </a:folHlink>
  </a:clrScheme>
</a:themeOverride>
</file>

<file path=ppt/theme/themeOverride37.xml><?xml version="1.0" encoding="utf-8"?>
<a:themeOverride xmlns:a="http://schemas.openxmlformats.org/drawingml/2006/main">
  <a:clrScheme name="islide色">
    <a:dk1>
      <a:srgbClr val="000000"/>
    </a:dk1>
    <a:lt1>
      <a:srgbClr val="FFFFFF"/>
    </a:lt1>
    <a:dk2>
      <a:srgbClr val="768395"/>
    </a:dk2>
    <a:lt2>
      <a:srgbClr val="F0F0F0"/>
    </a:lt2>
    <a:accent1>
      <a:srgbClr val="4A4F4F"/>
    </a:accent1>
    <a:accent2>
      <a:srgbClr val="F44F54"/>
    </a:accent2>
    <a:accent3>
      <a:srgbClr val="4A4F4F"/>
    </a:accent3>
    <a:accent4>
      <a:srgbClr val="91969B"/>
    </a:accent4>
    <a:accent5>
      <a:srgbClr val="4A4F4F"/>
    </a:accent5>
    <a:accent6>
      <a:srgbClr val="91969B"/>
    </a:accent6>
    <a:hlink>
      <a:srgbClr val="4A4F4F"/>
    </a:hlink>
    <a:folHlink>
      <a:srgbClr val="BFBFBF"/>
    </a:folHlink>
  </a:clrScheme>
</a:themeOverride>
</file>

<file path=ppt/theme/themeOverride38.xml><?xml version="1.0" encoding="utf-8"?>
<a:themeOverride xmlns:a="http://schemas.openxmlformats.org/drawingml/2006/main">
  <a:clrScheme name="islide色">
    <a:dk1>
      <a:srgbClr val="000000"/>
    </a:dk1>
    <a:lt1>
      <a:srgbClr val="FFFFFF"/>
    </a:lt1>
    <a:dk2>
      <a:srgbClr val="768395"/>
    </a:dk2>
    <a:lt2>
      <a:srgbClr val="F0F0F0"/>
    </a:lt2>
    <a:accent1>
      <a:srgbClr val="4A4F4F"/>
    </a:accent1>
    <a:accent2>
      <a:srgbClr val="F44F54"/>
    </a:accent2>
    <a:accent3>
      <a:srgbClr val="4A4F4F"/>
    </a:accent3>
    <a:accent4>
      <a:srgbClr val="91969B"/>
    </a:accent4>
    <a:accent5>
      <a:srgbClr val="4A4F4F"/>
    </a:accent5>
    <a:accent6>
      <a:srgbClr val="91969B"/>
    </a:accent6>
    <a:hlink>
      <a:srgbClr val="4A4F4F"/>
    </a:hlink>
    <a:folHlink>
      <a:srgbClr val="BFBFBF"/>
    </a:folHlink>
  </a:clrScheme>
</a:themeOverride>
</file>

<file path=ppt/theme/themeOverride39.xml><?xml version="1.0" encoding="utf-8"?>
<a:themeOverride xmlns:a="http://schemas.openxmlformats.org/drawingml/2006/main">
  <a:clrScheme name="islide色">
    <a:dk1>
      <a:srgbClr val="000000"/>
    </a:dk1>
    <a:lt1>
      <a:srgbClr val="FFFFFF"/>
    </a:lt1>
    <a:dk2>
      <a:srgbClr val="768395"/>
    </a:dk2>
    <a:lt2>
      <a:srgbClr val="F0F0F0"/>
    </a:lt2>
    <a:accent1>
      <a:srgbClr val="4A4F4F"/>
    </a:accent1>
    <a:accent2>
      <a:srgbClr val="F44F54"/>
    </a:accent2>
    <a:accent3>
      <a:srgbClr val="4A4F4F"/>
    </a:accent3>
    <a:accent4>
      <a:srgbClr val="91969B"/>
    </a:accent4>
    <a:accent5>
      <a:srgbClr val="4A4F4F"/>
    </a:accent5>
    <a:accent6>
      <a:srgbClr val="91969B"/>
    </a:accent6>
    <a:hlink>
      <a:srgbClr val="4A4F4F"/>
    </a:hlink>
    <a:folHlink>
      <a:srgbClr val="BFBFBF"/>
    </a:folHlink>
  </a:clrScheme>
</a:themeOverride>
</file>

<file path=ppt/theme/themeOverride40.xml><?xml version="1.0" encoding="utf-8"?>
<a:themeOverride xmlns:a="http://schemas.openxmlformats.org/drawingml/2006/main">
  <a:clrScheme name="islide色">
    <a:dk1>
      <a:srgbClr val="000000"/>
    </a:dk1>
    <a:lt1>
      <a:srgbClr val="FFFFFF"/>
    </a:lt1>
    <a:dk2>
      <a:srgbClr val="768395"/>
    </a:dk2>
    <a:lt2>
      <a:srgbClr val="F0F0F0"/>
    </a:lt2>
    <a:accent1>
      <a:srgbClr val="4A4F4F"/>
    </a:accent1>
    <a:accent2>
      <a:srgbClr val="F44F54"/>
    </a:accent2>
    <a:accent3>
      <a:srgbClr val="4A4F4F"/>
    </a:accent3>
    <a:accent4>
      <a:srgbClr val="91969B"/>
    </a:accent4>
    <a:accent5>
      <a:srgbClr val="4A4F4F"/>
    </a:accent5>
    <a:accent6>
      <a:srgbClr val="91969B"/>
    </a:accent6>
    <a:hlink>
      <a:srgbClr val="4A4F4F"/>
    </a:hlink>
    <a:folHlink>
      <a:srgbClr val="BFBFBF"/>
    </a:folHlink>
  </a:clrScheme>
</a:themeOverride>
</file>

<file path=ppt/theme/themeOverride41.xml><?xml version="1.0" encoding="utf-8"?>
<a:themeOverride xmlns:a="http://schemas.openxmlformats.org/drawingml/2006/main">
  <a:clrScheme name="islide色">
    <a:dk1>
      <a:srgbClr val="000000"/>
    </a:dk1>
    <a:lt1>
      <a:srgbClr val="FFFFFF"/>
    </a:lt1>
    <a:dk2>
      <a:srgbClr val="768395"/>
    </a:dk2>
    <a:lt2>
      <a:srgbClr val="F0F0F0"/>
    </a:lt2>
    <a:accent1>
      <a:srgbClr val="4A4F4F"/>
    </a:accent1>
    <a:accent2>
      <a:srgbClr val="F44F54"/>
    </a:accent2>
    <a:accent3>
      <a:srgbClr val="4A4F4F"/>
    </a:accent3>
    <a:accent4>
      <a:srgbClr val="91969B"/>
    </a:accent4>
    <a:accent5>
      <a:srgbClr val="4A4F4F"/>
    </a:accent5>
    <a:accent6>
      <a:srgbClr val="91969B"/>
    </a:accent6>
    <a:hlink>
      <a:srgbClr val="4A4F4F"/>
    </a:hlink>
    <a:folHlink>
      <a:srgbClr val="BFBFBF"/>
    </a:folHlink>
  </a:clrScheme>
</a:themeOverride>
</file>

<file path=ppt/theme/themeOverride42.xml><?xml version="1.0" encoding="utf-8"?>
<a:themeOverride xmlns:a="http://schemas.openxmlformats.org/drawingml/2006/main">
  <a:clrScheme name="islide色">
    <a:dk1>
      <a:srgbClr val="000000"/>
    </a:dk1>
    <a:lt1>
      <a:srgbClr val="FFFFFF"/>
    </a:lt1>
    <a:dk2>
      <a:srgbClr val="768395"/>
    </a:dk2>
    <a:lt2>
      <a:srgbClr val="F0F0F0"/>
    </a:lt2>
    <a:accent1>
      <a:srgbClr val="4A4F4F"/>
    </a:accent1>
    <a:accent2>
      <a:srgbClr val="F44F54"/>
    </a:accent2>
    <a:accent3>
      <a:srgbClr val="4A4F4F"/>
    </a:accent3>
    <a:accent4>
      <a:srgbClr val="91969B"/>
    </a:accent4>
    <a:accent5>
      <a:srgbClr val="4A4F4F"/>
    </a:accent5>
    <a:accent6>
      <a:srgbClr val="91969B"/>
    </a:accent6>
    <a:hlink>
      <a:srgbClr val="4A4F4F"/>
    </a:hlink>
    <a:folHlink>
      <a:srgbClr val="BFBFBF"/>
    </a:folHlink>
  </a:clrScheme>
</a:themeOverride>
</file>

<file path=ppt/theme/themeOverride43.xml><?xml version="1.0" encoding="utf-8"?>
<a:themeOverride xmlns:a="http://schemas.openxmlformats.org/drawingml/2006/main">
  <a:clrScheme name="islide色">
    <a:dk1>
      <a:srgbClr val="000000"/>
    </a:dk1>
    <a:lt1>
      <a:srgbClr val="FFFFFF"/>
    </a:lt1>
    <a:dk2>
      <a:srgbClr val="768395"/>
    </a:dk2>
    <a:lt2>
      <a:srgbClr val="F0F0F0"/>
    </a:lt2>
    <a:accent1>
      <a:srgbClr val="4A4F4F"/>
    </a:accent1>
    <a:accent2>
      <a:srgbClr val="F44F54"/>
    </a:accent2>
    <a:accent3>
      <a:srgbClr val="4A4F4F"/>
    </a:accent3>
    <a:accent4>
      <a:srgbClr val="91969B"/>
    </a:accent4>
    <a:accent5>
      <a:srgbClr val="4A4F4F"/>
    </a:accent5>
    <a:accent6>
      <a:srgbClr val="91969B"/>
    </a:accent6>
    <a:hlink>
      <a:srgbClr val="4A4F4F"/>
    </a:hlink>
    <a:folHlink>
      <a:srgbClr val="BFBFBF"/>
    </a:folHlink>
  </a:clrScheme>
</a:themeOverride>
</file>

<file path=docProps/app.xml><?xml version="1.0" encoding="utf-8"?>
<Properties xmlns="http://schemas.openxmlformats.org/officeDocument/2006/extended-properties" xmlns:vt="http://schemas.openxmlformats.org/officeDocument/2006/docPropsVTypes">
  <Template>QT</Template>
  <TotalTime>0</TotalTime>
  <Words>3628</Words>
  <Application>WPS 演示</Application>
  <PresentationFormat>自定义</PresentationFormat>
  <Paragraphs>457</Paragraphs>
  <Slides>44</Slides>
  <Notes>1</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44</vt:i4>
      </vt:variant>
    </vt:vector>
  </HeadingPairs>
  <TitlesOfParts>
    <vt:vector size="61" baseType="lpstr">
      <vt:lpstr>Arial</vt:lpstr>
      <vt:lpstr>宋体</vt:lpstr>
      <vt:lpstr>Wingdings</vt:lpstr>
      <vt:lpstr>微软雅黑</vt:lpstr>
      <vt:lpstr>Calibri</vt:lpstr>
      <vt:lpstr>Calibri</vt:lpstr>
      <vt:lpstr>Impact</vt:lpstr>
      <vt:lpstr>Roboto Medium</vt:lpstr>
      <vt:lpstr>Segoe Print</vt:lpstr>
      <vt:lpstr>思源黑体</vt:lpstr>
      <vt:lpstr>Roboto Condensed</vt:lpstr>
      <vt:lpstr>思源黑体 CN Light</vt:lpstr>
      <vt:lpstr>黑体</vt:lpstr>
      <vt:lpstr>Arial Unicode MS</vt:lpstr>
      <vt:lpstr>等线</vt:lpstr>
      <vt:lpstr>Lato Medium</vt:lpstr>
      <vt:lpstr>第一PPT，www.1ppt.com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第一PPT，www.1ppt.com</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点线</dc:title>
  <dc:creator>第一PPT</dc:creator>
  <cp:keywords>www.1ppt.com</cp:keywords>
  <dc:description>www.1ppt.com</dc:description>
  <cp:lastModifiedBy>e律师-黄江杭</cp:lastModifiedBy>
  <cp:revision>70</cp:revision>
  <dcterms:created xsi:type="dcterms:W3CDTF">2018-05-25T11:19:00Z</dcterms:created>
  <dcterms:modified xsi:type="dcterms:W3CDTF">2025-04-23T03:34:31Z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2052-12.1.0.20784</vt:lpwstr>
  </property>
  <property fmtid="{D5CDD505-2E9C-101B-9397-08002B2CF9AE}" pid="3" name="ICV">
    <vt:lpwstr>A76E8D680CFB4E7B890BB4E1FB8E46C3_13</vt:lpwstr>
  </property>
</Properties>
</file>